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66" r:id="rId3"/>
    <p:sldId id="273" r:id="rId4"/>
    <p:sldId id="259" r:id="rId5"/>
    <p:sldId id="258" r:id="rId6"/>
    <p:sldId id="261" r:id="rId7"/>
    <p:sldId id="262" r:id="rId8"/>
    <p:sldId id="265" r:id="rId9"/>
    <p:sldId id="280" r:id="rId10"/>
    <p:sldId id="281" r:id="rId11"/>
    <p:sldId id="282" r:id="rId12"/>
    <p:sldId id="267" r:id="rId13"/>
    <p:sldId id="275" r:id="rId14"/>
    <p:sldId id="276" r:id="rId15"/>
    <p:sldId id="277" r:id="rId16"/>
    <p:sldId id="278" r:id="rId17"/>
    <p:sldId id="270" r:id="rId18"/>
    <p:sldId id="279" r:id="rId19"/>
    <p:sldId id="274" r:id="rId20"/>
    <p:sldId id="268" r:id="rId21"/>
    <p:sldId id="269" r:id="rId22"/>
    <p:sldId id="263" r:id="rId23"/>
    <p:sldId id="264" r:id="rId24"/>
    <p:sldId id="271" r:id="rId25"/>
    <p:sldId id="272" r:id="rId26"/>
    <p:sldId id="283" r:id="rId2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130"/>
    <p:restoredTop sz="94592"/>
  </p:normalViewPr>
  <p:slideViewPr>
    <p:cSldViewPr snapToGrid="0">
      <p:cViewPr>
        <p:scale>
          <a:sx n="81" d="100"/>
          <a:sy n="81" d="100"/>
        </p:scale>
        <p:origin x="144" y="256"/>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AC155-7050-A84B-B2D0-0DE6DAA2B7C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kumimoji="1" lang="ja-JP" altLang="en-US"/>
        </a:p>
      </dgm:t>
    </dgm:pt>
    <dgm:pt modelId="{45428A71-E3B8-9147-9849-D056EEB19B23}">
      <dgm:prSet custT="1"/>
      <dgm:spPr/>
      <dgm:t>
        <a:bodyPr/>
        <a:lstStyle/>
        <a:p>
          <a:r>
            <a:rPr kumimoji="1" lang="ja-JP" sz="1200"/>
            <a:t>・</a:t>
          </a:r>
          <a:r>
            <a:rPr kumimoji="1" lang="en-US" sz="1200" dirty="0"/>
            <a:t>Whisper</a:t>
          </a:r>
          <a:r>
            <a:rPr kumimoji="1" lang="ja-JP" sz="1200"/>
            <a:t>系の</a:t>
          </a:r>
          <a:r>
            <a:rPr kumimoji="1" lang="en-US" sz="1200" dirty="0"/>
            <a:t>ASR </a:t>
          </a:r>
          <a:r>
            <a:rPr kumimoji="1" lang="ja-JP" sz="1200"/>
            <a:t>を </a:t>
          </a:r>
          <a:r>
            <a:rPr kumimoji="1" lang="en-US" sz="1200" b="1" dirty="0"/>
            <a:t>4bit</a:t>
          </a:r>
          <a:r>
            <a:rPr kumimoji="1" lang="ja-JP" sz="1200" b="1"/>
            <a:t>量子化</a:t>
          </a:r>
          <a:r>
            <a:rPr kumimoji="1" lang="ja-JP" sz="1200"/>
            <a:t>しスマホ上で実行</a:t>
          </a:r>
          <a:endParaRPr lang="ja-JP" sz="1200"/>
        </a:p>
      </dgm:t>
    </dgm:pt>
    <dgm:pt modelId="{15A8E2DD-1469-8543-A69C-1E0983EF4F5A}" type="parTrans" cxnId="{F9E57E0B-FC48-D549-B127-228541D6DD4F}">
      <dgm:prSet/>
      <dgm:spPr/>
      <dgm:t>
        <a:bodyPr/>
        <a:lstStyle/>
        <a:p>
          <a:endParaRPr kumimoji="1" lang="ja-JP" altLang="en-US"/>
        </a:p>
      </dgm:t>
    </dgm:pt>
    <dgm:pt modelId="{00AB5879-B3EA-D643-AF8E-02116D6F62D0}" type="sibTrans" cxnId="{F9E57E0B-FC48-D549-B127-228541D6DD4F}">
      <dgm:prSet/>
      <dgm:spPr/>
      <dgm:t>
        <a:bodyPr/>
        <a:lstStyle/>
        <a:p>
          <a:endParaRPr kumimoji="1" lang="ja-JP" altLang="en-US"/>
        </a:p>
      </dgm:t>
    </dgm:pt>
    <dgm:pt modelId="{F10DA6B2-666B-FF4A-AA78-32CC2A14E21F}">
      <dgm:prSet custT="1"/>
      <dgm:spPr/>
      <dgm:t>
        <a:bodyPr/>
        <a:lstStyle/>
        <a:p>
          <a:r>
            <a:rPr kumimoji="1" lang="ja-JP" sz="1200"/>
            <a:t>・音響特徴（</a:t>
          </a:r>
          <a:r>
            <a:rPr kumimoji="1" lang="en-US" sz="1200" dirty="0"/>
            <a:t>F0</a:t>
          </a:r>
          <a:r>
            <a:rPr kumimoji="1" lang="ja-JP" sz="1200"/>
            <a:t>変動、</a:t>
          </a:r>
          <a:r>
            <a:rPr kumimoji="1" lang="en-US" sz="1200" dirty="0"/>
            <a:t>Energy</a:t>
          </a:r>
          <a:r>
            <a:rPr kumimoji="1" lang="ja-JP" sz="1200"/>
            <a:t>、</a:t>
          </a:r>
          <a:r>
            <a:rPr kumimoji="1" lang="en-US" sz="1200" dirty="0"/>
            <a:t>Formant</a:t>
          </a:r>
          <a:r>
            <a:rPr kumimoji="1" lang="ja-JP" sz="1200"/>
            <a:t>、</a:t>
          </a:r>
          <a:r>
            <a:rPr kumimoji="1" lang="en-US" sz="1200" dirty="0"/>
            <a:t>Voicing</a:t>
          </a:r>
          <a:r>
            <a:rPr kumimoji="1" lang="ja-JP" sz="1200"/>
            <a:t>）から攻撃性を推定</a:t>
          </a:r>
          <a:endParaRPr lang="ja-JP" sz="1200"/>
        </a:p>
      </dgm:t>
    </dgm:pt>
    <dgm:pt modelId="{4E5502BC-C51F-4140-9CF3-1B4691CEA031}" type="parTrans" cxnId="{A31D4018-52CA-AA40-A63B-B9525B53C652}">
      <dgm:prSet/>
      <dgm:spPr/>
      <dgm:t>
        <a:bodyPr/>
        <a:lstStyle/>
        <a:p>
          <a:endParaRPr kumimoji="1" lang="ja-JP" altLang="en-US"/>
        </a:p>
      </dgm:t>
    </dgm:pt>
    <dgm:pt modelId="{4DED0BCF-9978-5949-9E87-9D1CD61A131E}" type="sibTrans" cxnId="{A31D4018-52CA-AA40-A63B-B9525B53C652}">
      <dgm:prSet/>
      <dgm:spPr/>
      <dgm:t>
        <a:bodyPr/>
        <a:lstStyle/>
        <a:p>
          <a:endParaRPr kumimoji="1" lang="ja-JP" altLang="en-US"/>
        </a:p>
      </dgm:t>
    </dgm:pt>
    <dgm:pt modelId="{8E71C877-1095-C348-B17C-ADE154961155}">
      <dgm:prSet custT="1"/>
      <dgm:spPr/>
      <dgm:t>
        <a:bodyPr/>
        <a:lstStyle/>
        <a:p>
          <a:r>
            <a:rPr kumimoji="1" lang="ja-JP" altLang="en-US" sz="1200"/>
            <a:t>・会話ターン（割り込み、遮断率、沈黙支配構造）を解析</a:t>
          </a:r>
          <a:endParaRPr lang="ja-JP" altLang="en-US" sz="1200"/>
        </a:p>
      </dgm:t>
    </dgm:pt>
    <dgm:pt modelId="{8A9975C2-2094-A440-960C-ADF03B4A673D}" type="parTrans" cxnId="{A1DB4C8A-A887-3948-95F5-2E72B8CF2517}">
      <dgm:prSet/>
      <dgm:spPr/>
      <dgm:t>
        <a:bodyPr/>
        <a:lstStyle/>
        <a:p>
          <a:endParaRPr kumimoji="1" lang="ja-JP" altLang="en-US"/>
        </a:p>
      </dgm:t>
    </dgm:pt>
    <dgm:pt modelId="{99A162D6-FD72-3C4F-A078-9F988C1D9C8E}" type="sibTrans" cxnId="{A1DB4C8A-A887-3948-95F5-2E72B8CF2517}">
      <dgm:prSet/>
      <dgm:spPr/>
      <dgm:t>
        <a:bodyPr/>
        <a:lstStyle/>
        <a:p>
          <a:endParaRPr kumimoji="1" lang="ja-JP" altLang="en-US"/>
        </a:p>
      </dgm:t>
    </dgm:pt>
    <dgm:pt modelId="{2CB1CCDC-7114-154A-A32A-D66B3DA833BE}">
      <dgm:prSet custT="1"/>
      <dgm:spPr/>
      <dgm:t>
        <a:bodyPr/>
        <a:lstStyle/>
        <a:p>
          <a:r>
            <a:rPr kumimoji="1" lang="ja-JP" sz="1200"/>
            <a:t>・言語攻撃性（脅迫／侮蔑／威圧表現）を</a:t>
          </a:r>
          <a:r>
            <a:rPr kumimoji="1" lang="en-US" sz="1200" dirty="0"/>
            <a:t>NLP</a:t>
          </a:r>
          <a:r>
            <a:rPr kumimoji="1" lang="ja-JP" sz="1200"/>
            <a:t>で推定</a:t>
          </a:r>
          <a:endParaRPr lang="ja-JP" sz="1200"/>
        </a:p>
      </dgm:t>
    </dgm:pt>
    <dgm:pt modelId="{4AF47207-F613-B04C-B7F3-18DFE5FE35CA}" type="parTrans" cxnId="{4DB2031B-AC23-FA49-BCFF-E54C4A970D8F}">
      <dgm:prSet/>
      <dgm:spPr/>
      <dgm:t>
        <a:bodyPr/>
        <a:lstStyle/>
        <a:p>
          <a:endParaRPr kumimoji="1" lang="ja-JP" altLang="en-US"/>
        </a:p>
      </dgm:t>
    </dgm:pt>
    <dgm:pt modelId="{1450A6B7-F081-1043-915B-9357B4592A8D}" type="sibTrans" cxnId="{4DB2031B-AC23-FA49-BCFF-E54C4A970D8F}">
      <dgm:prSet/>
      <dgm:spPr/>
      <dgm:t>
        <a:bodyPr/>
        <a:lstStyle/>
        <a:p>
          <a:endParaRPr kumimoji="1" lang="ja-JP" altLang="en-US"/>
        </a:p>
      </dgm:t>
    </dgm:pt>
    <dgm:pt modelId="{7E8D16D8-D61F-2341-8C98-CEAA29D2DBB7}">
      <dgm:prSet custT="1"/>
      <dgm:spPr/>
      <dgm:t>
        <a:bodyPr/>
        <a:lstStyle/>
        <a:p>
          <a:r>
            <a:rPr kumimoji="1" lang="ja-JP" sz="1200"/>
            <a:t>・これらを統合し、</a:t>
          </a:r>
          <a:r>
            <a:rPr kumimoji="1" lang="ja-JP" sz="1200" b="1"/>
            <a:t>行動構造をスコア化する </a:t>
          </a:r>
          <a:r>
            <a:rPr kumimoji="1" lang="en-US" sz="1200" b="1" dirty="0"/>
            <a:t>HSI </a:t>
          </a:r>
          <a:r>
            <a:rPr kumimoji="1" lang="ja-JP" sz="1200" b="1"/>
            <a:t>モデル</a:t>
          </a:r>
          <a:r>
            <a:rPr kumimoji="1" lang="ja-JP" sz="1200"/>
            <a:t>を構築</a:t>
          </a:r>
          <a:endParaRPr lang="ja-JP" sz="1200"/>
        </a:p>
      </dgm:t>
    </dgm:pt>
    <dgm:pt modelId="{8F9F42AE-3D47-9641-A1CD-E4597E678AA0}" type="parTrans" cxnId="{E3EE2894-5583-9748-9032-01596ABE2E5D}">
      <dgm:prSet/>
      <dgm:spPr/>
      <dgm:t>
        <a:bodyPr/>
        <a:lstStyle/>
        <a:p>
          <a:endParaRPr kumimoji="1" lang="ja-JP" altLang="en-US"/>
        </a:p>
      </dgm:t>
    </dgm:pt>
    <dgm:pt modelId="{F61C4396-0F1F-C848-AA11-12DBA8955941}" type="sibTrans" cxnId="{E3EE2894-5583-9748-9032-01596ABE2E5D}">
      <dgm:prSet/>
      <dgm:spPr/>
      <dgm:t>
        <a:bodyPr/>
        <a:lstStyle/>
        <a:p>
          <a:endParaRPr kumimoji="1" lang="ja-JP" altLang="en-US"/>
        </a:p>
      </dgm:t>
    </dgm:pt>
    <dgm:pt modelId="{03319498-5A6A-0144-849B-D9490B5DCB69}">
      <dgm:prSet custT="1"/>
      <dgm:spPr/>
      <dgm:t>
        <a:bodyPr/>
        <a:lstStyle/>
        <a:p>
          <a:r>
            <a:rPr kumimoji="1" lang="ja-JP" sz="1200"/>
            <a:t>・</a:t>
          </a:r>
          <a:r>
            <a:rPr kumimoji="1" lang="en-US" sz="1200" dirty="0"/>
            <a:t>HSI </a:t>
          </a:r>
          <a:r>
            <a:rPr kumimoji="1" lang="ja-JP" sz="1200"/>
            <a:t>をもとに、関連する </a:t>
          </a:r>
          <a:r>
            <a:rPr kumimoji="1" lang="ja-JP" sz="1200" b="1"/>
            <a:t>判例／法的リスクを自動推薦</a:t>
          </a:r>
          <a:r>
            <a:rPr kumimoji="1" lang="en-US" altLang="ja-JP" sz="1200" b="1" dirty="0"/>
            <a:t>(HSIE)</a:t>
          </a:r>
          <a:endParaRPr lang="ja-JP" sz="1200"/>
        </a:p>
      </dgm:t>
    </dgm:pt>
    <dgm:pt modelId="{4BA3B050-5B63-584B-A01E-644F65DD2B2B}" type="parTrans" cxnId="{138BA400-FF15-214D-80DD-28DB8505BAA1}">
      <dgm:prSet/>
      <dgm:spPr/>
      <dgm:t>
        <a:bodyPr/>
        <a:lstStyle/>
        <a:p>
          <a:endParaRPr kumimoji="1" lang="ja-JP" altLang="en-US"/>
        </a:p>
      </dgm:t>
    </dgm:pt>
    <dgm:pt modelId="{E9F35F14-8CE1-FD4E-9795-1489C252384B}" type="sibTrans" cxnId="{138BA400-FF15-214D-80DD-28DB8505BAA1}">
      <dgm:prSet/>
      <dgm:spPr/>
      <dgm:t>
        <a:bodyPr/>
        <a:lstStyle/>
        <a:p>
          <a:endParaRPr kumimoji="1" lang="ja-JP" altLang="en-US"/>
        </a:p>
      </dgm:t>
    </dgm:pt>
    <dgm:pt modelId="{6AE55A21-3712-1C49-B600-2B3545678C9B}">
      <dgm:prSet custT="1"/>
      <dgm:spPr/>
      <dgm:t>
        <a:bodyPr/>
        <a:lstStyle/>
        <a:p>
          <a:r>
            <a:rPr lang="ja-JP" altLang="en-US" sz="2400"/>
            <a:t>詳細</a:t>
          </a:r>
        </a:p>
      </dgm:t>
    </dgm:pt>
    <dgm:pt modelId="{5579FF46-054F-024B-8DC0-BA63F9EB1AD4}" type="parTrans" cxnId="{C93278C5-5BCA-FD43-A9D4-DA334DFE9C15}">
      <dgm:prSet/>
      <dgm:spPr/>
      <dgm:t>
        <a:bodyPr/>
        <a:lstStyle/>
        <a:p>
          <a:endParaRPr kumimoji="1" lang="ja-JP" altLang="en-US"/>
        </a:p>
      </dgm:t>
    </dgm:pt>
    <dgm:pt modelId="{E7D432E5-7E55-2141-9B8B-34131AD36640}" type="sibTrans" cxnId="{C93278C5-5BCA-FD43-A9D4-DA334DFE9C15}">
      <dgm:prSet/>
      <dgm:spPr/>
      <dgm:t>
        <a:bodyPr/>
        <a:lstStyle/>
        <a:p>
          <a:endParaRPr kumimoji="1" lang="ja-JP" altLang="en-US"/>
        </a:p>
      </dgm:t>
    </dgm:pt>
    <dgm:pt modelId="{AA1D5E79-A788-2748-AA14-40F1DA4F4A07}" type="pres">
      <dgm:prSet presAssocID="{84BAC155-7050-A84B-B2D0-0DE6DAA2B7C8}" presName="vert0" presStyleCnt="0">
        <dgm:presLayoutVars>
          <dgm:dir/>
          <dgm:animOne val="branch"/>
          <dgm:animLvl val="lvl"/>
        </dgm:presLayoutVars>
      </dgm:prSet>
      <dgm:spPr/>
    </dgm:pt>
    <dgm:pt modelId="{5EFE02B3-2301-6843-959B-EADFEFF342C6}" type="pres">
      <dgm:prSet presAssocID="{6AE55A21-3712-1C49-B600-2B3545678C9B}" presName="thickLine" presStyleLbl="alignNode1" presStyleIdx="0" presStyleCnt="1"/>
      <dgm:spPr/>
    </dgm:pt>
    <dgm:pt modelId="{CFFF467F-6AD6-FB41-84A4-0F8E7CDBC634}" type="pres">
      <dgm:prSet presAssocID="{6AE55A21-3712-1C49-B600-2B3545678C9B}" presName="horz1" presStyleCnt="0"/>
      <dgm:spPr/>
    </dgm:pt>
    <dgm:pt modelId="{35F76C07-F5E2-8B45-9E20-D571E6E5C9DA}" type="pres">
      <dgm:prSet presAssocID="{6AE55A21-3712-1C49-B600-2B3545678C9B}" presName="tx1" presStyleLbl="revTx" presStyleIdx="0" presStyleCnt="7" custScaleX="64826"/>
      <dgm:spPr/>
    </dgm:pt>
    <dgm:pt modelId="{D2DE3265-5271-644D-A66E-1D78C6AAE306}" type="pres">
      <dgm:prSet presAssocID="{6AE55A21-3712-1C49-B600-2B3545678C9B}" presName="vert1" presStyleCnt="0"/>
      <dgm:spPr/>
    </dgm:pt>
    <dgm:pt modelId="{4895D526-0DA3-9C42-8F84-47D37FE4C7FE}" type="pres">
      <dgm:prSet presAssocID="{45428A71-E3B8-9147-9849-D056EEB19B23}" presName="vertSpace2a" presStyleCnt="0"/>
      <dgm:spPr/>
    </dgm:pt>
    <dgm:pt modelId="{8CE588D8-94B8-8040-AFD4-91ECA9EC1440}" type="pres">
      <dgm:prSet presAssocID="{45428A71-E3B8-9147-9849-D056EEB19B23}" presName="horz2" presStyleCnt="0"/>
      <dgm:spPr/>
    </dgm:pt>
    <dgm:pt modelId="{AFB87074-7EAD-FC46-9085-48C8EB9D89E7}" type="pres">
      <dgm:prSet presAssocID="{45428A71-E3B8-9147-9849-D056EEB19B23}" presName="horzSpace2" presStyleCnt="0"/>
      <dgm:spPr/>
    </dgm:pt>
    <dgm:pt modelId="{2E22CE91-9E0A-FC4E-A632-1DB0F782CDBE}" type="pres">
      <dgm:prSet presAssocID="{45428A71-E3B8-9147-9849-D056EEB19B23}" presName="tx2" presStyleLbl="revTx" presStyleIdx="1" presStyleCnt="7"/>
      <dgm:spPr/>
    </dgm:pt>
    <dgm:pt modelId="{6D97D1AF-1D91-BC48-BA8A-AA1F77EDEDBE}" type="pres">
      <dgm:prSet presAssocID="{45428A71-E3B8-9147-9849-D056EEB19B23}" presName="vert2" presStyleCnt="0"/>
      <dgm:spPr/>
    </dgm:pt>
    <dgm:pt modelId="{ADF1E488-0FDB-A74B-8B3F-2E44E1224A48}" type="pres">
      <dgm:prSet presAssocID="{45428A71-E3B8-9147-9849-D056EEB19B23}" presName="thinLine2b" presStyleLbl="callout" presStyleIdx="0" presStyleCnt="6"/>
      <dgm:spPr/>
    </dgm:pt>
    <dgm:pt modelId="{E9ED4857-29B9-884A-B508-A84ED7898DF3}" type="pres">
      <dgm:prSet presAssocID="{45428A71-E3B8-9147-9849-D056EEB19B23}" presName="vertSpace2b" presStyleCnt="0"/>
      <dgm:spPr/>
    </dgm:pt>
    <dgm:pt modelId="{A71EB6AE-16C2-FC41-B3E7-075C78D27E31}" type="pres">
      <dgm:prSet presAssocID="{F10DA6B2-666B-FF4A-AA78-32CC2A14E21F}" presName="horz2" presStyleCnt="0"/>
      <dgm:spPr/>
    </dgm:pt>
    <dgm:pt modelId="{794029BD-EFC8-3146-961B-0CB36E7BA1CB}" type="pres">
      <dgm:prSet presAssocID="{F10DA6B2-666B-FF4A-AA78-32CC2A14E21F}" presName="horzSpace2" presStyleCnt="0"/>
      <dgm:spPr/>
    </dgm:pt>
    <dgm:pt modelId="{BBDD8FB5-159D-8F48-8D74-115069B2537D}" type="pres">
      <dgm:prSet presAssocID="{F10DA6B2-666B-FF4A-AA78-32CC2A14E21F}" presName="tx2" presStyleLbl="revTx" presStyleIdx="2" presStyleCnt="7"/>
      <dgm:spPr/>
    </dgm:pt>
    <dgm:pt modelId="{B946DB5A-0045-CE42-AFEE-792242BB5889}" type="pres">
      <dgm:prSet presAssocID="{F10DA6B2-666B-FF4A-AA78-32CC2A14E21F}" presName="vert2" presStyleCnt="0"/>
      <dgm:spPr/>
    </dgm:pt>
    <dgm:pt modelId="{335C70DE-98D6-0449-B2E1-5DDE6A3A0717}" type="pres">
      <dgm:prSet presAssocID="{F10DA6B2-666B-FF4A-AA78-32CC2A14E21F}" presName="thinLine2b" presStyleLbl="callout" presStyleIdx="1" presStyleCnt="6"/>
      <dgm:spPr/>
    </dgm:pt>
    <dgm:pt modelId="{7E8A783D-E40A-5F46-9B07-3B9CF1EEB3AD}" type="pres">
      <dgm:prSet presAssocID="{F10DA6B2-666B-FF4A-AA78-32CC2A14E21F}" presName="vertSpace2b" presStyleCnt="0"/>
      <dgm:spPr/>
    </dgm:pt>
    <dgm:pt modelId="{54C03AD6-8109-CB47-AD52-A6A9307ADC0D}" type="pres">
      <dgm:prSet presAssocID="{8E71C877-1095-C348-B17C-ADE154961155}" presName="horz2" presStyleCnt="0"/>
      <dgm:spPr/>
    </dgm:pt>
    <dgm:pt modelId="{4095038E-0F96-EB41-9D72-700B5F73E957}" type="pres">
      <dgm:prSet presAssocID="{8E71C877-1095-C348-B17C-ADE154961155}" presName="horzSpace2" presStyleCnt="0"/>
      <dgm:spPr/>
    </dgm:pt>
    <dgm:pt modelId="{9F0B7FC5-F4EA-1B41-B584-2DB611D64EF8}" type="pres">
      <dgm:prSet presAssocID="{8E71C877-1095-C348-B17C-ADE154961155}" presName="tx2" presStyleLbl="revTx" presStyleIdx="3" presStyleCnt="7"/>
      <dgm:spPr/>
    </dgm:pt>
    <dgm:pt modelId="{1809CD34-C17F-494B-95D2-1B6CB327E201}" type="pres">
      <dgm:prSet presAssocID="{8E71C877-1095-C348-B17C-ADE154961155}" presName="vert2" presStyleCnt="0"/>
      <dgm:spPr/>
    </dgm:pt>
    <dgm:pt modelId="{70E01F50-7560-1845-9998-39F7967695B8}" type="pres">
      <dgm:prSet presAssocID="{8E71C877-1095-C348-B17C-ADE154961155}" presName="thinLine2b" presStyleLbl="callout" presStyleIdx="2" presStyleCnt="6"/>
      <dgm:spPr/>
    </dgm:pt>
    <dgm:pt modelId="{2BED4C1F-13B4-4448-BA64-C986C4E41CB6}" type="pres">
      <dgm:prSet presAssocID="{8E71C877-1095-C348-B17C-ADE154961155}" presName="vertSpace2b" presStyleCnt="0"/>
      <dgm:spPr/>
    </dgm:pt>
    <dgm:pt modelId="{BBE60E5F-2B61-FE4A-AC9C-3E8E50BEE2DF}" type="pres">
      <dgm:prSet presAssocID="{2CB1CCDC-7114-154A-A32A-D66B3DA833BE}" presName="horz2" presStyleCnt="0"/>
      <dgm:spPr/>
    </dgm:pt>
    <dgm:pt modelId="{49DF2509-EB06-DC42-AF0A-522D30F9923F}" type="pres">
      <dgm:prSet presAssocID="{2CB1CCDC-7114-154A-A32A-D66B3DA833BE}" presName="horzSpace2" presStyleCnt="0"/>
      <dgm:spPr/>
    </dgm:pt>
    <dgm:pt modelId="{0D901912-72C3-104A-95E0-5C525D207BE3}" type="pres">
      <dgm:prSet presAssocID="{2CB1CCDC-7114-154A-A32A-D66B3DA833BE}" presName="tx2" presStyleLbl="revTx" presStyleIdx="4" presStyleCnt="7"/>
      <dgm:spPr/>
    </dgm:pt>
    <dgm:pt modelId="{3FAFAAF4-C429-6D49-AAE7-AC6E0C08E2BF}" type="pres">
      <dgm:prSet presAssocID="{2CB1CCDC-7114-154A-A32A-D66B3DA833BE}" presName="vert2" presStyleCnt="0"/>
      <dgm:spPr/>
    </dgm:pt>
    <dgm:pt modelId="{0E70E4F3-3775-B648-9562-2D912753023A}" type="pres">
      <dgm:prSet presAssocID="{2CB1CCDC-7114-154A-A32A-D66B3DA833BE}" presName="thinLine2b" presStyleLbl="callout" presStyleIdx="3" presStyleCnt="6"/>
      <dgm:spPr/>
    </dgm:pt>
    <dgm:pt modelId="{EC18D290-C118-CD4C-8730-E3D7FCFE0F0A}" type="pres">
      <dgm:prSet presAssocID="{2CB1CCDC-7114-154A-A32A-D66B3DA833BE}" presName="vertSpace2b" presStyleCnt="0"/>
      <dgm:spPr/>
    </dgm:pt>
    <dgm:pt modelId="{14CBC95F-C9A9-3B42-A965-0E901ED799F3}" type="pres">
      <dgm:prSet presAssocID="{7E8D16D8-D61F-2341-8C98-CEAA29D2DBB7}" presName="horz2" presStyleCnt="0"/>
      <dgm:spPr/>
    </dgm:pt>
    <dgm:pt modelId="{9557DBC4-6A6D-AA40-8F85-5E46F1B1F173}" type="pres">
      <dgm:prSet presAssocID="{7E8D16D8-D61F-2341-8C98-CEAA29D2DBB7}" presName="horzSpace2" presStyleCnt="0"/>
      <dgm:spPr/>
    </dgm:pt>
    <dgm:pt modelId="{8C028D7E-28EF-0F45-9B37-9C8320F4900A}" type="pres">
      <dgm:prSet presAssocID="{7E8D16D8-D61F-2341-8C98-CEAA29D2DBB7}" presName="tx2" presStyleLbl="revTx" presStyleIdx="5" presStyleCnt="7"/>
      <dgm:spPr/>
    </dgm:pt>
    <dgm:pt modelId="{B0356559-E8C1-2C43-B46E-CA6AE622F2C4}" type="pres">
      <dgm:prSet presAssocID="{7E8D16D8-D61F-2341-8C98-CEAA29D2DBB7}" presName="vert2" presStyleCnt="0"/>
      <dgm:spPr/>
    </dgm:pt>
    <dgm:pt modelId="{3806C3AF-D75F-8C4A-93F0-88E73AC2CC7F}" type="pres">
      <dgm:prSet presAssocID="{7E8D16D8-D61F-2341-8C98-CEAA29D2DBB7}" presName="thinLine2b" presStyleLbl="callout" presStyleIdx="4" presStyleCnt="6"/>
      <dgm:spPr/>
    </dgm:pt>
    <dgm:pt modelId="{3F6DA88F-64E5-7649-9DA4-B083CFE73134}" type="pres">
      <dgm:prSet presAssocID="{7E8D16D8-D61F-2341-8C98-CEAA29D2DBB7}" presName="vertSpace2b" presStyleCnt="0"/>
      <dgm:spPr/>
    </dgm:pt>
    <dgm:pt modelId="{550D7BA3-0F8F-0F40-B0B5-6925A5F284D3}" type="pres">
      <dgm:prSet presAssocID="{03319498-5A6A-0144-849B-D9490B5DCB69}" presName="horz2" presStyleCnt="0"/>
      <dgm:spPr/>
    </dgm:pt>
    <dgm:pt modelId="{A10D4DD1-B3D2-3D43-9671-B26946471960}" type="pres">
      <dgm:prSet presAssocID="{03319498-5A6A-0144-849B-D9490B5DCB69}" presName="horzSpace2" presStyleCnt="0"/>
      <dgm:spPr/>
    </dgm:pt>
    <dgm:pt modelId="{9898BA3D-C8C7-F941-A0EB-E19BAB15A86D}" type="pres">
      <dgm:prSet presAssocID="{03319498-5A6A-0144-849B-D9490B5DCB69}" presName="tx2" presStyleLbl="revTx" presStyleIdx="6" presStyleCnt="7"/>
      <dgm:spPr/>
    </dgm:pt>
    <dgm:pt modelId="{37558138-632B-F248-983D-8C73C0C91EB5}" type="pres">
      <dgm:prSet presAssocID="{03319498-5A6A-0144-849B-D9490B5DCB69}" presName="vert2" presStyleCnt="0"/>
      <dgm:spPr/>
    </dgm:pt>
    <dgm:pt modelId="{FD61E311-FAFE-DE46-9943-AE0855432D7E}" type="pres">
      <dgm:prSet presAssocID="{03319498-5A6A-0144-849B-D9490B5DCB69}" presName="thinLine2b" presStyleLbl="callout" presStyleIdx="5" presStyleCnt="6"/>
      <dgm:spPr/>
    </dgm:pt>
    <dgm:pt modelId="{F66B3DA2-4B92-AF4B-BC3C-D25F4858995E}" type="pres">
      <dgm:prSet presAssocID="{03319498-5A6A-0144-849B-D9490B5DCB69}" presName="vertSpace2b" presStyleCnt="0"/>
      <dgm:spPr/>
    </dgm:pt>
  </dgm:ptLst>
  <dgm:cxnLst>
    <dgm:cxn modelId="{138BA400-FF15-214D-80DD-28DB8505BAA1}" srcId="{6AE55A21-3712-1C49-B600-2B3545678C9B}" destId="{03319498-5A6A-0144-849B-D9490B5DCB69}" srcOrd="5" destOrd="0" parTransId="{4BA3B050-5B63-584B-A01E-644F65DD2B2B}" sibTransId="{E9F35F14-8CE1-FD4E-9795-1489C252384B}"/>
    <dgm:cxn modelId="{F9E57E0B-FC48-D549-B127-228541D6DD4F}" srcId="{6AE55A21-3712-1C49-B600-2B3545678C9B}" destId="{45428A71-E3B8-9147-9849-D056EEB19B23}" srcOrd="0" destOrd="0" parTransId="{15A8E2DD-1469-8543-A69C-1E0983EF4F5A}" sibTransId="{00AB5879-B3EA-D643-AF8E-02116D6F62D0}"/>
    <dgm:cxn modelId="{A31D4018-52CA-AA40-A63B-B9525B53C652}" srcId="{6AE55A21-3712-1C49-B600-2B3545678C9B}" destId="{F10DA6B2-666B-FF4A-AA78-32CC2A14E21F}" srcOrd="1" destOrd="0" parTransId="{4E5502BC-C51F-4140-9CF3-1B4691CEA031}" sibTransId="{4DED0BCF-9978-5949-9E87-9D1CD61A131E}"/>
    <dgm:cxn modelId="{4DB2031B-AC23-FA49-BCFF-E54C4A970D8F}" srcId="{6AE55A21-3712-1C49-B600-2B3545678C9B}" destId="{2CB1CCDC-7114-154A-A32A-D66B3DA833BE}" srcOrd="3" destOrd="0" parTransId="{4AF47207-F613-B04C-B7F3-18DFE5FE35CA}" sibTransId="{1450A6B7-F081-1043-915B-9357B4592A8D}"/>
    <dgm:cxn modelId="{E63B5B34-284D-D04F-BA21-2C5DD6CC791D}" type="presOf" srcId="{6AE55A21-3712-1C49-B600-2B3545678C9B}" destId="{35F76C07-F5E2-8B45-9E20-D571E6E5C9DA}" srcOrd="0" destOrd="0" presId="urn:microsoft.com/office/officeart/2008/layout/LinedList"/>
    <dgm:cxn modelId="{8215B63A-4F78-5A43-8DCC-D6289402E0BB}" type="presOf" srcId="{8E71C877-1095-C348-B17C-ADE154961155}" destId="{9F0B7FC5-F4EA-1B41-B584-2DB611D64EF8}" srcOrd="0" destOrd="0" presId="urn:microsoft.com/office/officeart/2008/layout/LinedList"/>
    <dgm:cxn modelId="{D3AF2E62-9E03-464B-9C12-A1E75B14BE38}" type="presOf" srcId="{84BAC155-7050-A84B-B2D0-0DE6DAA2B7C8}" destId="{AA1D5E79-A788-2748-AA14-40F1DA4F4A07}" srcOrd="0" destOrd="0" presId="urn:microsoft.com/office/officeart/2008/layout/LinedList"/>
    <dgm:cxn modelId="{FFDF3070-D242-5A41-9A83-0502DCD63FF7}" type="presOf" srcId="{45428A71-E3B8-9147-9849-D056EEB19B23}" destId="{2E22CE91-9E0A-FC4E-A632-1DB0F782CDBE}" srcOrd="0" destOrd="0" presId="urn:microsoft.com/office/officeart/2008/layout/LinedList"/>
    <dgm:cxn modelId="{8EC9D27A-ABA7-6542-B9F1-38C0E98EBDE3}" type="presOf" srcId="{7E8D16D8-D61F-2341-8C98-CEAA29D2DBB7}" destId="{8C028D7E-28EF-0F45-9B37-9C8320F4900A}" srcOrd="0" destOrd="0" presId="urn:microsoft.com/office/officeart/2008/layout/LinedList"/>
    <dgm:cxn modelId="{A1DB4C8A-A887-3948-95F5-2E72B8CF2517}" srcId="{6AE55A21-3712-1C49-B600-2B3545678C9B}" destId="{8E71C877-1095-C348-B17C-ADE154961155}" srcOrd="2" destOrd="0" parTransId="{8A9975C2-2094-A440-960C-ADF03B4A673D}" sibTransId="{99A162D6-FD72-3C4F-A078-9F988C1D9C8E}"/>
    <dgm:cxn modelId="{E3EE2894-5583-9748-9032-01596ABE2E5D}" srcId="{6AE55A21-3712-1C49-B600-2B3545678C9B}" destId="{7E8D16D8-D61F-2341-8C98-CEAA29D2DBB7}" srcOrd="4" destOrd="0" parTransId="{8F9F42AE-3D47-9641-A1CD-E4597E678AA0}" sibTransId="{F61C4396-0F1F-C848-AA11-12DBA8955941}"/>
    <dgm:cxn modelId="{F1A1E7BD-FD3F-B843-BDE1-A3F39DC0FC2C}" type="presOf" srcId="{03319498-5A6A-0144-849B-D9490B5DCB69}" destId="{9898BA3D-C8C7-F941-A0EB-E19BAB15A86D}" srcOrd="0" destOrd="0" presId="urn:microsoft.com/office/officeart/2008/layout/LinedList"/>
    <dgm:cxn modelId="{ED931EBE-929E-4E49-97BB-E635E633AA32}" type="presOf" srcId="{F10DA6B2-666B-FF4A-AA78-32CC2A14E21F}" destId="{BBDD8FB5-159D-8F48-8D74-115069B2537D}" srcOrd="0" destOrd="0" presId="urn:microsoft.com/office/officeart/2008/layout/LinedList"/>
    <dgm:cxn modelId="{E40A66C0-CE3B-0A41-9C62-071B1CDE224F}" type="presOf" srcId="{2CB1CCDC-7114-154A-A32A-D66B3DA833BE}" destId="{0D901912-72C3-104A-95E0-5C525D207BE3}" srcOrd="0" destOrd="0" presId="urn:microsoft.com/office/officeart/2008/layout/LinedList"/>
    <dgm:cxn modelId="{C93278C5-5BCA-FD43-A9D4-DA334DFE9C15}" srcId="{84BAC155-7050-A84B-B2D0-0DE6DAA2B7C8}" destId="{6AE55A21-3712-1C49-B600-2B3545678C9B}" srcOrd="0" destOrd="0" parTransId="{5579FF46-054F-024B-8DC0-BA63F9EB1AD4}" sibTransId="{E7D432E5-7E55-2141-9B8B-34131AD36640}"/>
    <dgm:cxn modelId="{4C5D3816-A8A1-1C45-A756-03561738F5C9}" type="presParOf" srcId="{AA1D5E79-A788-2748-AA14-40F1DA4F4A07}" destId="{5EFE02B3-2301-6843-959B-EADFEFF342C6}" srcOrd="0" destOrd="0" presId="urn:microsoft.com/office/officeart/2008/layout/LinedList"/>
    <dgm:cxn modelId="{570DA8EF-D64C-2E44-8FFE-8C605E8FA4A9}" type="presParOf" srcId="{AA1D5E79-A788-2748-AA14-40F1DA4F4A07}" destId="{CFFF467F-6AD6-FB41-84A4-0F8E7CDBC634}" srcOrd="1" destOrd="0" presId="urn:microsoft.com/office/officeart/2008/layout/LinedList"/>
    <dgm:cxn modelId="{2B3695C5-2617-6B4A-925B-B7D142880198}" type="presParOf" srcId="{CFFF467F-6AD6-FB41-84A4-0F8E7CDBC634}" destId="{35F76C07-F5E2-8B45-9E20-D571E6E5C9DA}" srcOrd="0" destOrd="0" presId="urn:microsoft.com/office/officeart/2008/layout/LinedList"/>
    <dgm:cxn modelId="{A954BB49-684F-8E49-B435-9136E8A9D59F}" type="presParOf" srcId="{CFFF467F-6AD6-FB41-84A4-0F8E7CDBC634}" destId="{D2DE3265-5271-644D-A66E-1D78C6AAE306}" srcOrd="1" destOrd="0" presId="urn:microsoft.com/office/officeart/2008/layout/LinedList"/>
    <dgm:cxn modelId="{0C395E32-8B08-CE42-B877-995EFB78AC3B}" type="presParOf" srcId="{D2DE3265-5271-644D-A66E-1D78C6AAE306}" destId="{4895D526-0DA3-9C42-8F84-47D37FE4C7FE}" srcOrd="0" destOrd="0" presId="urn:microsoft.com/office/officeart/2008/layout/LinedList"/>
    <dgm:cxn modelId="{9CF0974C-6FD3-F34B-A3F6-F12DCF60284A}" type="presParOf" srcId="{D2DE3265-5271-644D-A66E-1D78C6AAE306}" destId="{8CE588D8-94B8-8040-AFD4-91ECA9EC1440}" srcOrd="1" destOrd="0" presId="urn:microsoft.com/office/officeart/2008/layout/LinedList"/>
    <dgm:cxn modelId="{DCF9CE00-EDCB-6E4B-97E0-FC723C40E4A3}" type="presParOf" srcId="{8CE588D8-94B8-8040-AFD4-91ECA9EC1440}" destId="{AFB87074-7EAD-FC46-9085-48C8EB9D89E7}" srcOrd="0" destOrd="0" presId="urn:microsoft.com/office/officeart/2008/layout/LinedList"/>
    <dgm:cxn modelId="{88E763FA-2195-274F-A0A7-D0064D142F9F}" type="presParOf" srcId="{8CE588D8-94B8-8040-AFD4-91ECA9EC1440}" destId="{2E22CE91-9E0A-FC4E-A632-1DB0F782CDBE}" srcOrd="1" destOrd="0" presId="urn:microsoft.com/office/officeart/2008/layout/LinedList"/>
    <dgm:cxn modelId="{8A76905B-3601-E143-9673-D5C0E7DD8DCB}" type="presParOf" srcId="{8CE588D8-94B8-8040-AFD4-91ECA9EC1440}" destId="{6D97D1AF-1D91-BC48-BA8A-AA1F77EDEDBE}" srcOrd="2" destOrd="0" presId="urn:microsoft.com/office/officeart/2008/layout/LinedList"/>
    <dgm:cxn modelId="{5675BA79-329D-C549-A37F-0EECFF9E255A}" type="presParOf" srcId="{D2DE3265-5271-644D-A66E-1D78C6AAE306}" destId="{ADF1E488-0FDB-A74B-8B3F-2E44E1224A48}" srcOrd="2" destOrd="0" presId="urn:microsoft.com/office/officeart/2008/layout/LinedList"/>
    <dgm:cxn modelId="{15C6FD54-5874-724D-91F7-8B9F7B77E6A1}" type="presParOf" srcId="{D2DE3265-5271-644D-A66E-1D78C6AAE306}" destId="{E9ED4857-29B9-884A-B508-A84ED7898DF3}" srcOrd="3" destOrd="0" presId="urn:microsoft.com/office/officeart/2008/layout/LinedList"/>
    <dgm:cxn modelId="{3AD2D484-3748-654A-9F54-550D57D41926}" type="presParOf" srcId="{D2DE3265-5271-644D-A66E-1D78C6AAE306}" destId="{A71EB6AE-16C2-FC41-B3E7-075C78D27E31}" srcOrd="4" destOrd="0" presId="urn:microsoft.com/office/officeart/2008/layout/LinedList"/>
    <dgm:cxn modelId="{EC1BA4C5-C388-8F42-8A59-BBEC493C008E}" type="presParOf" srcId="{A71EB6AE-16C2-FC41-B3E7-075C78D27E31}" destId="{794029BD-EFC8-3146-961B-0CB36E7BA1CB}" srcOrd="0" destOrd="0" presId="urn:microsoft.com/office/officeart/2008/layout/LinedList"/>
    <dgm:cxn modelId="{86A62781-2B82-3747-B794-32F9802C72F3}" type="presParOf" srcId="{A71EB6AE-16C2-FC41-B3E7-075C78D27E31}" destId="{BBDD8FB5-159D-8F48-8D74-115069B2537D}" srcOrd="1" destOrd="0" presId="urn:microsoft.com/office/officeart/2008/layout/LinedList"/>
    <dgm:cxn modelId="{2CDFC6B7-E966-5445-AAD3-069DA977BAD9}" type="presParOf" srcId="{A71EB6AE-16C2-FC41-B3E7-075C78D27E31}" destId="{B946DB5A-0045-CE42-AFEE-792242BB5889}" srcOrd="2" destOrd="0" presId="urn:microsoft.com/office/officeart/2008/layout/LinedList"/>
    <dgm:cxn modelId="{13D140F4-BB87-604F-BB1F-BA03F717C231}" type="presParOf" srcId="{D2DE3265-5271-644D-A66E-1D78C6AAE306}" destId="{335C70DE-98D6-0449-B2E1-5DDE6A3A0717}" srcOrd="5" destOrd="0" presId="urn:microsoft.com/office/officeart/2008/layout/LinedList"/>
    <dgm:cxn modelId="{71F0B0B8-AFA3-8A4D-A9F8-73744816962B}" type="presParOf" srcId="{D2DE3265-5271-644D-A66E-1D78C6AAE306}" destId="{7E8A783D-E40A-5F46-9B07-3B9CF1EEB3AD}" srcOrd="6" destOrd="0" presId="urn:microsoft.com/office/officeart/2008/layout/LinedList"/>
    <dgm:cxn modelId="{553F27B9-1EF6-6648-882C-31543E68384B}" type="presParOf" srcId="{D2DE3265-5271-644D-A66E-1D78C6AAE306}" destId="{54C03AD6-8109-CB47-AD52-A6A9307ADC0D}" srcOrd="7" destOrd="0" presId="urn:microsoft.com/office/officeart/2008/layout/LinedList"/>
    <dgm:cxn modelId="{1533B860-CA5F-6044-9326-0E4E0DEF6832}" type="presParOf" srcId="{54C03AD6-8109-CB47-AD52-A6A9307ADC0D}" destId="{4095038E-0F96-EB41-9D72-700B5F73E957}" srcOrd="0" destOrd="0" presId="urn:microsoft.com/office/officeart/2008/layout/LinedList"/>
    <dgm:cxn modelId="{ACB5AC61-F60F-234F-8494-061EBF97DB6B}" type="presParOf" srcId="{54C03AD6-8109-CB47-AD52-A6A9307ADC0D}" destId="{9F0B7FC5-F4EA-1B41-B584-2DB611D64EF8}" srcOrd="1" destOrd="0" presId="urn:microsoft.com/office/officeart/2008/layout/LinedList"/>
    <dgm:cxn modelId="{641B1000-D5D0-F148-954A-97DC38ECF071}" type="presParOf" srcId="{54C03AD6-8109-CB47-AD52-A6A9307ADC0D}" destId="{1809CD34-C17F-494B-95D2-1B6CB327E201}" srcOrd="2" destOrd="0" presId="urn:microsoft.com/office/officeart/2008/layout/LinedList"/>
    <dgm:cxn modelId="{13394A52-3307-0A4D-970D-4577DB0E3909}" type="presParOf" srcId="{D2DE3265-5271-644D-A66E-1D78C6AAE306}" destId="{70E01F50-7560-1845-9998-39F7967695B8}" srcOrd="8" destOrd="0" presId="urn:microsoft.com/office/officeart/2008/layout/LinedList"/>
    <dgm:cxn modelId="{E377AEA6-A695-8F49-9ED8-7E4534178C97}" type="presParOf" srcId="{D2DE3265-5271-644D-A66E-1D78C6AAE306}" destId="{2BED4C1F-13B4-4448-BA64-C986C4E41CB6}" srcOrd="9" destOrd="0" presId="urn:microsoft.com/office/officeart/2008/layout/LinedList"/>
    <dgm:cxn modelId="{0F4C5F4C-6C5F-8B4F-8F92-220914D85A70}" type="presParOf" srcId="{D2DE3265-5271-644D-A66E-1D78C6AAE306}" destId="{BBE60E5F-2B61-FE4A-AC9C-3E8E50BEE2DF}" srcOrd="10" destOrd="0" presId="urn:microsoft.com/office/officeart/2008/layout/LinedList"/>
    <dgm:cxn modelId="{79FC9E8B-A889-C248-A1C3-D75FA656CA94}" type="presParOf" srcId="{BBE60E5F-2B61-FE4A-AC9C-3E8E50BEE2DF}" destId="{49DF2509-EB06-DC42-AF0A-522D30F9923F}" srcOrd="0" destOrd="0" presId="urn:microsoft.com/office/officeart/2008/layout/LinedList"/>
    <dgm:cxn modelId="{EE9A75C3-BB70-E14A-BE5E-EEB1DAF9C6EC}" type="presParOf" srcId="{BBE60E5F-2B61-FE4A-AC9C-3E8E50BEE2DF}" destId="{0D901912-72C3-104A-95E0-5C525D207BE3}" srcOrd="1" destOrd="0" presId="urn:microsoft.com/office/officeart/2008/layout/LinedList"/>
    <dgm:cxn modelId="{B0EC7F26-DE3A-F14C-9E6F-89890C3B485A}" type="presParOf" srcId="{BBE60E5F-2B61-FE4A-AC9C-3E8E50BEE2DF}" destId="{3FAFAAF4-C429-6D49-AAE7-AC6E0C08E2BF}" srcOrd="2" destOrd="0" presId="urn:microsoft.com/office/officeart/2008/layout/LinedList"/>
    <dgm:cxn modelId="{4B19A6B0-2EED-6F46-AE6E-B6E831DAC551}" type="presParOf" srcId="{D2DE3265-5271-644D-A66E-1D78C6AAE306}" destId="{0E70E4F3-3775-B648-9562-2D912753023A}" srcOrd="11" destOrd="0" presId="urn:microsoft.com/office/officeart/2008/layout/LinedList"/>
    <dgm:cxn modelId="{03E70541-9938-8C46-AEE3-C6D017291485}" type="presParOf" srcId="{D2DE3265-5271-644D-A66E-1D78C6AAE306}" destId="{EC18D290-C118-CD4C-8730-E3D7FCFE0F0A}" srcOrd="12" destOrd="0" presId="urn:microsoft.com/office/officeart/2008/layout/LinedList"/>
    <dgm:cxn modelId="{A1F10BAB-C5DD-2D44-8693-77B11F384720}" type="presParOf" srcId="{D2DE3265-5271-644D-A66E-1D78C6AAE306}" destId="{14CBC95F-C9A9-3B42-A965-0E901ED799F3}" srcOrd="13" destOrd="0" presId="urn:microsoft.com/office/officeart/2008/layout/LinedList"/>
    <dgm:cxn modelId="{7F7A1E18-78BB-0549-A7C9-66EB987F4A92}" type="presParOf" srcId="{14CBC95F-C9A9-3B42-A965-0E901ED799F3}" destId="{9557DBC4-6A6D-AA40-8F85-5E46F1B1F173}" srcOrd="0" destOrd="0" presId="urn:microsoft.com/office/officeart/2008/layout/LinedList"/>
    <dgm:cxn modelId="{13D76E90-B38F-0042-9BC6-F726EB50D393}" type="presParOf" srcId="{14CBC95F-C9A9-3B42-A965-0E901ED799F3}" destId="{8C028D7E-28EF-0F45-9B37-9C8320F4900A}" srcOrd="1" destOrd="0" presId="urn:microsoft.com/office/officeart/2008/layout/LinedList"/>
    <dgm:cxn modelId="{33079A11-CE88-F545-B136-CE2366FB5EF1}" type="presParOf" srcId="{14CBC95F-C9A9-3B42-A965-0E901ED799F3}" destId="{B0356559-E8C1-2C43-B46E-CA6AE622F2C4}" srcOrd="2" destOrd="0" presId="urn:microsoft.com/office/officeart/2008/layout/LinedList"/>
    <dgm:cxn modelId="{9755B19D-9A9F-C64B-874E-C2B9F3AD17CE}" type="presParOf" srcId="{D2DE3265-5271-644D-A66E-1D78C6AAE306}" destId="{3806C3AF-D75F-8C4A-93F0-88E73AC2CC7F}" srcOrd="14" destOrd="0" presId="urn:microsoft.com/office/officeart/2008/layout/LinedList"/>
    <dgm:cxn modelId="{C9BDB8F5-2372-1242-9FED-F5033D27CE51}" type="presParOf" srcId="{D2DE3265-5271-644D-A66E-1D78C6AAE306}" destId="{3F6DA88F-64E5-7649-9DA4-B083CFE73134}" srcOrd="15" destOrd="0" presId="urn:microsoft.com/office/officeart/2008/layout/LinedList"/>
    <dgm:cxn modelId="{CE2B9783-2B67-7145-AD76-4F65BE590B24}" type="presParOf" srcId="{D2DE3265-5271-644D-A66E-1D78C6AAE306}" destId="{550D7BA3-0F8F-0F40-B0B5-6925A5F284D3}" srcOrd="16" destOrd="0" presId="urn:microsoft.com/office/officeart/2008/layout/LinedList"/>
    <dgm:cxn modelId="{2B45C404-54B9-0C45-B4E1-305B611A3BE6}" type="presParOf" srcId="{550D7BA3-0F8F-0F40-B0B5-6925A5F284D3}" destId="{A10D4DD1-B3D2-3D43-9671-B26946471960}" srcOrd="0" destOrd="0" presId="urn:microsoft.com/office/officeart/2008/layout/LinedList"/>
    <dgm:cxn modelId="{59FF96EC-DFF7-A84C-A1D6-31B653F64086}" type="presParOf" srcId="{550D7BA3-0F8F-0F40-B0B5-6925A5F284D3}" destId="{9898BA3D-C8C7-F941-A0EB-E19BAB15A86D}" srcOrd="1" destOrd="0" presId="urn:microsoft.com/office/officeart/2008/layout/LinedList"/>
    <dgm:cxn modelId="{917E40B5-CC5F-7643-B007-EBE9357FE0B1}" type="presParOf" srcId="{550D7BA3-0F8F-0F40-B0B5-6925A5F284D3}" destId="{37558138-632B-F248-983D-8C73C0C91EB5}" srcOrd="2" destOrd="0" presId="urn:microsoft.com/office/officeart/2008/layout/LinedList"/>
    <dgm:cxn modelId="{2D229AE5-5FF9-4D42-B15B-120E01382427}" type="presParOf" srcId="{D2DE3265-5271-644D-A66E-1D78C6AAE306}" destId="{FD61E311-FAFE-DE46-9943-AE0855432D7E}" srcOrd="17" destOrd="0" presId="urn:microsoft.com/office/officeart/2008/layout/LinedList"/>
    <dgm:cxn modelId="{67CA14D4-0484-1645-9B5D-DC64AC253308}" type="presParOf" srcId="{D2DE3265-5271-644D-A66E-1D78C6AAE306}" destId="{F66B3DA2-4B92-AF4B-BC3C-D25F4858995E}" srcOrd="18"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4AA802D-07F8-EE4B-9575-9463FA6A7F1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kumimoji="1" lang="ja-JP" altLang="en-US"/>
        </a:p>
      </dgm:t>
    </dgm:pt>
    <dgm:pt modelId="{99A7358A-7D56-2743-B31C-3255C5B94C76}">
      <dgm:prSet/>
      <dgm:spPr/>
      <dgm:t>
        <a:bodyPr/>
        <a:lstStyle/>
        <a:p>
          <a:r>
            <a:rPr kumimoji="1" lang="ja-JP" altLang="en-US"/>
            <a:t>・</a:t>
          </a:r>
          <a:r>
            <a:rPr kumimoji="1" lang="ja-JP"/>
            <a:t>これまでハラスメントの判断は </a:t>
          </a:r>
          <a:r>
            <a:rPr kumimoji="1" lang="ja-JP" b="1"/>
            <a:t>人間の主観</a:t>
          </a:r>
          <a:r>
            <a:rPr kumimoji="1" lang="ja-JP"/>
            <a:t>（感情・状況依存）</a:t>
          </a:r>
          <a:endParaRPr lang="ja-JP"/>
        </a:p>
      </dgm:t>
    </dgm:pt>
    <dgm:pt modelId="{0AA0C57F-CDF3-3345-B4EF-34F39CF511F0}" type="parTrans" cxnId="{9167F8CA-7293-404D-973A-1EA85A1C4DFC}">
      <dgm:prSet/>
      <dgm:spPr/>
      <dgm:t>
        <a:bodyPr/>
        <a:lstStyle/>
        <a:p>
          <a:endParaRPr kumimoji="1" lang="ja-JP" altLang="en-US"/>
        </a:p>
      </dgm:t>
    </dgm:pt>
    <dgm:pt modelId="{4F7D1C25-E0B6-A94B-93FE-85FC96CB83D5}" type="sibTrans" cxnId="{9167F8CA-7293-404D-973A-1EA85A1C4DFC}">
      <dgm:prSet/>
      <dgm:spPr/>
      <dgm:t>
        <a:bodyPr/>
        <a:lstStyle/>
        <a:p>
          <a:endParaRPr kumimoji="1" lang="ja-JP" altLang="en-US"/>
        </a:p>
      </dgm:t>
    </dgm:pt>
    <dgm:pt modelId="{B72BA20D-41AA-4845-91C5-0753E7AC54FF}">
      <dgm:prSet/>
      <dgm:spPr/>
      <dgm:t>
        <a:bodyPr/>
        <a:lstStyle/>
        <a:p>
          <a:r>
            <a:rPr kumimoji="1" lang="ja-JP" altLang="en-US"/>
            <a:t>・</a:t>
          </a:r>
          <a:r>
            <a:rPr kumimoji="1" lang="ja-JP"/>
            <a:t>音声</a:t>
          </a:r>
          <a:r>
            <a:rPr kumimoji="1" lang="en-US" dirty="0"/>
            <a:t>AI</a:t>
          </a:r>
          <a:r>
            <a:rPr kumimoji="1" lang="ja-JP"/>
            <a:t>は「内容文字起こし」はできても</a:t>
          </a:r>
          <a:r>
            <a:rPr kumimoji="1" lang="ja-JP" b="1"/>
            <a:t>行動構造（支配性・威圧性・継続性）を数値化する技術が存在しない</a:t>
          </a:r>
          <a:endParaRPr lang="ja-JP"/>
        </a:p>
      </dgm:t>
    </dgm:pt>
    <dgm:pt modelId="{D534C097-8258-C546-AF4B-995D1841089F}" type="parTrans" cxnId="{F0C0249A-C555-3142-B445-4A0308441266}">
      <dgm:prSet/>
      <dgm:spPr/>
      <dgm:t>
        <a:bodyPr/>
        <a:lstStyle/>
        <a:p>
          <a:endParaRPr kumimoji="1" lang="ja-JP" altLang="en-US"/>
        </a:p>
      </dgm:t>
    </dgm:pt>
    <dgm:pt modelId="{B00E7CF3-5386-0648-B221-7BF7C49B6368}" type="sibTrans" cxnId="{F0C0249A-C555-3142-B445-4A0308441266}">
      <dgm:prSet/>
      <dgm:spPr/>
      <dgm:t>
        <a:bodyPr/>
        <a:lstStyle/>
        <a:p>
          <a:endParaRPr kumimoji="1" lang="ja-JP" altLang="en-US"/>
        </a:p>
      </dgm:t>
    </dgm:pt>
    <dgm:pt modelId="{6F955596-3FA6-1643-AE68-0FDA2ADD5E99}">
      <dgm:prSet/>
      <dgm:spPr/>
      <dgm:t>
        <a:bodyPr/>
        <a:lstStyle/>
        <a:p>
          <a:r>
            <a:rPr kumimoji="1" lang="ja-JP" altLang="en-US"/>
            <a:t>・</a:t>
          </a:r>
          <a:r>
            <a:rPr kumimoji="1" lang="ja-JP"/>
            <a:t>既存の“攻撃性検知”は言語中心で、</a:t>
          </a:r>
          <a:r>
            <a:rPr kumimoji="1" lang="ja-JP" b="1"/>
            <a:t>音声特徴 </a:t>
          </a:r>
          <a:r>
            <a:rPr kumimoji="1" lang="en-US" b="1" dirty="0"/>
            <a:t>+ </a:t>
          </a:r>
          <a:r>
            <a:rPr kumimoji="1" lang="ja-JP" b="1"/>
            <a:t>会話構造 </a:t>
          </a:r>
          <a:r>
            <a:rPr kumimoji="1" lang="en-US" b="1" dirty="0"/>
            <a:t>+ </a:t>
          </a:r>
          <a:r>
            <a:rPr kumimoji="1" lang="ja-JP" b="1"/>
            <a:t>文脈</a:t>
          </a:r>
          <a:r>
            <a:rPr kumimoji="1" lang="ja-JP"/>
            <a:t> を統合した例はない</a:t>
          </a:r>
          <a:endParaRPr lang="ja-JP"/>
        </a:p>
      </dgm:t>
    </dgm:pt>
    <dgm:pt modelId="{6242356E-8DA0-B24D-B535-7ABABD43760F}" type="parTrans" cxnId="{168FE79F-A585-4748-BB5D-190FD0E8628D}">
      <dgm:prSet/>
      <dgm:spPr/>
      <dgm:t>
        <a:bodyPr/>
        <a:lstStyle/>
        <a:p>
          <a:endParaRPr kumimoji="1" lang="ja-JP" altLang="en-US"/>
        </a:p>
      </dgm:t>
    </dgm:pt>
    <dgm:pt modelId="{2B7001DD-9790-9C46-A9CA-F2C3C3F294CD}" type="sibTrans" cxnId="{168FE79F-A585-4748-BB5D-190FD0E8628D}">
      <dgm:prSet/>
      <dgm:spPr/>
      <dgm:t>
        <a:bodyPr/>
        <a:lstStyle/>
        <a:p>
          <a:endParaRPr kumimoji="1" lang="ja-JP" altLang="en-US"/>
        </a:p>
      </dgm:t>
    </dgm:pt>
    <dgm:pt modelId="{4EB0AEF2-3471-4041-8E0C-36B6F444FB83}" type="pres">
      <dgm:prSet presAssocID="{84AA802D-07F8-EE4B-9575-9463FA6A7F11}" presName="vert0" presStyleCnt="0">
        <dgm:presLayoutVars>
          <dgm:dir/>
          <dgm:animOne val="branch"/>
          <dgm:animLvl val="lvl"/>
        </dgm:presLayoutVars>
      </dgm:prSet>
      <dgm:spPr/>
    </dgm:pt>
    <dgm:pt modelId="{B3DE4770-2426-464B-B532-5D600A15E0AB}" type="pres">
      <dgm:prSet presAssocID="{99A7358A-7D56-2743-B31C-3255C5B94C76}" presName="thickLine" presStyleLbl="alignNode1" presStyleIdx="0" presStyleCnt="3"/>
      <dgm:spPr/>
    </dgm:pt>
    <dgm:pt modelId="{4333A3FA-3469-A743-8DB1-86035E86714A}" type="pres">
      <dgm:prSet presAssocID="{99A7358A-7D56-2743-B31C-3255C5B94C76}" presName="horz1" presStyleCnt="0"/>
      <dgm:spPr/>
    </dgm:pt>
    <dgm:pt modelId="{B34AE897-BF14-6A4F-BD69-2D2B80764151}" type="pres">
      <dgm:prSet presAssocID="{99A7358A-7D56-2743-B31C-3255C5B94C76}" presName="tx1" presStyleLbl="revTx" presStyleIdx="0" presStyleCnt="3"/>
      <dgm:spPr/>
    </dgm:pt>
    <dgm:pt modelId="{1AB7E524-674B-3B4C-8A63-876DAAA5F69B}" type="pres">
      <dgm:prSet presAssocID="{99A7358A-7D56-2743-B31C-3255C5B94C76}" presName="vert1" presStyleCnt="0"/>
      <dgm:spPr/>
    </dgm:pt>
    <dgm:pt modelId="{8BE6253D-358A-5F46-AA21-E8EC724D0681}" type="pres">
      <dgm:prSet presAssocID="{B72BA20D-41AA-4845-91C5-0753E7AC54FF}" presName="thickLine" presStyleLbl="alignNode1" presStyleIdx="1" presStyleCnt="3"/>
      <dgm:spPr/>
    </dgm:pt>
    <dgm:pt modelId="{8CE5618D-D03E-6C45-883F-93A17AADC030}" type="pres">
      <dgm:prSet presAssocID="{B72BA20D-41AA-4845-91C5-0753E7AC54FF}" presName="horz1" presStyleCnt="0"/>
      <dgm:spPr/>
    </dgm:pt>
    <dgm:pt modelId="{6C7C9F13-BA70-1545-81F0-A86953C81028}" type="pres">
      <dgm:prSet presAssocID="{B72BA20D-41AA-4845-91C5-0753E7AC54FF}" presName="tx1" presStyleLbl="revTx" presStyleIdx="1" presStyleCnt="3"/>
      <dgm:spPr/>
    </dgm:pt>
    <dgm:pt modelId="{C74B23B1-6B39-9D49-866C-1DD6F1BC7DB8}" type="pres">
      <dgm:prSet presAssocID="{B72BA20D-41AA-4845-91C5-0753E7AC54FF}" presName="vert1" presStyleCnt="0"/>
      <dgm:spPr/>
    </dgm:pt>
    <dgm:pt modelId="{AA3C5AFC-5F11-3146-9D77-F62875166060}" type="pres">
      <dgm:prSet presAssocID="{6F955596-3FA6-1643-AE68-0FDA2ADD5E99}" presName="thickLine" presStyleLbl="alignNode1" presStyleIdx="2" presStyleCnt="3"/>
      <dgm:spPr/>
    </dgm:pt>
    <dgm:pt modelId="{02AD48EC-198C-7040-88DF-E84F1775AF6C}" type="pres">
      <dgm:prSet presAssocID="{6F955596-3FA6-1643-AE68-0FDA2ADD5E99}" presName="horz1" presStyleCnt="0"/>
      <dgm:spPr/>
    </dgm:pt>
    <dgm:pt modelId="{DA2D3A82-5945-8C4C-A15A-8F8EDF64B004}" type="pres">
      <dgm:prSet presAssocID="{6F955596-3FA6-1643-AE68-0FDA2ADD5E99}" presName="tx1" presStyleLbl="revTx" presStyleIdx="2" presStyleCnt="3"/>
      <dgm:spPr/>
    </dgm:pt>
    <dgm:pt modelId="{3F12CF76-9FAA-2949-9180-086F1F5F5F22}" type="pres">
      <dgm:prSet presAssocID="{6F955596-3FA6-1643-AE68-0FDA2ADD5E99}" presName="vert1" presStyleCnt="0"/>
      <dgm:spPr/>
    </dgm:pt>
  </dgm:ptLst>
  <dgm:cxnLst>
    <dgm:cxn modelId="{A3020A03-FEEA-8C4F-B239-B620844C6EB9}" type="presOf" srcId="{84AA802D-07F8-EE4B-9575-9463FA6A7F11}" destId="{4EB0AEF2-3471-4041-8E0C-36B6F444FB83}" srcOrd="0" destOrd="0" presId="urn:microsoft.com/office/officeart/2008/layout/LinedList"/>
    <dgm:cxn modelId="{B84B9A19-7555-4649-A216-81555DF5362A}" type="presOf" srcId="{B72BA20D-41AA-4845-91C5-0753E7AC54FF}" destId="{6C7C9F13-BA70-1545-81F0-A86953C81028}" srcOrd="0" destOrd="0" presId="urn:microsoft.com/office/officeart/2008/layout/LinedList"/>
    <dgm:cxn modelId="{F0C0249A-C555-3142-B445-4A0308441266}" srcId="{84AA802D-07F8-EE4B-9575-9463FA6A7F11}" destId="{B72BA20D-41AA-4845-91C5-0753E7AC54FF}" srcOrd="1" destOrd="0" parTransId="{D534C097-8258-C546-AF4B-995D1841089F}" sibTransId="{B00E7CF3-5386-0648-B221-7BF7C49B6368}"/>
    <dgm:cxn modelId="{168FE79F-A585-4748-BB5D-190FD0E8628D}" srcId="{84AA802D-07F8-EE4B-9575-9463FA6A7F11}" destId="{6F955596-3FA6-1643-AE68-0FDA2ADD5E99}" srcOrd="2" destOrd="0" parTransId="{6242356E-8DA0-B24D-B535-7ABABD43760F}" sibTransId="{2B7001DD-9790-9C46-A9CA-F2C3C3F294CD}"/>
    <dgm:cxn modelId="{7360BAC7-B9CC-794B-84B5-688F112449F9}" type="presOf" srcId="{6F955596-3FA6-1643-AE68-0FDA2ADD5E99}" destId="{DA2D3A82-5945-8C4C-A15A-8F8EDF64B004}" srcOrd="0" destOrd="0" presId="urn:microsoft.com/office/officeart/2008/layout/LinedList"/>
    <dgm:cxn modelId="{9167F8CA-7293-404D-973A-1EA85A1C4DFC}" srcId="{84AA802D-07F8-EE4B-9575-9463FA6A7F11}" destId="{99A7358A-7D56-2743-B31C-3255C5B94C76}" srcOrd="0" destOrd="0" parTransId="{0AA0C57F-CDF3-3345-B4EF-34F39CF511F0}" sibTransId="{4F7D1C25-E0B6-A94B-93FE-85FC96CB83D5}"/>
    <dgm:cxn modelId="{C5C5FAD4-3BCB-324E-A659-C3A64056814B}" type="presOf" srcId="{99A7358A-7D56-2743-B31C-3255C5B94C76}" destId="{B34AE897-BF14-6A4F-BD69-2D2B80764151}" srcOrd="0" destOrd="0" presId="urn:microsoft.com/office/officeart/2008/layout/LinedList"/>
    <dgm:cxn modelId="{C8BA12BC-274A-704D-82A6-B91E35C64160}" type="presParOf" srcId="{4EB0AEF2-3471-4041-8E0C-36B6F444FB83}" destId="{B3DE4770-2426-464B-B532-5D600A15E0AB}" srcOrd="0" destOrd="0" presId="urn:microsoft.com/office/officeart/2008/layout/LinedList"/>
    <dgm:cxn modelId="{62788AFB-45E9-F649-BC76-1F56A3976F75}" type="presParOf" srcId="{4EB0AEF2-3471-4041-8E0C-36B6F444FB83}" destId="{4333A3FA-3469-A743-8DB1-86035E86714A}" srcOrd="1" destOrd="0" presId="urn:microsoft.com/office/officeart/2008/layout/LinedList"/>
    <dgm:cxn modelId="{9DABBD6B-63AD-6C4B-9CD0-737438A351A4}" type="presParOf" srcId="{4333A3FA-3469-A743-8DB1-86035E86714A}" destId="{B34AE897-BF14-6A4F-BD69-2D2B80764151}" srcOrd="0" destOrd="0" presId="urn:microsoft.com/office/officeart/2008/layout/LinedList"/>
    <dgm:cxn modelId="{9DF56310-2FE8-8D48-97D4-A19DBC7E41E2}" type="presParOf" srcId="{4333A3FA-3469-A743-8DB1-86035E86714A}" destId="{1AB7E524-674B-3B4C-8A63-876DAAA5F69B}" srcOrd="1" destOrd="0" presId="urn:microsoft.com/office/officeart/2008/layout/LinedList"/>
    <dgm:cxn modelId="{D31AA712-F198-3347-9E16-329F05E9D9E3}" type="presParOf" srcId="{4EB0AEF2-3471-4041-8E0C-36B6F444FB83}" destId="{8BE6253D-358A-5F46-AA21-E8EC724D0681}" srcOrd="2" destOrd="0" presId="urn:microsoft.com/office/officeart/2008/layout/LinedList"/>
    <dgm:cxn modelId="{7DEBFA4F-FFD7-9649-9BC3-FC0CB9C22844}" type="presParOf" srcId="{4EB0AEF2-3471-4041-8E0C-36B6F444FB83}" destId="{8CE5618D-D03E-6C45-883F-93A17AADC030}" srcOrd="3" destOrd="0" presId="urn:microsoft.com/office/officeart/2008/layout/LinedList"/>
    <dgm:cxn modelId="{37364EF3-AAE1-7347-981B-6BC27DC4EBDE}" type="presParOf" srcId="{8CE5618D-D03E-6C45-883F-93A17AADC030}" destId="{6C7C9F13-BA70-1545-81F0-A86953C81028}" srcOrd="0" destOrd="0" presId="urn:microsoft.com/office/officeart/2008/layout/LinedList"/>
    <dgm:cxn modelId="{99D9C5CD-4952-024F-AC64-477540278417}" type="presParOf" srcId="{8CE5618D-D03E-6C45-883F-93A17AADC030}" destId="{C74B23B1-6B39-9D49-866C-1DD6F1BC7DB8}" srcOrd="1" destOrd="0" presId="urn:microsoft.com/office/officeart/2008/layout/LinedList"/>
    <dgm:cxn modelId="{94429CDC-A4DA-5749-986C-73F7023CDAF0}" type="presParOf" srcId="{4EB0AEF2-3471-4041-8E0C-36B6F444FB83}" destId="{AA3C5AFC-5F11-3146-9D77-F62875166060}" srcOrd="4" destOrd="0" presId="urn:microsoft.com/office/officeart/2008/layout/LinedList"/>
    <dgm:cxn modelId="{F59EB2F8-3781-244F-9633-329F9FE104C9}" type="presParOf" srcId="{4EB0AEF2-3471-4041-8E0C-36B6F444FB83}" destId="{02AD48EC-198C-7040-88DF-E84F1775AF6C}" srcOrd="5" destOrd="0" presId="urn:microsoft.com/office/officeart/2008/layout/LinedList"/>
    <dgm:cxn modelId="{25183FD4-0068-994B-8656-88100F37DB2F}" type="presParOf" srcId="{02AD48EC-198C-7040-88DF-E84F1775AF6C}" destId="{DA2D3A82-5945-8C4C-A15A-8F8EDF64B004}" srcOrd="0" destOrd="0" presId="urn:microsoft.com/office/officeart/2008/layout/LinedList"/>
    <dgm:cxn modelId="{E91A851A-7E84-634F-8858-7D9F4DCB3011}" type="presParOf" srcId="{02AD48EC-198C-7040-88DF-E84F1775AF6C}" destId="{3F12CF76-9FAA-2949-9180-086F1F5F5F2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529618D-51C3-D541-BD57-05A5B218DC45}"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kumimoji="1" lang="ja-JP" altLang="en-US"/>
        </a:p>
      </dgm:t>
    </dgm:pt>
    <dgm:pt modelId="{CF2E489F-50B2-804E-B4D2-D5EC3C08B33A}">
      <dgm:prSet/>
      <dgm:spPr/>
      <dgm:t>
        <a:bodyPr/>
        <a:lstStyle/>
        <a:p>
          <a:r>
            <a:rPr kumimoji="1" lang="ja-JP" b="1"/>
            <a:t>① 音声攻撃性モデル（</a:t>
          </a:r>
          <a:r>
            <a:rPr kumimoji="1" lang="en-US" b="1" dirty="0"/>
            <a:t>Acoustic Aggression Index</a:t>
          </a:r>
          <a:r>
            <a:rPr kumimoji="1" lang="ja-JP" b="1"/>
            <a:t>）</a:t>
          </a:r>
          <a:r>
            <a:rPr kumimoji="1" lang="ja-JP" altLang="en-US" b="1"/>
            <a:t>＝</a:t>
          </a:r>
          <a:r>
            <a:rPr kumimoji="1" lang="en-US" altLang="ja-JP" b="1" dirty="0"/>
            <a:t>A</a:t>
          </a:r>
          <a:endParaRPr lang="ja-JP"/>
        </a:p>
      </dgm:t>
    </dgm:pt>
    <dgm:pt modelId="{D6CA9FDE-F585-C54B-8E1C-10E8182FC9A3}" type="parTrans" cxnId="{33007DF7-1D96-2F45-A686-A98F2279593F}">
      <dgm:prSet/>
      <dgm:spPr/>
      <dgm:t>
        <a:bodyPr/>
        <a:lstStyle/>
        <a:p>
          <a:endParaRPr kumimoji="1" lang="ja-JP" altLang="en-US"/>
        </a:p>
      </dgm:t>
    </dgm:pt>
    <dgm:pt modelId="{DB1D0D19-6B1A-1545-9F9F-A92F477437C7}" type="sibTrans" cxnId="{33007DF7-1D96-2F45-A686-A98F2279593F}">
      <dgm:prSet/>
      <dgm:spPr/>
      <dgm:t>
        <a:bodyPr/>
        <a:lstStyle/>
        <a:p>
          <a:endParaRPr kumimoji="1" lang="ja-JP" altLang="en-US"/>
        </a:p>
      </dgm:t>
    </dgm:pt>
    <dgm:pt modelId="{C24FFB8C-4FE1-0648-B08E-7969D3770F81}">
      <dgm:prSet/>
      <dgm:spPr/>
      <dgm:t>
        <a:bodyPr/>
        <a:lstStyle/>
        <a:p>
          <a:r>
            <a:rPr kumimoji="1" lang="ja-JP"/>
            <a:t>音響特徴（音量ピーク、ピッチ変動、声帯テンション）</a:t>
          </a:r>
          <a:endParaRPr lang="ja-JP"/>
        </a:p>
      </dgm:t>
    </dgm:pt>
    <dgm:pt modelId="{F8174124-E681-474F-9878-EC8DFBB5A3C3}" type="parTrans" cxnId="{AEF7F10F-B5C4-7445-958E-F1BF793CCACC}">
      <dgm:prSet/>
      <dgm:spPr/>
      <dgm:t>
        <a:bodyPr/>
        <a:lstStyle/>
        <a:p>
          <a:endParaRPr kumimoji="1" lang="ja-JP" altLang="en-US"/>
        </a:p>
      </dgm:t>
    </dgm:pt>
    <dgm:pt modelId="{E147CEEE-6452-0846-8A57-898D2DF44F8D}" type="sibTrans" cxnId="{AEF7F10F-B5C4-7445-958E-F1BF793CCACC}">
      <dgm:prSet/>
      <dgm:spPr/>
      <dgm:t>
        <a:bodyPr/>
        <a:lstStyle/>
        <a:p>
          <a:endParaRPr kumimoji="1" lang="ja-JP" altLang="en-US"/>
        </a:p>
      </dgm:t>
    </dgm:pt>
    <dgm:pt modelId="{930E9D45-8A96-8742-808F-A9D32C7E97EE}">
      <dgm:prSet/>
      <dgm:spPr/>
      <dgm:t>
        <a:bodyPr/>
        <a:lstStyle/>
        <a:p>
          <a:r>
            <a:rPr kumimoji="1" lang="ja-JP"/>
            <a:t>威圧・怒鳴りを </a:t>
          </a:r>
          <a:r>
            <a:rPr kumimoji="1" lang="ja-JP" b="1"/>
            <a:t>発話ごとに </a:t>
          </a:r>
          <a:r>
            <a:rPr kumimoji="1" lang="en-US" b="1" dirty="0"/>
            <a:t>0〜100</a:t>
          </a:r>
          <a:r>
            <a:rPr kumimoji="1" lang="ja-JP" b="1"/>
            <a:t>スコア化</a:t>
          </a:r>
          <a:endParaRPr lang="ja-JP"/>
        </a:p>
      </dgm:t>
    </dgm:pt>
    <dgm:pt modelId="{2627CCD1-2AE8-9244-B053-64957ED50732}" type="parTrans" cxnId="{B515B674-7865-084C-BCEC-6543239392CF}">
      <dgm:prSet/>
      <dgm:spPr/>
      <dgm:t>
        <a:bodyPr/>
        <a:lstStyle/>
        <a:p>
          <a:endParaRPr kumimoji="1" lang="ja-JP" altLang="en-US"/>
        </a:p>
      </dgm:t>
    </dgm:pt>
    <dgm:pt modelId="{714923D1-C092-3A4E-BCFC-F1DC622CCBF0}" type="sibTrans" cxnId="{B515B674-7865-084C-BCEC-6543239392CF}">
      <dgm:prSet/>
      <dgm:spPr/>
      <dgm:t>
        <a:bodyPr/>
        <a:lstStyle/>
        <a:p>
          <a:endParaRPr kumimoji="1" lang="ja-JP" altLang="en-US"/>
        </a:p>
      </dgm:t>
    </dgm:pt>
    <dgm:pt modelId="{0B85DD15-03BE-8B4F-A510-997B6C71437D}">
      <dgm:prSet/>
      <dgm:spPr/>
      <dgm:t>
        <a:bodyPr/>
        <a:lstStyle/>
        <a:p>
          <a:r>
            <a:rPr kumimoji="1" lang="ja-JP" b="1"/>
            <a:t>② 会話支配構造モデル（</a:t>
          </a:r>
          <a:r>
            <a:rPr kumimoji="1" lang="en-US" b="1" dirty="0"/>
            <a:t>Dominance Structure Model</a:t>
          </a:r>
          <a:r>
            <a:rPr kumimoji="1" lang="ja-JP" b="1"/>
            <a:t>）</a:t>
          </a:r>
          <a:r>
            <a:rPr kumimoji="1" lang="ja-JP" altLang="en-US" b="1"/>
            <a:t>＝</a:t>
          </a:r>
          <a:r>
            <a:rPr kumimoji="1" lang="en-US" altLang="ja-JP" b="1" dirty="0"/>
            <a:t>D</a:t>
          </a:r>
          <a:endParaRPr lang="ja-JP"/>
        </a:p>
      </dgm:t>
    </dgm:pt>
    <dgm:pt modelId="{62FEAD4F-6D44-8840-BF89-D0D6214A19BB}" type="parTrans" cxnId="{7358E483-E9D1-864B-9FC2-F393F1297BA2}">
      <dgm:prSet/>
      <dgm:spPr/>
      <dgm:t>
        <a:bodyPr/>
        <a:lstStyle/>
        <a:p>
          <a:endParaRPr kumimoji="1" lang="ja-JP" altLang="en-US"/>
        </a:p>
      </dgm:t>
    </dgm:pt>
    <dgm:pt modelId="{8DEFEE5A-8399-2646-BFF2-5A00C91EE6BF}" type="sibTrans" cxnId="{7358E483-E9D1-864B-9FC2-F393F1297BA2}">
      <dgm:prSet/>
      <dgm:spPr/>
      <dgm:t>
        <a:bodyPr/>
        <a:lstStyle/>
        <a:p>
          <a:endParaRPr kumimoji="1" lang="ja-JP" altLang="en-US"/>
        </a:p>
      </dgm:t>
    </dgm:pt>
    <dgm:pt modelId="{8FE6B8F1-908A-CD41-BE1A-C066C57F4FD2}">
      <dgm:prSet/>
      <dgm:spPr/>
      <dgm:t>
        <a:bodyPr/>
        <a:lstStyle/>
        <a:p>
          <a:r>
            <a:rPr kumimoji="1" lang="ja-JP"/>
            <a:t>発話ターン占有率</a:t>
          </a:r>
          <a:endParaRPr lang="ja-JP"/>
        </a:p>
      </dgm:t>
    </dgm:pt>
    <dgm:pt modelId="{D28BF3C4-57DD-024A-937C-5C6F814ECC00}" type="parTrans" cxnId="{CEE59710-FB58-5A4B-A88A-78A7D709AD99}">
      <dgm:prSet/>
      <dgm:spPr/>
      <dgm:t>
        <a:bodyPr/>
        <a:lstStyle/>
        <a:p>
          <a:endParaRPr kumimoji="1" lang="ja-JP" altLang="en-US"/>
        </a:p>
      </dgm:t>
    </dgm:pt>
    <dgm:pt modelId="{A7C194D5-3789-CF4F-8C9F-35B6B8418BC8}" type="sibTrans" cxnId="{CEE59710-FB58-5A4B-A88A-78A7D709AD99}">
      <dgm:prSet/>
      <dgm:spPr/>
      <dgm:t>
        <a:bodyPr/>
        <a:lstStyle/>
        <a:p>
          <a:endParaRPr kumimoji="1" lang="ja-JP" altLang="en-US"/>
        </a:p>
      </dgm:t>
    </dgm:pt>
    <dgm:pt modelId="{9DB9EAA4-E761-9643-94BE-872D58728D76}">
      <dgm:prSet/>
      <dgm:spPr/>
      <dgm:t>
        <a:bodyPr/>
        <a:lstStyle/>
        <a:p>
          <a:r>
            <a:rPr kumimoji="1" lang="ja-JP"/>
            <a:t>割り込み頻度</a:t>
          </a:r>
          <a:endParaRPr lang="ja-JP"/>
        </a:p>
      </dgm:t>
    </dgm:pt>
    <dgm:pt modelId="{1B322DD8-12FB-5A4D-ABE9-323AB4026830}" type="parTrans" cxnId="{DD1B2570-FF09-7242-ADD6-7297E826EE99}">
      <dgm:prSet/>
      <dgm:spPr/>
      <dgm:t>
        <a:bodyPr/>
        <a:lstStyle/>
        <a:p>
          <a:endParaRPr kumimoji="1" lang="ja-JP" altLang="en-US"/>
        </a:p>
      </dgm:t>
    </dgm:pt>
    <dgm:pt modelId="{8F2AEFC5-43F2-2E43-AA28-15506E2EC1D6}" type="sibTrans" cxnId="{DD1B2570-FF09-7242-ADD6-7297E826EE99}">
      <dgm:prSet/>
      <dgm:spPr/>
      <dgm:t>
        <a:bodyPr/>
        <a:lstStyle/>
        <a:p>
          <a:endParaRPr kumimoji="1" lang="ja-JP" altLang="en-US"/>
        </a:p>
      </dgm:t>
    </dgm:pt>
    <dgm:pt modelId="{56C373AB-60E0-FC43-982E-7FF968CC9730}">
      <dgm:prSet/>
      <dgm:spPr/>
      <dgm:t>
        <a:bodyPr/>
        <a:lstStyle/>
        <a:p>
          <a:r>
            <a:rPr kumimoji="1" lang="ja-JP"/>
            <a:t>否定／命令の反復</a:t>
          </a:r>
          <a:endParaRPr lang="ja-JP"/>
        </a:p>
      </dgm:t>
    </dgm:pt>
    <dgm:pt modelId="{F6B51019-998F-A941-BE85-A2F76BB57FE0}" type="parTrans" cxnId="{E8F4E3A5-B118-F040-B033-7F8C2C50D9CD}">
      <dgm:prSet/>
      <dgm:spPr/>
      <dgm:t>
        <a:bodyPr/>
        <a:lstStyle/>
        <a:p>
          <a:endParaRPr kumimoji="1" lang="ja-JP" altLang="en-US"/>
        </a:p>
      </dgm:t>
    </dgm:pt>
    <dgm:pt modelId="{1F7AEC06-B1B7-3D4A-B2D9-40D60AD437FE}" type="sibTrans" cxnId="{E8F4E3A5-B118-F040-B033-7F8C2C50D9CD}">
      <dgm:prSet/>
      <dgm:spPr/>
      <dgm:t>
        <a:bodyPr/>
        <a:lstStyle/>
        <a:p>
          <a:endParaRPr kumimoji="1" lang="ja-JP" altLang="en-US"/>
        </a:p>
      </dgm:t>
    </dgm:pt>
    <dgm:pt modelId="{4F8F16A7-0E71-064E-8247-CBA17E1BD2C3}">
      <dgm:prSet/>
      <dgm:spPr/>
      <dgm:t>
        <a:bodyPr/>
        <a:lstStyle/>
        <a:p>
          <a:r>
            <a:rPr kumimoji="1" lang="ja-JP"/>
            <a:t>対話の“力の非対称性”を解析</a:t>
          </a:r>
          <a:br>
            <a:rPr kumimoji="1" lang="en-US" altLang="ja-JP" dirty="0"/>
          </a:br>
          <a:r>
            <a:rPr kumimoji="1" lang="ja-JP" altLang="en-US"/>
            <a:t>し</a:t>
          </a:r>
          <a:r>
            <a:rPr kumimoji="1" lang="en-US" altLang="ja-JP" b="1" dirty="0"/>
            <a:t>0〜100</a:t>
          </a:r>
          <a:r>
            <a:rPr kumimoji="1" lang="ja-JP" altLang="en-US" b="1"/>
            <a:t>スコア化</a:t>
          </a:r>
          <a:endParaRPr lang="ja-JP" b="1"/>
        </a:p>
      </dgm:t>
    </dgm:pt>
    <dgm:pt modelId="{E2C8FFE8-4E1D-5241-A7E3-CF3DEB9EDDDE}" type="parTrans" cxnId="{F69F518D-4D8B-9C4B-9AF7-5AED18C28519}">
      <dgm:prSet/>
      <dgm:spPr/>
      <dgm:t>
        <a:bodyPr/>
        <a:lstStyle/>
        <a:p>
          <a:endParaRPr kumimoji="1" lang="ja-JP" altLang="en-US"/>
        </a:p>
      </dgm:t>
    </dgm:pt>
    <dgm:pt modelId="{34EB952A-025C-6049-8B5F-BE78E6A6A79E}" type="sibTrans" cxnId="{F69F518D-4D8B-9C4B-9AF7-5AED18C28519}">
      <dgm:prSet/>
      <dgm:spPr/>
      <dgm:t>
        <a:bodyPr/>
        <a:lstStyle/>
        <a:p>
          <a:endParaRPr kumimoji="1" lang="ja-JP" altLang="en-US"/>
        </a:p>
      </dgm:t>
    </dgm:pt>
    <dgm:pt modelId="{3A03B871-57D9-584C-A006-79237330AC07}">
      <dgm:prSet custT="1"/>
      <dgm:spPr/>
      <dgm:t>
        <a:bodyPr/>
        <a:lstStyle/>
        <a:p>
          <a:r>
            <a:rPr lang="ja-JP" altLang="en-US" sz="1300" b="1"/>
            <a:t>③</a:t>
          </a:r>
          <a:r>
            <a:rPr lang="en-US" altLang="ja-JP" sz="1300" b="1" dirty="0"/>
            <a:t> </a:t>
          </a:r>
          <a:r>
            <a:rPr lang="ja-JP" altLang="en-US" sz="1300" b="1"/>
            <a:t>言語攻撃性</a:t>
          </a:r>
          <a:r>
            <a:rPr lang="en-US" altLang="ja-JP" sz="1300" b="1" dirty="0"/>
            <a:t>(Language  Aggression Model)</a:t>
          </a:r>
          <a:r>
            <a:rPr lang="ja-JP" altLang="en-US" sz="1300" b="1"/>
            <a:t>　＝</a:t>
          </a:r>
          <a:r>
            <a:rPr lang="en-US" altLang="ja-JP" sz="1300" b="1" dirty="0"/>
            <a:t>L</a:t>
          </a:r>
        </a:p>
        <a:p>
          <a:r>
            <a:rPr lang="ja-JP" altLang="en-US" sz="1200" b="0"/>
            <a:t>・侮辱語</a:t>
          </a:r>
          <a:r>
            <a:rPr lang="en-US" altLang="ja-JP" sz="1200" b="0" dirty="0"/>
            <a:t>/</a:t>
          </a:r>
          <a:r>
            <a:rPr lang="ja-JP" altLang="en-US" sz="1200" b="0"/>
            <a:t>脅迫語を用いた攻撃性</a:t>
          </a:r>
          <a:br>
            <a:rPr lang="en-US" altLang="ja-JP" sz="1200" b="0" dirty="0"/>
          </a:br>
          <a:r>
            <a:rPr lang="ja-JP" altLang="en-US" sz="1200" b="0"/>
            <a:t>・人格否定・能力否定パターン</a:t>
          </a:r>
          <a:br>
            <a:rPr lang="en-US" altLang="ja-JP" sz="1200" b="0" dirty="0"/>
          </a:br>
          <a:r>
            <a:rPr lang="ja-JP" altLang="en-US" sz="1200" b="0"/>
            <a:t>・個人攻撃度の推定</a:t>
          </a:r>
          <a:endParaRPr lang="en-US" altLang="ja-JP" sz="1200" b="0" dirty="0"/>
        </a:p>
        <a:p>
          <a:r>
            <a:rPr kumimoji="1" lang="en-US" sz="1200" b="1" dirty="0"/>
            <a:t>・</a:t>
          </a:r>
          <a:r>
            <a:rPr kumimoji="1" lang="en-US" sz="1200" b="0" dirty="0"/>
            <a:t>Whisper</a:t>
          </a:r>
          <a:r>
            <a:rPr kumimoji="1" lang="ja-JP" sz="1200" b="0"/>
            <a:t>ベースの </a:t>
          </a:r>
          <a:r>
            <a:rPr kumimoji="1" lang="en-US" sz="1200" b="0" dirty="0"/>
            <a:t>ASR </a:t>
          </a:r>
          <a:r>
            <a:rPr kumimoji="1" lang="ja-JP" sz="1200" b="0"/>
            <a:t>を </a:t>
          </a:r>
          <a:r>
            <a:rPr kumimoji="1" lang="en-US" sz="1200" b="0" dirty="0"/>
            <a:t>4bit</a:t>
          </a:r>
          <a:r>
            <a:rPr kumimoji="1" lang="ja-JP" sz="1200" b="0"/>
            <a:t>量子化</a:t>
          </a:r>
          <a:r>
            <a:rPr kumimoji="1" lang="ja-JP" altLang="en-US" sz="1200" b="0"/>
            <a:t>で高速オンデバイス分析</a:t>
          </a:r>
          <a:br>
            <a:rPr lang="en-US" altLang="ja-JP" sz="1200" b="0" dirty="0"/>
          </a:br>
          <a:r>
            <a:rPr lang="ja-JP" altLang="en-US" sz="1200" b="0"/>
            <a:t>・評価を総合し</a:t>
          </a:r>
          <a:r>
            <a:rPr lang="en-US" altLang="ja-JP" sz="1200" b="1" dirty="0"/>
            <a:t>0〜100</a:t>
          </a:r>
          <a:r>
            <a:rPr lang="ja-JP" altLang="en-US" sz="1200" b="1"/>
            <a:t>スコア化</a:t>
          </a:r>
          <a:endParaRPr lang="en-US" altLang="ja-JP" sz="1200" b="1" dirty="0"/>
        </a:p>
      </dgm:t>
    </dgm:pt>
    <dgm:pt modelId="{6202CB85-C43D-2343-B2F8-60A9C4C4F32D}" type="parTrans" cxnId="{45BF20E0-E5CC-C345-9D5F-B84BBE067771}">
      <dgm:prSet/>
      <dgm:spPr/>
      <dgm:t>
        <a:bodyPr/>
        <a:lstStyle/>
        <a:p>
          <a:endParaRPr kumimoji="1" lang="ja-JP" altLang="en-US"/>
        </a:p>
      </dgm:t>
    </dgm:pt>
    <dgm:pt modelId="{48095983-B6A7-9644-899C-475820C62CF8}" type="sibTrans" cxnId="{45BF20E0-E5CC-C345-9D5F-B84BBE067771}">
      <dgm:prSet/>
      <dgm:spPr/>
      <dgm:t>
        <a:bodyPr/>
        <a:lstStyle/>
        <a:p>
          <a:endParaRPr kumimoji="1" lang="ja-JP" altLang="en-US"/>
        </a:p>
      </dgm:t>
    </dgm:pt>
    <dgm:pt modelId="{DADDD38D-7DF8-674B-B839-7F2724FEDF60}" type="pres">
      <dgm:prSet presAssocID="{3529618D-51C3-D541-BD57-05A5B218DC45}" presName="compositeShape" presStyleCnt="0">
        <dgm:presLayoutVars>
          <dgm:chMax val="7"/>
          <dgm:dir/>
          <dgm:resizeHandles val="exact"/>
        </dgm:presLayoutVars>
      </dgm:prSet>
      <dgm:spPr/>
    </dgm:pt>
    <dgm:pt modelId="{02149E28-EB91-6047-A468-F2CE91D9795C}" type="pres">
      <dgm:prSet presAssocID="{CF2E489F-50B2-804E-B4D2-D5EC3C08B33A}" presName="circ1" presStyleLbl="vennNode1" presStyleIdx="0" presStyleCnt="3" custLinFactNeighborX="-1330" custLinFactNeighborY="-12412"/>
      <dgm:spPr/>
    </dgm:pt>
    <dgm:pt modelId="{FB4F52DB-0BFE-5F46-AA9D-215FDF954529}" type="pres">
      <dgm:prSet presAssocID="{CF2E489F-50B2-804E-B4D2-D5EC3C08B33A}" presName="circ1Tx" presStyleLbl="revTx" presStyleIdx="0" presStyleCnt="0">
        <dgm:presLayoutVars>
          <dgm:chMax val="0"/>
          <dgm:chPref val="0"/>
          <dgm:bulletEnabled val="1"/>
        </dgm:presLayoutVars>
      </dgm:prSet>
      <dgm:spPr/>
    </dgm:pt>
    <dgm:pt modelId="{B50DF1FC-53F5-B042-B9A4-D7025A422970}" type="pres">
      <dgm:prSet presAssocID="{0B85DD15-03BE-8B4F-A510-997B6C71437D}" presName="circ2" presStyleLbl="vennNode1" presStyleIdx="1" presStyleCnt="3" custLinFactNeighborX="6707" custLinFactNeighborY="8656"/>
      <dgm:spPr/>
    </dgm:pt>
    <dgm:pt modelId="{FC7DA322-7AFC-E245-9D37-6547BE8A08A8}" type="pres">
      <dgm:prSet presAssocID="{0B85DD15-03BE-8B4F-A510-997B6C71437D}" presName="circ2Tx" presStyleLbl="revTx" presStyleIdx="0" presStyleCnt="0">
        <dgm:presLayoutVars>
          <dgm:chMax val="0"/>
          <dgm:chPref val="0"/>
          <dgm:bulletEnabled val="1"/>
        </dgm:presLayoutVars>
      </dgm:prSet>
      <dgm:spPr/>
    </dgm:pt>
    <dgm:pt modelId="{6E4581BE-80E6-BE43-A518-FE12D16A418A}" type="pres">
      <dgm:prSet presAssocID="{3A03B871-57D9-584C-A006-79237330AC07}" presName="circ3" presStyleLbl="vennNode1" presStyleIdx="2" presStyleCnt="3" custLinFactNeighborX="-8451" custLinFactNeighborY="8656"/>
      <dgm:spPr/>
    </dgm:pt>
    <dgm:pt modelId="{6B44B47C-79CA-5647-A684-2342EB4A169B}" type="pres">
      <dgm:prSet presAssocID="{3A03B871-57D9-584C-A006-79237330AC07}" presName="circ3Tx" presStyleLbl="revTx" presStyleIdx="0" presStyleCnt="0">
        <dgm:presLayoutVars>
          <dgm:chMax val="0"/>
          <dgm:chPref val="0"/>
          <dgm:bulletEnabled val="1"/>
        </dgm:presLayoutVars>
      </dgm:prSet>
      <dgm:spPr/>
    </dgm:pt>
  </dgm:ptLst>
  <dgm:cxnLst>
    <dgm:cxn modelId="{EAF20D0E-345F-E54F-AC21-F4936503F021}" type="presOf" srcId="{3A03B871-57D9-584C-A006-79237330AC07}" destId="{6B44B47C-79CA-5647-A684-2342EB4A169B}" srcOrd="0" destOrd="0" presId="urn:microsoft.com/office/officeart/2005/8/layout/venn1"/>
    <dgm:cxn modelId="{AEF7F10F-B5C4-7445-958E-F1BF793CCACC}" srcId="{CF2E489F-50B2-804E-B4D2-D5EC3C08B33A}" destId="{C24FFB8C-4FE1-0648-B08E-7969D3770F81}" srcOrd="0" destOrd="0" parTransId="{F8174124-E681-474F-9878-EC8DFBB5A3C3}" sibTransId="{E147CEEE-6452-0846-8A57-898D2DF44F8D}"/>
    <dgm:cxn modelId="{CEE59710-FB58-5A4B-A88A-78A7D709AD99}" srcId="{0B85DD15-03BE-8B4F-A510-997B6C71437D}" destId="{8FE6B8F1-908A-CD41-BE1A-C066C57F4FD2}" srcOrd="0" destOrd="0" parTransId="{D28BF3C4-57DD-024A-937C-5C6F814ECC00}" sibTransId="{A7C194D5-3789-CF4F-8C9F-35B6B8418BC8}"/>
    <dgm:cxn modelId="{3A109F16-7617-EB49-A0A3-67C989A0F721}" type="presOf" srcId="{930E9D45-8A96-8742-808F-A9D32C7E97EE}" destId="{FB4F52DB-0BFE-5F46-AA9D-215FDF954529}" srcOrd="0" destOrd="2" presId="urn:microsoft.com/office/officeart/2005/8/layout/venn1"/>
    <dgm:cxn modelId="{B0193F2D-014D-9B48-AC1B-4AD29C07E9AC}" type="presOf" srcId="{56C373AB-60E0-FC43-982E-7FF968CC9730}" destId="{FC7DA322-7AFC-E245-9D37-6547BE8A08A8}" srcOrd="0" destOrd="3" presId="urn:microsoft.com/office/officeart/2005/8/layout/venn1"/>
    <dgm:cxn modelId="{EEF1C935-22A0-D846-A836-1254F742B371}" type="presOf" srcId="{4F8F16A7-0E71-064E-8247-CBA17E1BD2C3}" destId="{FC7DA322-7AFC-E245-9D37-6547BE8A08A8}" srcOrd="0" destOrd="4" presId="urn:microsoft.com/office/officeart/2005/8/layout/venn1"/>
    <dgm:cxn modelId="{34699753-67DC-F94C-A7F1-452FA7472C11}" type="presOf" srcId="{0B85DD15-03BE-8B4F-A510-997B6C71437D}" destId="{B50DF1FC-53F5-B042-B9A4-D7025A422970}" srcOrd="1" destOrd="0" presId="urn:microsoft.com/office/officeart/2005/8/layout/venn1"/>
    <dgm:cxn modelId="{4903FE5B-4A6D-414F-910A-DBAE790EE7F0}" type="presOf" srcId="{CF2E489F-50B2-804E-B4D2-D5EC3C08B33A}" destId="{02149E28-EB91-6047-A468-F2CE91D9795C}" srcOrd="1" destOrd="0" presId="urn:microsoft.com/office/officeart/2005/8/layout/venn1"/>
    <dgm:cxn modelId="{C544015F-EC36-264A-BBAF-DB39EDF4B31F}" type="presOf" srcId="{0B85DD15-03BE-8B4F-A510-997B6C71437D}" destId="{FC7DA322-7AFC-E245-9D37-6547BE8A08A8}" srcOrd="0" destOrd="0" presId="urn:microsoft.com/office/officeart/2005/8/layout/venn1"/>
    <dgm:cxn modelId="{DD1B2570-FF09-7242-ADD6-7297E826EE99}" srcId="{0B85DD15-03BE-8B4F-A510-997B6C71437D}" destId="{9DB9EAA4-E761-9643-94BE-872D58728D76}" srcOrd="1" destOrd="0" parTransId="{1B322DD8-12FB-5A4D-ABE9-323AB4026830}" sibTransId="{8F2AEFC5-43F2-2E43-AA28-15506E2EC1D6}"/>
    <dgm:cxn modelId="{B515B674-7865-084C-BCEC-6543239392CF}" srcId="{CF2E489F-50B2-804E-B4D2-D5EC3C08B33A}" destId="{930E9D45-8A96-8742-808F-A9D32C7E97EE}" srcOrd="1" destOrd="0" parTransId="{2627CCD1-2AE8-9244-B053-64957ED50732}" sibTransId="{714923D1-C092-3A4E-BCFC-F1DC622CCBF0}"/>
    <dgm:cxn modelId="{DA994676-EE82-D743-BFB5-CFDE45D9025B}" type="presOf" srcId="{9DB9EAA4-E761-9643-94BE-872D58728D76}" destId="{B50DF1FC-53F5-B042-B9A4-D7025A422970}" srcOrd="1" destOrd="2" presId="urn:microsoft.com/office/officeart/2005/8/layout/venn1"/>
    <dgm:cxn modelId="{1EF7A679-B746-4B49-9AE5-0B440277E977}" type="presOf" srcId="{8FE6B8F1-908A-CD41-BE1A-C066C57F4FD2}" destId="{B50DF1FC-53F5-B042-B9A4-D7025A422970}" srcOrd="1" destOrd="1" presId="urn:microsoft.com/office/officeart/2005/8/layout/venn1"/>
    <dgm:cxn modelId="{6554DC80-1041-6F44-AF47-85C6E4EFB957}" type="presOf" srcId="{C24FFB8C-4FE1-0648-B08E-7969D3770F81}" destId="{FB4F52DB-0BFE-5F46-AA9D-215FDF954529}" srcOrd="0" destOrd="1" presId="urn:microsoft.com/office/officeart/2005/8/layout/venn1"/>
    <dgm:cxn modelId="{3D36AB81-49A6-E044-A0D3-75FA2FDB41F2}" type="presOf" srcId="{3529618D-51C3-D541-BD57-05A5B218DC45}" destId="{DADDD38D-7DF8-674B-B839-7F2724FEDF60}" srcOrd="0" destOrd="0" presId="urn:microsoft.com/office/officeart/2005/8/layout/venn1"/>
    <dgm:cxn modelId="{7358E483-E9D1-864B-9FC2-F393F1297BA2}" srcId="{3529618D-51C3-D541-BD57-05A5B218DC45}" destId="{0B85DD15-03BE-8B4F-A510-997B6C71437D}" srcOrd="1" destOrd="0" parTransId="{62FEAD4F-6D44-8840-BF89-D0D6214A19BB}" sibTransId="{8DEFEE5A-8399-2646-BFF2-5A00C91EE6BF}"/>
    <dgm:cxn modelId="{2363C887-1B59-0F44-8FF9-1F19A6A79FF9}" type="presOf" srcId="{9DB9EAA4-E761-9643-94BE-872D58728D76}" destId="{FC7DA322-7AFC-E245-9D37-6547BE8A08A8}" srcOrd="0" destOrd="2" presId="urn:microsoft.com/office/officeart/2005/8/layout/venn1"/>
    <dgm:cxn modelId="{373FBD89-063B-E944-8A12-A92F232F1CD8}" type="presOf" srcId="{56C373AB-60E0-FC43-982E-7FF968CC9730}" destId="{B50DF1FC-53F5-B042-B9A4-D7025A422970}" srcOrd="1" destOrd="3" presId="urn:microsoft.com/office/officeart/2005/8/layout/venn1"/>
    <dgm:cxn modelId="{F69F518D-4D8B-9C4B-9AF7-5AED18C28519}" srcId="{0B85DD15-03BE-8B4F-A510-997B6C71437D}" destId="{4F8F16A7-0E71-064E-8247-CBA17E1BD2C3}" srcOrd="3" destOrd="0" parTransId="{E2C8FFE8-4E1D-5241-A7E3-CF3DEB9EDDDE}" sibTransId="{34EB952A-025C-6049-8B5F-BE78E6A6A79E}"/>
    <dgm:cxn modelId="{F4B35B8D-A0F1-9046-8B47-F75B368C88D1}" type="presOf" srcId="{3A03B871-57D9-584C-A006-79237330AC07}" destId="{6E4581BE-80E6-BE43-A518-FE12D16A418A}" srcOrd="1" destOrd="0" presId="urn:microsoft.com/office/officeart/2005/8/layout/venn1"/>
    <dgm:cxn modelId="{E9DBB890-EF87-554C-B487-972FF6BDE359}" type="presOf" srcId="{8FE6B8F1-908A-CD41-BE1A-C066C57F4FD2}" destId="{FC7DA322-7AFC-E245-9D37-6547BE8A08A8}" srcOrd="0" destOrd="1" presId="urn:microsoft.com/office/officeart/2005/8/layout/venn1"/>
    <dgm:cxn modelId="{38887E91-9CC1-C648-943C-71252363CCA3}" type="presOf" srcId="{C24FFB8C-4FE1-0648-B08E-7969D3770F81}" destId="{02149E28-EB91-6047-A468-F2CE91D9795C}" srcOrd="1" destOrd="1" presId="urn:microsoft.com/office/officeart/2005/8/layout/venn1"/>
    <dgm:cxn modelId="{E8F4E3A5-B118-F040-B033-7F8C2C50D9CD}" srcId="{0B85DD15-03BE-8B4F-A510-997B6C71437D}" destId="{56C373AB-60E0-FC43-982E-7FF968CC9730}" srcOrd="2" destOrd="0" parTransId="{F6B51019-998F-A941-BE85-A2F76BB57FE0}" sibTransId="{1F7AEC06-B1B7-3D4A-B2D9-40D60AD437FE}"/>
    <dgm:cxn modelId="{1CFF07A6-6187-7E43-AE0E-D658DF6016C5}" type="presOf" srcId="{4F8F16A7-0E71-064E-8247-CBA17E1BD2C3}" destId="{B50DF1FC-53F5-B042-B9A4-D7025A422970}" srcOrd="1" destOrd="4" presId="urn:microsoft.com/office/officeart/2005/8/layout/venn1"/>
    <dgm:cxn modelId="{350406AC-C78C-C641-8F15-AF0F4B1C2E9D}" type="presOf" srcId="{CF2E489F-50B2-804E-B4D2-D5EC3C08B33A}" destId="{FB4F52DB-0BFE-5F46-AA9D-215FDF954529}" srcOrd="0" destOrd="0" presId="urn:microsoft.com/office/officeart/2005/8/layout/venn1"/>
    <dgm:cxn modelId="{45BF20E0-E5CC-C345-9D5F-B84BBE067771}" srcId="{3529618D-51C3-D541-BD57-05A5B218DC45}" destId="{3A03B871-57D9-584C-A006-79237330AC07}" srcOrd="2" destOrd="0" parTransId="{6202CB85-C43D-2343-B2F8-60A9C4C4F32D}" sibTransId="{48095983-B6A7-9644-899C-475820C62CF8}"/>
    <dgm:cxn modelId="{A5B3A1EF-F581-0648-BB3C-496D9E2FFC84}" type="presOf" srcId="{930E9D45-8A96-8742-808F-A9D32C7E97EE}" destId="{02149E28-EB91-6047-A468-F2CE91D9795C}" srcOrd="1" destOrd="2" presId="urn:microsoft.com/office/officeart/2005/8/layout/venn1"/>
    <dgm:cxn modelId="{33007DF7-1D96-2F45-A686-A98F2279593F}" srcId="{3529618D-51C3-D541-BD57-05A5B218DC45}" destId="{CF2E489F-50B2-804E-B4D2-D5EC3C08B33A}" srcOrd="0" destOrd="0" parTransId="{D6CA9FDE-F585-C54B-8E1C-10E8182FC9A3}" sibTransId="{DB1D0D19-6B1A-1545-9F9F-A92F477437C7}"/>
    <dgm:cxn modelId="{43B2E3E5-0991-124E-BA64-44A9893B8D17}" type="presParOf" srcId="{DADDD38D-7DF8-674B-B839-7F2724FEDF60}" destId="{02149E28-EB91-6047-A468-F2CE91D9795C}" srcOrd="0" destOrd="0" presId="urn:microsoft.com/office/officeart/2005/8/layout/venn1"/>
    <dgm:cxn modelId="{3A710341-3B57-E944-A3D6-FF98A690292F}" type="presParOf" srcId="{DADDD38D-7DF8-674B-B839-7F2724FEDF60}" destId="{FB4F52DB-0BFE-5F46-AA9D-215FDF954529}" srcOrd="1" destOrd="0" presId="urn:microsoft.com/office/officeart/2005/8/layout/venn1"/>
    <dgm:cxn modelId="{43B5DBDD-8960-4D42-938A-346006A03812}" type="presParOf" srcId="{DADDD38D-7DF8-674B-B839-7F2724FEDF60}" destId="{B50DF1FC-53F5-B042-B9A4-D7025A422970}" srcOrd="2" destOrd="0" presId="urn:microsoft.com/office/officeart/2005/8/layout/venn1"/>
    <dgm:cxn modelId="{0190A80E-BC73-0F43-B20B-011AC8BF8BCA}" type="presParOf" srcId="{DADDD38D-7DF8-674B-B839-7F2724FEDF60}" destId="{FC7DA322-7AFC-E245-9D37-6547BE8A08A8}" srcOrd="3" destOrd="0" presId="urn:microsoft.com/office/officeart/2005/8/layout/venn1"/>
    <dgm:cxn modelId="{DA153BE0-1939-2B40-8987-9E94910D25E7}" type="presParOf" srcId="{DADDD38D-7DF8-674B-B839-7F2724FEDF60}" destId="{6E4581BE-80E6-BE43-A518-FE12D16A418A}" srcOrd="4" destOrd="0" presId="urn:microsoft.com/office/officeart/2005/8/layout/venn1"/>
    <dgm:cxn modelId="{7E52C792-C98B-5142-976B-BF9B917FAF6A}" type="presParOf" srcId="{DADDD38D-7DF8-674B-B839-7F2724FEDF60}" destId="{6B44B47C-79CA-5647-A684-2342EB4A169B}" srcOrd="5"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B1FE2D3-31F6-E644-AB38-A3197F5D91D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kumimoji="1" lang="ja-JP" altLang="en-US"/>
        </a:p>
      </dgm:t>
    </dgm:pt>
    <dgm:pt modelId="{714E59D0-838F-7D4C-932B-5E7F9D2A022F}">
      <dgm:prSet custT="1"/>
      <dgm:spPr/>
      <dgm:t>
        <a:bodyPr/>
        <a:lstStyle/>
        <a:p>
          <a:r>
            <a:rPr kumimoji="1" lang="en-US" altLang="ja-JP" sz="1400" b="1" dirty="0"/>
            <a:t>1</a:t>
          </a:r>
          <a:r>
            <a:rPr kumimoji="1" lang="ja-JP" sz="1400" b="1"/>
            <a:t> 音声攻撃性推定（</a:t>
          </a:r>
          <a:r>
            <a:rPr kumimoji="1" lang="en-US" sz="1400" b="1" dirty="0"/>
            <a:t>Aggression-Audio Model</a:t>
          </a:r>
          <a:r>
            <a:rPr kumimoji="1" lang="ja-JP" sz="1400" b="1"/>
            <a:t>）</a:t>
          </a:r>
          <a:endParaRPr lang="ja-JP" sz="1400"/>
        </a:p>
      </dgm:t>
    </dgm:pt>
    <dgm:pt modelId="{F8347D4D-FDA6-8540-B688-268B00AFF272}" type="parTrans" cxnId="{044D9080-09D5-294F-97D7-339666672D1A}">
      <dgm:prSet/>
      <dgm:spPr/>
      <dgm:t>
        <a:bodyPr/>
        <a:lstStyle/>
        <a:p>
          <a:endParaRPr kumimoji="1" lang="ja-JP" altLang="en-US"/>
        </a:p>
      </dgm:t>
    </dgm:pt>
    <dgm:pt modelId="{555E0B40-C96D-8B48-8CDB-906802E9875B}" type="sibTrans" cxnId="{044D9080-09D5-294F-97D7-339666672D1A}">
      <dgm:prSet/>
      <dgm:spPr/>
      <dgm:t>
        <a:bodyPr/>
        <a:lstStyle/>
        <a:p>
          <a:endParaRPr kumimoji="1" lang="ja-JP" altLang="en-US"/>
        </a:p>
      </dgm:t>
    </dgm:pt>
    <dgm:pt modelId="{17807171-4833-774A-87C2-E7415F7FDEC1}">
      <dgm:prSet/>
      <dgm:spPr/>
      <dgm:t>
        <a:bodyPr/>
        <a:lstStyle/>
        <a:p>
          <a:r>
            <a:rPr kumimoji="1" lang="ja-JP"/>
            <a:t>音響特徴</a:t>
          </a:r>
          <a:r>
            <a:rPr kumimoji="1" lang="en-US" dirty="0"/>
            <a:t>10</a:t>
          </a:r>
          <a:r>
            <a:rPr kumimoji="1" lang="ja-JP"/>
            <a:t>種以上を抽出</a:t>
          </a:r>
          <a:endParaRPr lang="ja-JP"/>
        </a:p>
      </dgm:t>
    </dgm:pt>
    <dgm:pt modelId="{7F4BEC24-762C-A34E-9C93-B90B2A95362C}" type="parTrans" cxnId="{66CBC5C3-233D-0E4D-AF27-7DAD0180158F}">
      <dgm:prSet/>
      <dgm:spPr/>
      <dgm:t>
        <a:bodyPr/>
        <a:lstStyle/>
        <a:p>
          <a:endParaRPr kumimoji="1" lang="ja-JP" altLang="en-US"/>
        </a:p>
      </dgm:t>
    </dgm:pt>
    <dgm:pt modelId="{E8EE2E74-B96E-A348-8083-B5D4E2406962}" type="sibTrans" cxnId="{66CBC5C3-233D-0E4D-AF27-7DAD0180158F}">
      <dgm:prSet/>
      <dgm:spPr/>
      <dgm:t>
        <a:bodyPr/>
        <a:lstStyle/>
        <a:p>
          <a:endParaRPr kumimoji="1" lang="ja-JP" altLang="en-US"/>
        </a:p>
      </dgm:t>
    </dgm:pt>
    <dgm:pt modelId="{69D15586-395B-834F-BDD5-FCB869C2F511}">
      <dgm:prSet/>
      <dgm:spPr/>
      <dgm:t>
        <a:bodyPr/>
        <a:lstStyle/>
        <a:p>
          <a:r>
            <a:rPr kumimoji="1" lang="en-US" dirty="0"/>
            <a:t>Whisper Tiny </a:t>
          </a:r>
          <a:r>
            <a:rPr kumimoji="1" lang="ja-JP"/>
            <a:t>を </a:t>
          </a:r>
          <a:r>
            <a:rPr kumimoji="1" lang="en-US" dirty="0"/>
            <a:t>4bit</a:t>
          </a:r>
          <a:r>
            <a:rPr kumimoji="1" lang="ja-JP"/>
            <a:t>量子化して端末上で動作</a:t>
          </a:r>
          <a:endParaRPr lang="ja-JP"/>
        </a:p>
      </dgm:t>
    </dgm:pt>
    <dgm:pt modelId="{CF43E5B6-24A0-874E-A301-482FA52B2CE5}" type="parTrans" cxnId="{F5E80365-BFE3-5A44-8CE8-2BC149933151}">
      <dgm:prSet/>
      <dgm:spPr/>
      <dgm:t>
        <a:bodyPr/>
        <a:lstStyle/>
        <a:p>
          <a:endParaRPr kumimoji="1" lang="ja-JP" altLang="en-US"/>
        </a:p>
      </dgm:t>
    </dgm:pt>
    <dgm:pt modelId="{3138EC81-8713-BA45-836E-8B3C1C251312}" type="sibTrans" cxnId="{F5E80365-BFE3-5A44-8CE8-2BC149933151}">
      <dgm:prSet/>
      <dgm:spPr/>
      <dgm:t>
        <a:bodyPr/>
        <a:lstStyle/>
        <a:p>
          <a:endParaRPr kumimoji="1" lang="ja-JP" altLang="en-US"/>
        </a:p>
      </dgm:t>
    </dgm:pt>
    <dgm:pt modelId="{FD68BE67-ABA7-224F-9DD5-4ABF59E792F6}">
      <dgm:prSet/>
      <dgm:spPr/>
      <dgm:t>
        <a:bodyPr/>
        <a:lstStyle/>
        <a:p>
          <a:r>
            <a:rPr kumimoji="1" lang="ja-JP" b="1"/>
            <a:t>短時間攻撃性スコア </a:t>
          </a:r>
          <a:r>
            <a:rPr kumimoji="1" lang="en-US" b="1" dirty="0"/>
            <a:t>A-Aggression </a:t>
          </a:r>
          <a:r>
            <a:rPr kumimoji="1" lang="ja-JP" b="1"/>
            <a:t>を推論</a:t>
          </a:r>
          <a:endParaRPr lang="ja-JP"/>
        </a:p>
      </dgm:t>
    </dgm:pt>
    <dgm:pt modelId="{A8543747-78B0-D94F-A929-267EA4E34DEB}" type="parTrans" cxnId="{9BB530DA-4D1C-D249-94B4-53795D74EE86}">
      <dgm:prSet/>
      <dgm:spPr/>
      <dgm:t>
        <a:bodyPr/>
        <a:lstStyle/>
        <a:p>
          <a:endParaRPr kumimoji="1" lang="ja-JP" altLang="en-US"/>
        </a:p>
      </dgm:t>
    </dgm:pt>
    <dgm:pt modelId="{3C777D6F-CDA3-6442-9F76-AD60288C9CC5}" type="sibTrans" cxnId="{9BB530DA-4D1C-D249-94B4-53795D74EE86}">
      <dgm:prSet/>
      <dgm:spPr/>
      <dgm:t>
        <a:bodyPr/>
        <a:lstStyle/>
        <a:p>
          <a:endParaRPr kumimoji="1" lang="ja-JP" altLang="en-US"/>
        </a:p>
      </dgm:t>
    </dgm:pt>
    <dgm:pt modelId="{758374AC-928B-DD4D-8ED7-F612D800682E}">
      <dgm:prSet/>
      <dgm:spPr/>
      <dgm:t>
        <a:bodyPr/>
        <a:lstStyle/>
        <a:p>
          <a:r>
            <a:rPr kumimoji="1" lang="ja-JP"/>
            <a:t>例：怒鳴り行為の検出 </a:t>
          </a:r>
          <a:r>
            <a:rPr kumimoji="1" lang="en-US" dirty="0"/>
            <a:t>F1 ≥ 0.75</a:t>
          </a:r>
          <a:endParaRPr lang="ja-JP"/>
        </a:p>
      </dgm:t>
    </dgm:pt>
    <dgm:pt modelId="{7F238CCF-1D3B-F94E-A2DF-86A99DEC9C46}" type="parTrans" cxnId="{8CFE291B-82BF-0449-A841-6BDB63E3665E}">
      <dgm:prSet/>
      <dgm:spPr/>
      <dgm:t>
        <a:bodyPr/>
        <a:lstStyle/>
        <a:p>
          <a:endParaRPr kumimoji="1" lang="ja-JP" altLang="en-US"/>
        </a:p>
      </dgm:t>
    </dgm:pt>
    <dgm:pt modelId="{6F38ED7D-6AFF-2943-8D56-04B38D9BD17D}" type="sibTrans" cxnId="{8CFE291B-82BF-0449-A841-6BDB63E3665E}">
      <dgm:prSet/>
      <dgm:spPr/>
      <dgm:t>
        <a:bodyPr/>
        <a:lstStyle/>
        <a:p>
          <a:endParaRPr kumimoji="1" lang="ja-JP" altLang="en-US"/>
        </a:p>
      </dgm:t>
    </dgm:pt>
    <dgm:pt modelId="{79FAA2E1-E7C5-5041-8858-094A523AFCE1}" type="pres">
      <dgm:prSet presAssocID="{3B1FE2D3-31F6-E644-AB38-A3197F5D91DE}" presName="vert0" presStyleCnt="0">
        <dgm:presLayoutVars>
          <dgm:dir/>
          <dgm:animOne val="branch"/>
          <dgm:animLvl val="lvl"/>
        </dgm:presLayoutVars>
      </dgm:prSet>
      <dgm:spPr/>
    </dgm:pt>
    <dgm:pt modelId="{4A6A3342-2E1D-5845-8F5D-F0AAEA3B14B0}" type="pres">
      <dgm:prSet presAssocID="{714E59D0-838F-7D4C-932B-5E7F9D2A022F}" presName="thickLine" presStyleLbl="alignNode1" presStyleIdx="0" presStyleCnt="1"/>
      <dgm:spPr/>
    </dgm:pt>
    <dgm:pt modelId="{CAE4D8CE-BC01-BF4A-BDBB-8629E3BFB531}" type="pres">
      <dgm:prSet presAssocID="{714E59D0-838F-7D4C-932B-5E7F9D2A022F}" presName="horz1" presStyleCnt="0"/>
      <dgm:spPr/>
    </dgm:pt>
    <dgm:pt modelId="{F04171D2-BC58-AB40-9506-E5F91B8BFEA2}" type="pres">
      <dgm:prSet presAssocID="{714E59D0-838F-7D4C-932B-5E7F9D2A022F}" presName="tx1" presStyleLbl="revTx" presStyleIdx="0" presStyleCnt="5" custScaleX="120889" custLinFactNeighborX="-18280" custLinFactNeighborY="1639"/>
      <dgm:spPr/>
    </dgm:pt>
    <dgm:pt modelId="{6C64E48C-4638-FC4F-9281-FDC37EC5A6D4}" type="pres">
      <dgm:prSet presAssocID="{714E59D0-838F-7D4C-932B-5E7F9D2A022F}" presName="vert1" presStyleCnt="0"/>
      <dgm:spPr/>
    </dgm:pt>
    <dgm:pt modelId="{C7EDE105-001A-4345-806E-F75A4E004CBF}" type="pres">
      <dgm:prSet presAssocID="{17807171-4833-774A-87C2-E7415F7FDEC1}" presName="vertSpace2a" presStyleCnt="0"/>
      <dgm:spPr/>
    </dgm:pt>
    <dgm:pt modelId="{11FCCFFF-342B-7D4C-BE1C-64762430023A}" type="pres">
      <dgm:prSet presAssocID="{17807171-4833-774A-87C2-E7415F7FDEC1}" presName="horz2" presStyleCnt="0"/>
      <dgm:spPr/>
    </dgm:pt>
    <dgm:pt modelId="{DE0C4C5C-4A35-BC45-AA08-D0E77C4EB83A}" type="pres">
      <dgm:prSet presAssocID="{17807171-4833-774A-87C2-E7415F7FDEC1}" presName="horzSpace2" presStyleCnt="0"/>
      <dgm:spPr/>
    </dgm:pt>
    <dgm:pt modelId="{EE0ED6F3-E5B6-3449-845B-98391757E9F6}" type="pres">
      <dgm:prSet presAssocID="{17807171-4833-774A-87C2-E7415F7FDEC1}" presName="tx2" presStyleLbl="revTx" presStyleIdx="1" presStyleCnt="5"/>
      <dgm:spPr/>
    </dgm:pt>
    <dgm:pt modelId="{598F6CA3-8C9A-244E-BB04-A520FCA1A288}" type="pres">
      <dgm:prSet presAssocID="{17807171-4833-774A-87C2-E7415F7FDEC1}" presName="vert2" presStyleCnt="0"/>
      <dgm:spPr/>
    </dgm:pt>
    <dgm:pt modelId="{C3F45CEC-006F-AE43-B397-A77B26C26375}" type="pres">
      <dgm:prSet presAssocID="{17807171-4833-774A-87C2-E7415F7FDEC1}" presName="thinLine2b" presStyleLbl="callout" presStyleIdx="0" presStyleCnt="4"/>
      <dgm:spPr/>
    </dgm:pt>
    <dgm:pt modelId="{2906EED8-4F87-9249-B860-8AD6C90CF8B1}" type="pres">
      <dgm:prSet presAssocID="{17807171-4833-774A-87C2-E7415F7FDEC1}" presName="vertSpace2b" presStyleCnt="0"/>
      <dgm:spPr/>
    </dgm:pt>
    <dgm:pt modelId="{C7B7B110-7B3D-2847-A31B-87564A30775D}" type="pres">
      <dgm:prSet presAssocID="{69D15586-395B-834F-BDD5-FCB869C2F511}" presName="horz2" presStyleCnt="0"/>
      <dgm:spPr/>
    </dgm:pt>
    <dgm:pt modelId="{C9C63D82-3432-5B4A-93A2-30E49F61C691}" type="pres">
      <dgm:prSet presAssocID="{69D15586-395B-834F-BDD5-FCB869C2F511}" presName="horzSpace2" presStyleCnt="0"/>
      <dgm:spPr/>
    </dgm:pt>
    <dgm:pt modelId="{DC0AB3C6-67C0-CC41-B7D7-49E5B61A0DB4}" type="pres">
      <dgm:prSet presAssocID="{69D15586-395B-834F-BDD5-FCB869C2F511}" presName="tx2" presStyleLbl="revTx" presStyleIdx="2" presStyleCnt="5"/>
      <dgm:spPr/>
    </dgm:pt>
    <dgm:pt modelId="{E54749F3-5B25-CC41-8BC9-E343A50EC39E}" type="pres">
      <dgm:prSet presAssocID="{69D15586-395B-834F-BDD5-FCB869C2F511}" presName="vert2" presStyleCnt="0"/>
      <dgm:spPr/>
    </dgm:pt>
    <dgm:pt modelId="{6C737D0B-1D11-C24D-9C78-11ACD5F041D2}" type="pres">
      <dgm:prSet presAssocID="{69D15586-395B-834F-BDD5-FCB869C2F511}" presName="thinLine2b" presStyleLbl="callout" presStyleIdx="1" presStyleCnt="4"/>
      <dgm:spPr/>
    </dgm:pt>
    <dgm:pt modelId="{B1A744B9-72A4-0545-9942-4D4131BE540F}" type="pres">
      <dgm:prSet presAssocID="{69D15586-395B-834F-BDD5-FCB869C2F511}" presName="vertSpace2b" presStyleCnt="0"/>
      <dgm:spPr/>
    </dgm:pt>
    <dgm:pt modelId="{5473771E-A716-3844-949E-9CD095C04CB5}" type="pres">
      <dgm:prSet presAssocID="{FD68BE67-ABA7-224F-9DD5-4ABF59E792F6}" presName="horz2" presStyleCnt="0"/>
      <dgm:spPr/>
    </dgm:pt>
    <dgm:pt modelId="{6859B9D7-7BA2-AA4A-8FCE-19362A2D9C62}" type="pres">
      <dgm:prSet presAssocID="{FD68BE67-ABA7-224F-9DD5-4ABF59E792F6}" presName="horzSpace2" presStyleCnt="0"/>
      <dgm:spPr/>
    </dgm:pt>
    <dgm:pt modelId="{3AD1DCA3-0711-7546-9FC1-DA24259F0FF8}" type="pres">
      <dgm:prSet presAssocID="{FD68BE67-ABA7-224F-9DD5-4ABF59E792F6}" presName="tx2" presStyleLbl="revTx" presStyleIdx="3" presStyleCnt="5"/>
      <dgm:spPr/>
    </dgm:pt>
    <dgm:pt modelId="{B3B4EC08-4455-1F42-937F-D2690FC8F000}" type="pres">
      <dgm:prSet presAssocID="{FD68BE67-ABA7-224F-9DD5-4ABF59E792F6}" presName="vert2" presStyleCnt="0"/>
      <dgm:spPr/>
    </dgm:pt>
    <dgm:pt modelId="{E2910697-6714-0141-8E82-55BF72C34FE6}" type="pres">
      <dgm:prSet presAssocID="{FD68BE67-ABA7-224F-9DD5-4ABF59E792F6}" presName="thinLine2b" presStyleLbl="callout" presStyleIdx="2" presStyleCnt="4"/>
      <dgm:spPr/>
    </dgm:pt>
    <dgm:pt modelId="{C6E103F0-D0ED-2946-BC12-8AA8187A49F8}" type="pres">
      <dgm:prSet presAssocID="{FD68BE67-ABA7-224F-9DD5-4ABF59E792F6}" presName="vertSpace2b" presStyleCnt="0"/>
      <dgm:spPr/>
    </dgm:pt>
    <dgm:pt modelId="{9256D510-8638-4D47-8055-0F18E3560C1D}" type="pres">
      <dgm:prSet presAssocID="{758374AC-928B-DD4D-8ED7-F612D800682E}" presName="horz2" presStyleCnt="0"/>
      <dgm:spPr/>
    </dgm:pt>
    <dgm:pt modelId="{83E85868-77C5-A144-A874-B6018833D752}" type="pres">
      <dgm:prSet presAssocID="{758374AC-928B-DD4D-8ED7-F612D800682E}" presName="horzSpace2" presStyleCnt="0"/>
      <dgm:spPr/>
    </dgm:pt>
    <dgm:pt modelId="{1B6A1773-8E33-B148-9F34-8AC539932A62}" type="pres">
      <dgm:prSet presAssocID="{758374AC-928B-DD4D-8ED7-F612D800682E}" presName="tx2" presStyleLbl="revTx" presStyleIdx="4" presStyleCnt="5"/>
      <dgm:spPr/>
    </dgm:pt>
    <dgm:pt modelId="{7C16B45C-EB91-1549-B5D7-133DA4615A1D}" type="pres">
      <dgm:prSet presAssocID="{758374AC-928B-DD4D-8ED7-F612D800682E}" presName="vert2" presStyleCnt="0"/>
      <dgm:spPr/>
    </dgm:pt>
    <dgm:pt modelId="{AACF90D9-6A7A-294C-B745-D394029460F6}" type="pres">
      <dgm:prSet presAssocID="{758374AC-928B-DD4D-8ED7-F612D800682E}" presName="thinLine2b" presStyleLbl="callout" presStyleIdx="3" presStyleCnt="4"/>
      <dgm:spPr/>
    </dgm:pt>
    <dgm:pt modelId="{057B22C4-603B-024C-9EAD-59A8D70A48E4}" type="pres">
      <dgm:prSet presAssocID="{758374AC-928B-DD4D-8ED7-F612D800682E}" presName="vertSpace2b" presStyleCnt="0"/>
      <dgm:spPr/>
    </dgm:pt>
  </dgm:ptLst>
  <dgm:cxnLst>
    <dgm:cxn modelId="{8CFE291B-82BF-0449-A841-6BDB63E3665E}" srcId="{714E59D0-838F-7D4C-932B-5E7F9D2A022F}" destId="{758374AC-928B-DD4D-8ED7-F612D800682E}" srcOrd="3" destOrd="0" parTransId="{7F238CCF-1D3B-F94E-A2DF-86A99DEC9C46}" sibTransId="{6F38ED7D-6AFF-2943-8D56-04B38D9BD17D}"/>
    <dgm:cxn modelId="{80AFD034-A9A6-9E4A-B8FF-B48275CB2164}" type="presOf" srcId="{17807171-4833-774A-87C2-E7415F7FDEC1}" destId="{EE0ED6F3-E5B6-3449-845B-98391757E9F6}" srcOrd="0" destOrd="0" presId="urn:microsoft.com/office/officeart/2008/layout/LinedList"/>
    <dgm:cxn modelId="{F5E80365-BFE3-5A44-8CE8-2BC149933151}" srcId="{714E59D0-838F-7D4C-932B-5E7F9D2A022F}" destId="{69D15586-395B-834F-BDD5-FCB869C2F511}" srcOrd="1" destOrd="0" parTransId="{CF43E5B6-24A0-874E-A301-482FA52B2CE5}" sibTransId="{3138EC81-8713-BA45-836E-8B3C1C251312}"/>
    <dgm:cxn modelId="{044D9080-09D5-294F-97D7-339666672D1A}" srcId="{3B1FE2D3-31F6-E644-AB38-A3197F5D91DE}" destId="{714E59D0-838F-7D4C-932B-5E7F9D2A022F}" srcOrd="0" destOrd="0" parTransId="{F8347D4D-FDA6-8540-B688-268B00AFF272}" sibTransId="{555E0B40-C96D-8B48-8CDB-906802E9875B}"/>
    <dgm:cxn modelId="{406E028C-F5F4-4F4F-8CAD-A0663B880E32}" type="presOf" srcId="{758374AC-928B-DD4D-8ED7-F612D800682E}" destId="{1B6A1773-8E33-B148-9F34-8AC539932A62}" srcOrd="0" destOrd="0" presId="urn:microsoft.com/office/officeart/2008/layout/LinedList"/>
    <dgm:cxn modelId="{75F6D39C-2938-F049-B54C-C26BE7E2A4CD}" type="presOf" srcId="{3B1FE2D3-31F6-E644-AB38-A3197F5D91DE}" destId="{79FAA2E1-E7C5-5041-8858-094A523AFCE1}" srcOrd="0" destOrd="0" presId="urn:microsoft.com/office/officeart/2008/layout/LinedList"/>
    <dgm:cxn modelId="{66CBC5C3-233D-0E4D-AF27-7DAD0180158F}" srcId="{714E59D0-838F-7D4C-932B-5E7F9D2A022F}" destId="{17807171-4833-774A-87C2-E7415F7FDEC1}" srcOrd="0" destOrd="0" parTransId="{7F4BEC24-762C-A34E-9C93-B90B2A95362C}" sibTransId="{E8EE2E74-B96E-A348-8083-B5D4E2406962}"/>
    <dgm:cxn modelId="{94A18AC6-F8E6-7E47-A02F-949C4DBAC0C2}" type="presOf" srcId="{FD68BE67-ABA7-224F-9DD5-4ABF59E792F6}" destId="{3AD1DCA3-0711-7546-9FC1-DA24259F0FF8}" srcOrd="0" destOrd="0" presId="urn:microsoft.com/office/officeart/2008/layout/LinedList"/>
    <dgm:cxn modelId="{9BB530DA-4D1C-D249-94B4-53795D74EE86}" srcId="{714E59D0-838F-7D4C-932B-5E7F9D2A022F}" destId="{FD68BE67-ABA7-224F-9DD5-4ABF59E792F6}" srcOrd="2" destOrd="0" parTransId="{A8543747-78B0-D94F-A929-267EA4E34DEB}" sibTransId="{3C777D6F-CDA3-6442-9F76-AD60288C9CC5}"/>
    <dgm:cxn modelId="{1C49B8F6-292C-CE44-BF35-4B5F47769BA4}" type="presOf" srcId="{69D15586-395B-834F-BDD5-FCB869C2F511}" destId="{DC0AB3C6-67C0-CC41-B7D7-49E5B61A0DB4}" srcOrd="0" destOrd="0" presId="urn:microsoft.com/office/officeart/2008/layout/LinedList"/>
    <dgm:cxn modelId="{C3AAD0F9-1007-924D-A4C8-F056246F4F26}" type="presOf" srcId="{714E59D0-838F-7D4C-932B-5E7F9D2A022F}" destId="{F04171D2-BC58-AB40-9506-E5F91B8BFEA2}" srcOrd="0" destOrd="0" presId="urn:microsoft.com/office/officeart/2008/layout/LinedList"/>
    <dgm:cxn modelId="{46E3CBAC-EC22-1E43-B425-26F537CD3B09}" type="presParOf" srcId="{79FAA2E1-E7C5-5041-8858-094A523AFCE1}" destId="{4A6A3342-2E1D-5845-8F5D-F0AAEA3B14B0}" srcOrd="0" destOrd="0" presId="urn:microsoft.com/office/officeart/2008/layout/LinedList"/>
    <dgm:cxn modelId="{65632BC1-952B-4241-8C56-19CD2344C5DC}" type="presParOf" srcId="{79FAA2E1-E7C5-5041-8858-094A523AFCE1}" destId="{CAE4D8CE-BC01-BF4A-BDBB-8629E3BFB531}" srcOrd="1" destOrd="0" presId="urn:microsoft.com/office/officeart/2008/layout/LinedList"/>
    <dgm:cxn modelId="{27196076-D3D6-954E-86CB-58A593A0B0B1}" type="presParOf" srcId="{CAE4D8CE-BC01-BF4A-BDBB-8629E3BFB531}" destId="{F04171D2-BC58-AB40-9506-E5F91B8BFEA2}" srcOrd="0" destOrd="0" presId="urn:microsoft.com/office/officeart/2008/layout/LinedList"/>
    <dgm:cxn modelId="{F8BBFA93-E09A-E340-A82F-1D977AE08C94}" type="presParOf" srcId="{CAE4D8CE-BC01-BF4A-BDBB-8629E3BFB531}" destId="{6C64E48C-4638-FC4F-9281-FDC37EC5A6D4}" srcOrd="1" destOrd="0" presId="urn:microsoft.com/office/officeart/2008/layout/LinedList"/>
    <dgm:cxn modelId="{D03986BA-2B95-F64C-BF08-BCD094403054}" type="presParOf" srcId="{6C64E48C-4638-FC4F-9281-FDC37EC5A6D4}" destId="{C7EDE105-001A-4345-806E-F75A4E004CBF}" srcOrd="0" destOrd="0" presId="urn:microsoft.com/office/officeart/2008/layout/LinedList"/>
    <dgm:cxn modelId="{3045B895-9203-2141-8546-030FEE41F858}" type="presParOf" srcId="{6C64E48C-4638-FC4F-9281-FDC37EC5A6D4}" destId="{11FCCFFF-342B-7D4C-BE1C-64762430023A}" srcOrd="1" destOrd="0" presId="urn:microsoft.com/office/officeart/2008/layout/LinedList"/>
    <dgm:cxn modelId="{2DFE56F5-EB6B-B041-A8F6-3D7FC43E07A1}" type="presParOf" srcId="{11FCCFFF-342B-7D4C-BE1C-64762430023A}" destId="{DE0C4C5C-4A35-BC45-AA08-D0E77C4EB83A}" srcOrd="0" destOrd="0" presId="urn:microsoft.com/office/officeart/2008/layout/LinedList"/>
    <dgm:cxn modelId="{01821D83-524E-9D4F-8FF9-3E9727277839}" type="presParOf" srcId="{11FCCFFF-342B-7D4C-BE1C-64762430023A}" destId="{EE0ED6F3-E5B6-3449-845B-98391757E9F6}" srcOrd="1" destOrd="0" presId="urn:microsoft.com/office/officeart/2008/layout/LinedList"/>
    <dgm:cxn modelId="{7C888B73-0329-5F4D-97AD-42DFF9307A72}" type="presParOf" srcId="{11FCCFFF-342B-7D4C-BE1C-64762430023A}" destId="{598F6CA3-8C9A-244E-BB04-A520FCA1A288}" srcOrd="2" destOrd="0" presId="urn:microsoft.com/office/officeart/2008/layout/LinedList"/>
    <dgm:cxn modelId="{EBF483FA-25AD-7947-B434-7DC41EE242C5}" type="presParOf" srcId="{6C64E48C-4638-FC4F-9281-FDC37EC5A6D4}" destId="{C3F45CEC-006F-AE43-B397-A77B26C26375}" srcOrd="2" destOrd="0" presId="urn:microsoft.com/office/officeart/2008/layout/LinedList"/>
    <dgm:cxn modelId="{70F57E41-F358-B848-9661-A52007E2BB11}" type="presParOf" srcId="{6C64E48C-4638-FC4F-9281-FDC37EC5A6D4}" destId="{2906EED8-4F87-9249-B860-8AD6C90CF8B1}" srcOrd="3" destOrd="0" presId="urn:microsoft.com/office/officeart/2008/layout/LinedList"/>
    <dgm:cxn modelId="{5679D2A1-6781-3A45-A8A6-AFED5B5FA7A9}" type="presParOf" srcId="{6C64E48C-4638-FC4F-9281-FDC37EC5A6D4}" destId="{C7B7B110-7B3D-2847-A31B-87564A30775D}" srcOrd="4" destOrd="0" presId="urn:microsoft.com/office/officeart/2008/layout/LinedList"/>
    <dgm:cxn modelId="{24B2A069-E94E-834E-9C17-3EB89B9B6E17}" type="presParOf" srcId="{C7B7B110-7B3D-2847-A31B-87564A30775D}" destId="{C9C63D82-3432-5B4A-93A2-30E49F61C691}" srcOrd="0" destOrd="0" presId="urn:microsoft.com/office/officeart/2008/layout/LinedList"/>
    <dgm:cxn modelId="{AC574D6D-EE42-614D-B3E2-AF8796D41C31}" type="presParOf" srcId="{C7B7B110-7B3D-2847-A31B-87564A30775D}" destId="{DC0AB3C6-67C0-CC41-B7D7-49E5B61A0DB4}" srcOrd="1" destOrd="0" presId="urn:microsoft.com/office/officeart/2008/layout/LinedList"/>
    <dgm:cxn modelId="{ED7B51F0-4FD9-5942-BAA9-A06879DF0F9B}" type="presParOf" srcId="{C7B7B110-7B3D-2847-A31B-87564A30775D}" destId="{E54749F3-5B25-CC41-8BC9-E343A50EC39E}" srcOrd="2" destOrd="0" presId="urn:microsoft.com/office/officeart/2008/layout/LinedList"/>
    <dgm:cxn modelId="{C28D3A3B-456E-1747-A97F-DDCBA0030262}" type="presParOf" srcId="{6C64E48C-4638-FC4F-9281-FDC37EC5A6D4}" destId="{6C737D0B-1D11-C24D-9C78-11ACD5F041D2}" srcOrd="5" destOrd="0" presId="urn:microsoft.com/office/officeart/2008/layout/LinedList"/>
    <dgm:cxn modelId="{0A28D96A-8AEE-2A42-A829-C9B88BB21F47}" type="presParOf" srcId="{6C64E48C-4638-FC4F-9281-FDC37EC5A6D4}" destId="{B1A744B9-72A4-0545-9942-4D4131BE540F}" srcOrd="6" destOrd="0" presId="urn:microsoft.com/office/officeart/2008/layout/LinedList"/>
    <dgm:cxn modelId="{B7392073-1856-F64B-9062-63AF3743AA9E}" type="presParOf" srcId="{6C64E48C-4638-FC4F-9281-FDC37EC5A6D4}" destId="{5473771E-A716-3844-949E-9CD095C04CB5}" srcOrd="7" destOrd="0" presId="urn:microsoft.com/office/officeart/2008/layout/LinedList"/>
    <dgm:cxn modelId="{9AF07ECB-E4B2-104B-AE1A-D4A519CE5B31}" type="presParOf" srcId="{5473771E-A716-3844-949E-9CD095C04CB5}" destId="{6859B9D7-7BA2-AA4A-8FCE-19362A2D9C62}" srcOrd="0" destOrd="0" presId="urn:microsoft.com/office/officeart/2008/layout/LinedList"/>
    <dgm:cxn modelId="{CDC051F6-0465-1548-988C-487A33E93683}" type="presParOf" srcId="{5473771E-A716-3844-949E-9CD095C04CB5}" destId="{3AD1DCA3-0711-7546-9FC1-DA24259F0FF8}" srcOrd="1" destOrd="0" presId="urn:microsoft.com/office/officeart/2008/layout/LinedList"/>
    <dgm:cxn modelId="{AD771BAE-1743-1B47-8EEE-A251A3A48160}" type="presParOf" srcId="{5473771E-A716-3844-949E-9CD095C04CB5}" destId="{B3B4EC08-4455-1F42-937F-D2690FC8F000}" srcOrd="2" destOrd="0" presId="urn:microsoft.com/office/officeart/2008/layout/LinedList"/>
    <dgm:cxn modelId="{19FAE8D9-C0FF-4C4F-8598-B0DAC103B4AC}" type="presParOf" srcId="{6C64E48C-4638-FC4F-9281-FDC37EC5A6D4}" destId="{E2910697-6714-0141-8E82-55BF72C34FE6}" srcOrd="8" destOrd="0" presId="urn:microsoft.com/office/officeart/2008/layout/LinedList"/>
    <dgm:cxn modelId="{30047283-48D8-BE43-AC6F-F40BF67270D0}" type="presParOf" srcId="{6C64E48C-4638-FC4F-9281-FDC37EC5A6D4}" destId="{C6E103F0-D0ED-2946-BC12-8AA8187A49F8}" srcOrd="9" destOrd="0" presId="urn:microsoft.com/office/officeart/2008/layout/LinedList"/>
    <dgm:cxn modelId="{E106A5A4-555B-F14F-9671-9609D7BB5E83}" type="presParOf" srcId="{6C64E48C-4638-FC4F-9281-FDC37EC5A6D4}" destId="{9256D510-8638-4D47-8055-0F18E3560C1D}" srcOrd="10" destOrd="0" presId="urn:microsoft.com/office/officeart/2008/layout/LinedList"/>
    <dgm:cxn modelId="{19DD0E1A-DAC7-B242-8145-08BE24BAD9C0}" type="presParOf" srcId="{9256D510-8638-4D47-8055-0F18E3560C1D}" destId="{83E85868-77C5-A144-A874-B6018833D752}" srcOrd="0" destOrd="0" presId="urn:microsoft.com/office/officeart/2008/layout/LinedList"/>
    <dgm:cxn modelId="{E617478C-13A2-8A40-B79C-5806EC4A63B2}" type="presParOf" srcId="{9256D510-8638-4D47-8055-0F18E3560C1D}" destId="{1B6A1773-8E33-B148-9F34-8AC539932A62}" srcOrd="1" destOrd="0" presId="urn:microsoft.com/office/officeart/2008/layout/LinedList"/>
    <dgm:cxn modelId="{CAE4A0C4-5646-E041-8738-0EF3E70F5FB7}" type="presParOf" srcId="{9256D510-8638-4D47-8055-0F18E3560C1D}" destId="{7C16B45C-EB91-1549-B5D7-133DA4615A1D}" srcOrd="2" destOrd="0" presId="urn:microsoft.com/office/officeart/2008/layout/LinedList"/>
    <dgm:cxn modelId="{D1536698-9B61-2C47-B671-01FF19E4E4B1}" type="presParOf" srcId="{6C64E48C-4638-FC4F-9281-FDC37EC5A6D4}" destId="{AACF90D9-6A7A-294C-B745-D394029460F6}" srcOrd="11" destOrd="0" presId="urn:microsoft.com/office/officeart/2008/layout/LinedList"/>
    <dgm:cxn modelId="{368E0554-D559-2C42-838B-E017D93536A5}" type="presParOf" srcId="{6C64E48C-4638-FC4F-9281-FDC37EC5A6D4}" destId="{057B22C4-603B-024C-9EAD-59A8D70A48E4}"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1FEFD40-DF23-9E4C-8349-DF66A5265D6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kumimoji="1" lang="ja-JP" altLang="en-US"/>
        </a:p>
      </dgm:t>
    </dgm:pt>
    <dgm:pt modelId="{4D445CF6-3D46-8A4A-B3DA-EED529537B4A}">
      <dgm:prSet/>
      <dgm:spPr/>
      <dgm:t>
        <a:bodyPr/>
        <a:lstStyle/>
        <a:p>
          <a:r>
            <a:rPr kumimoji="1" lang="en-US" altLang="ja-JP" b="1"/>
            <a:t>2</a:t>
          </a:r>
          <a:r>
            <a:rPr kumimoji="1" lang="ja-JP" b="1"/>
            <a:t> 会話支配構造モデル（</a:t>
          </a:r>
          <a:r>
            <a:rPr kumimoji="1" lang="en-US" b="1" dirty="0"/>
            <a:t>Dominance Structure Model</a:t>
          </a:r>
          <a:r>
            <a:rPr kumimoji="1" lang="ja-JP" b="1"/>
            <a:t>）</a:t>
          </a:r>
          <a:endParaRPr lang="ja-JP"/>
        </a:p>
      </dgm:t>
    </dgm:pt>
    <dgm:pt modelId="{34FFBF00-18E5-CE43-99B8-3EE9D54C7908}" type="parTrans" cxnId="{292A1CC5-4162-314F-BDE1-122EB0338422}">
      <dgm:prSet/>
      <dgm:spPr/>
      <dgm:t>
        <a:bodyPr/>
        <a:lstStyle/>
        <a:p>
          <a:endParaRPr kumimoji="1" lang="ja-JP" altLang="en-US"/>
        </a:p>
      </dgm:t>
    </dgm:pt>
    <dgm:pt modelId="{A83F31AE-7555-5A40-B808-F11D4DE3887D}" type="sibTrans" cxnId="{292A1CC5-4162-314F-BDE1-122EB0338422}">
      <dgm:prSet/>
      <dgm:spPr/>
      <dgm:t>
        <a:bodyPr/>
        <a:lstStyle/>
        <a:p>
          <a:endParaRPr kumimoji="1" lang="ja-JP" altLang="en-US"/>
        </a:p>
      </dgm:t>
    </dgm:pt>
    <dgm:pt modelId="{B7F342CA-73D7-3142-925D-ADE6401D7F87}">
      <dgm:prSet/>
      <dgm:spPr/>
      <dgm:t>
        <a:bodyPr/>
        <a:lstStyle/>
        <a:p>
          <a:r>
            <a:rPr kumimoji="1" lang="ja-JP"/>
            <a:t>発話ターンのタイミング解析</a:t>
          </a:r>
          <a:endParaRPr lang="ja-JP"/>
        </a:p>
      </dgm:t>
    </dgm:pt>
    <dgm:pt modelId="{AE895114-B925-6C4B-8D3C-AE9C105D20AF}" type="parTrans" cxnId="{40C650B4-EFA2-2F4D-9A3C-296733BE9E74}">
      <dgm:prSet/>
      <dgm:spPr/>
      <dgm:t>
        <a:bodyPr/>
        <a:lstStyle/>
        <a:p>
          <a:endParaRPr kumimoji="1" lang="ja-JP" altLang="en-US"/>
        </a:p>
      </dgm:t>
    </dgm:pt>
    <dgm:pt modelId="{B69F4000-0539-7948-B631-0AF76C512D2B}" type="sibTrans" cxnId="{40C650B4-EFA2-2F4D-9A3C-296733BE9E74}">
      <dgm:prSet/>
      <dgm:spPr/>
      <dgm:t>
        <a:bodyPr/>
        <a:lstStyle/>
        <a:p>
          <a:endParaRPr kumimoji="1" lang="ja-JP" altLang="en-US"/>
        </a:p>
      </dgm:t>
    </dgm:pt>
    <dgm:pt modelId="{6AFC47D8-599D-394D-B58F-AFBC5D9B5DEC}">
      <dgm:prSet/>
      <dgm:spPr/>
      <dgm:t>
        <a:bodyPr/>
        <a:lstStyle/>
        <a:p>
          <a:r>
            <a:rPr kumimoji="1" lang="ja-JP"/>
            <a:t>割り込み率、沈黙支配、応答遅延</a:t>
          </a:r>
          <a:endParaRPr lang="ja-JP"/>
        </a:p>
      </dgm:t>
    </dgm:pt>
    <dgm:pt modelId="{53988368-49D8-A24B-ADD1-103886A02EBB}" type="parTrans" cxnId="{1956F83B-85DC-AE48-9B77-90480E3920C8}">
      <dgm:prSet/>
      <dgm:spPr/>
      <dgm:t>
        <a:bodyPr/>
        <a:lstStyle/>
        <a:p>
          <a:endParaRPr kumimoji="1" lang="ja-JP" altLang="en-US"/>
        </a:p>
      </dgm:t>
    </dgm:pt>
    <dgm:pt modelId="{CF6D2476-F96D-4B41-9A84-B164AABF8ED5}" type="sibTrans" cxnId="{1956F83B-85DC-AE48-9B77-90480E3920C8}">
      <dgm:prSet/>
      <dgm:spPr/>
      <dgm:t>
        <a:bodyPr/>
        <a:lstStyle/>
        <a:p>
          <a:endParaRPr kumimoji="1" lang="ja-JP" altLang="en-US"/>
        </a:p>
      </dgm:t>
    </dgm:pt>
    <dgm:pt modelId="{355A3E63-E194-1745-94AD-38726AB3F343}">
      <dgm:prSet/>
      <dgm:spPr/>
      <dgm:t>
        <a:bodyPr/>
        <a:lstStyle/>
        <a:p>
          <a:r>
            <a:rPr kumimoji="1" lang="ja-JP"/>
            <a:t>行動特徴量 → </a:t>
          </a:r>
          <a:r>
            <a:rPr kumimoji="1" lang="ja-JP" b="1"/>
            <a:t>攻撃構造ベクトル </a:t>
          </a:r>
          <a:r>
            <a:rPr kumimoji="1" lang="en-US" b="1" dirty="0"/>
            <a:t>S-Structure </a:t>
          </a:r>
          <a:r>
            <a:rPr kumimoji="1" lang="ja-JP" b="1"/>
            <a:t>を生成</a:t>
          </a:r>
          <a:endParaRPr lang="ja-JP"/>
        </a:p>
      </dgm:t>
    </dgm:pt>
    <dgm:pt modelId="{A421EFD7-7606-734F-9E1D-1EF7C7D03BFD}" type="parTrans" cxnId="{D1C29E90-F761-4B46-8407-9EDA00F174E1}">
      <dgm:prSet/>
      <dgm:spPr/>
      <dgm:t>
        <a:bodyPr/>
        <a:lstStyle/>
        <a:p>
          <a:endParaRPr kumimoji="1" lang="ja-JP" altLang="en-US"/>
        </a:p>
      </dgm:t>
    </dgm:pt>
    <dgm:pt modelId="{628C9FEB-BABE-B948-91FC-D96070E3F010}" type="sibTrans" cxnId="{D1C29E90-F761-4B46-8407-9EDA00F174E1}">
      <dgm:prSet/>
      <dgm:spPr/>
      <dgm:t>
        <a:bodyPr/>
        <a:lstStyle/>
        <a:p>
          <a:endParaRPr kumimoji="1" lang="ja-JP" altLang="en-US"/>
        </a:p>
      </dgm:t>
    </dgm:pt>
    <dgm:pt modelId="{EE43C857-439E-5E41-8103-34B0329E019B}">
      <dgm:prSet/>
      <dgm:spPr/>
      <dgm:t>
        <a:bodyPr/>
        <a:lstStyle/>
        <a:p>
          <a:r>
            <a:rPr kumimoji="1" lang="ja-JP"/>
            <a:t>専門家評価との相関 </a:t>
          </a:r>
          <a:r>
            <a:rPr kumimoji="1" lang="en-US" dirty="0"/>
            <a:t>r ≥ 0.7</a:t>
          </a:r>
          <a:endParaRPr lang="ja-JP"/>
        </a:p>
      </dgm:t>
    </dgm:pt>
    <dgm:pt modelId="{76EFA9AA-7346-A740-A22B-C6BEAAFCD946}" type="parTrans" cxnId="{3043A1B0-F47C-C442-A543-289B2678F5B9}">
      <dgm:prSet/>
      <dgm:spPr/>
      <dgm:t>
        <a:bodyPr/>
        <a:lstStyle/>
        <a:p>
          <a:endParaRPr kumimoji="1" lang="ja-JP" altLang="en-US"/>
        </a:p>
      </dgm:t>
    </dgm:pt>
    <dgm:pt modelId="{8D52974D-B0CF-014F-95D1-631DEA3606DE}" type="sibTrans" cxnId="{3043A1B0-F47C-C442-A543-289B2678F5B9}">
      <dgm:prSet/>
      <dgm:spPr/>
      <dgm:t>
        <a:bodyPr/>
        <a:lstStyle/>
        <a:p>
          <a:endParaRPr kumimoji="1" lang="ja-JP" altLang="en-US"/>
        </a:p>
      </dgm:t>
    </dgm:pt>
    <dgm:pt modelId="{AEED2886-CCC7-724A-8016-ABF95EDFDF7B}" type="pres">
      <dgm:prSet presAssocID="{A1FEFD40-DF23-9E4C-8349-DF66A5265D6A}" presName="vert0" presStyleCnt="0">
        <dgm:presLayoutVars>
          <dgm:dir/>
          <dgm:animOne val="branch"/>
          <dgm:animLvl val="lvl"/>
        </dgm:presLayoutVars>
      </dgm:prSet>
      <dgm:spPr/>
    </dgm:pt>
    <dgm:pt modelId="{C191081A-A92A-C446-BFD4-F55A6797F312}" type="pres">
      <dgm:prSet presAssocID="{4D445CF6-3D46-8A4A-B3DA-EED529537B4A}" presName="thickLine" presStyleLbl="alignNode1" presStyleIdx="0" presStyleCnt="1"/>
      <dgm:spPr/>
    </dgm:pt>
    <dgm:pt modelId="{F2783C20-109A-2848-A202-48EC959B72D8}" type="pres">
      <dgm:prSet presAssocID="{4D445CF6-3D46-8A4A-B3DA-EED529537B4A}" presName="horz1" presStyleCnt="0"/>
      <dgm:spPr/>
    </dgm:pt>
    <dgm:pt modelId="{E5EF718F-5C8E-7A4F-B31D-062AEBB88AE3}" type="pres">
      <dgm:prSet presAssocID="{4D445CF6-3D46-8A4A-B3DA-EED529537B4A}" presName="tx1" presStyleLbl="revTx" presStyleIdx="0" presStyleCnt="5"/>
      <dgm:spPr/>
    </dgm:pt>
    <dgm:pt modelId="{842B4CD2-13FE-6A4D-9B4A-4F9E1DF2ACC5}" type="pres">
      <dgm:prSet presAssocID="{4D445CF6-3D46-8A4A-B3DA-EED529537B4A}" presName="vert1" presStyleCnt="0"/>
      <dgm:spPr/>
    </dgm:pt>
    <dgm:pt modelId="{681425FC-4F95-8E43-904E-6648C897035A}" type="pres">
      <dgm:prSet presAssocID="{B7F342CA-73D7-3142-925D-ADE6401D7F87}" presName="vertSpace2a" presStyleCnt="0"/>
      <dgm:spPr/>
    </dgm:pt>
    <dgm:pt modelId="{E2984D80-9780-4646-B3B8-A28114FF090D}" type="pres">
      <dgm:prSet presAssocID="{B7F342CA-73D7-3142-925D-ADE6401D7F87}" presName="horz2" presStyleCnt="0"/>
      <dgm:spPr/>
    </dgm:pt>
    <dgm:pt modelId="{2E7AE0A8-8CFC-814B-9D76-7BA032715662}" type="pres">
      <dgm:prSet presAssocID="{B7F342CA-73D7-3142-925D-ADE6401D7F87}" presName="horzSpace2" presStyleCnt="0"/>
      <dgm:spPr/>
    </dgm:pt>
    <dgm:pt modelId="{20CB1779-78CD-5045-AC03-CE9595D8C35B}" type="pres">
      <dgm:prSet presAssocID="{B7F342CA-73D7-3142-925D-ADE6401D7F87}" presName="tx2" presStyleLbl="revTx" presStyleIdx="1" presStyleCnt="5"/>
      <dgm:spPr/>
    </dgm:pt>
    <dgm:pt modelId="{B902674F-53DB-1749-A22C-2D5C44396C50}" type="pres">
      <dgm:prSet presAssocID="{B7F342CA-73D7-3142-925D-ADE6401D7F87}" presName="vert2" presStyleCnt="0"/>
      <dgm:spPr/>
    </dgm:pt>
    <dgm:pt modelId="{617869B2-7E3D-5740-B8AC-3EEAC1CE3E1F}" type="pres">
      <dgm:prSet presAssocID="{B7F342CA-73D7-3142-925D-ADE6401D7F87}" presName="thinLine2b" presStyleLbl="callout" presStyleIdx="0" presStyleCnt="4"/>
      <dgm:spPr/>
    </dgm:pt>
    <dgm:pt modelId="{425C9E77-9B49-F443-817E-8B49A66BC21E}" type="pres">
      <dgm:prSet presAssocID="{B7F342CA-73D7-3142-925D-ADE6401D7F87}" presName="vertSpace2b" presStyleCnt="0"/>
      <dgm:spPr/>
    </dgm:pt>
    <dgm:pt modelId="{A69E1A0D-28A9-F148-8DF0-510B54404BB1}" type="pres">
      <dgm:prSet presAssocID="{6AFC47D8-599D-394D-B58F-AFBC5D9B5DEC}" presName="horz2" presStyleCnt="0"/>
      <dgm:spPr/>
    </dgm:pt>
    <dgm:pt modelId="{D3C7F261-9F2B-B449-9CA2-8C45D3B588B6}" type="pres">
      <dgm:prSet presAssocID="{6AFC47D8-599D-394D-B58F-AFBC5D9B5DEC}" presName="horzSpace2" presStyleCnt="0"/>
      <dgm:spPr/>
    </dgm:pt>
    <dgm:pt modelId="{D8B418E7-B13B-F647-844C-2D7041C43CA1}" type="pres">
      <dgm:prSet presAssocID="{6AFC47D8-599D-394D-B58F-AFBC5D9B5DEC}" presName="tx2" presStyleLbl="revTx" presStyleIdx="2" presStyleCnt="5"/>
      <dgm:spPr/>
    </dgm:pt>
    <dgm:pt modelId="{09BBA5D3-8DB0-934B-92A7-BB74D174C765}" type="pres">
      <dgm:prSet presAssocID="{6AFC47D8-599D-394D-B58F-AFBC5D9B5DEC}" presName="vert2" presStyleCnt="0"/>
      <dgm:spPr/>
    </dgm:pt>
    <dgm:pt modelId="{46EC3BC8-8744-BE42-B6CB-A424FB370182}" type="pres">
      <dgm:prSet presAssocID="{6AFC47D8-599D-394D-B58F-AFBC5D9B5DEC}" presName="thinLine2b" presStyleLbl="callout" presStyleIdx="1" presStyleCnt="4"/>
      <dgm:spPr/>
    </dgm:pt>
    <dgm:pt modelId="{6B5C15C8-54A0-F846-BC3F-C98C4E95A6DE}" type="pres">
      <dgm:prSet presAssocID="{6AFC47D8-599D-394D-B58F-AFBC5D9B5DEC}" presName="vertSpace2b" presStyleCnt="0"/>
      <dgm:spPr/>
    </dgm:pt>
    <dgm:pt modelId="{C52254C0-7D93-3746-800A-C8657B64C7AF}" type="pres">
      <dgm:prSet presAssocID="{355A3E63-E194-1745-94AD-38726AB3F343}" presName="horz2" presStyleCnt="0"/>
      <dgm:spPr/>
    </dgm:pt>
    <dgm:pt modelId="{F588D69D-AF8E-7349-90D9-11FE9157E20E}" type="pres">
      <dgm:prSet presAssocID="{355A3E63-E194-1745-94AD-38726AB3F343}" presName="horzSpace2" presStyleCnt="0"/>
      <dgm:spPr/>
    </dgm:pt>
    <dgm:pt modelId="{86256E32-7B3A-CC47-816B-88595BA8BD1B}" type="pres">
      <dgm:prSet presAssocID="{355A3E63-E194-1745-94AD-38726AB3F343}" presName="tx2" presStyleLbl="revTx" presStyleIdx="3" presStyleCnt="5"/>
      <dgm:spPr/>
    </dgm:pt>
    <dgm:pt modelId="{8FB50C84-DB3D-F94C-B3BA-A28D5B594D48}" type="pres">
      <dgm:prSet presAssocID="{355A3E63-E194-1745-94AD-38726AB3F343}" presName="vert2" presStyleCnt="0"/>
      <dgm:spPr/>
    </dgm:pt>
    <dgm:pt modelId="{2A4FD380-5598-E74F-9C10-2A21C4425131}" type="pres">
      <dgm:prSet presAssocID="{355A3E63-E194-1745-94AD-38726AB3F343}" presName="thinLine2b" presStyleLbl="callout" presStyleIdx="2" presStyleCnt="4"/>
      <dgm:spPr/>
    </dgm:pt>
    <dgm:pt modelId="{E60EA91E-51D4-C242-9854-C43EA0EE703F}" type="pres">
      <dgm:prSet presAssocID="{355A3E63-E194-1745-94AD-38726AB3F343}" presName="vertSpace2b" presStyleCnt="0"/>
      <dgm:spPr/>
    </dgm:pt>
    <dgm:pt modelId="{08F08BB3-1967-444A-9CC9-B841AD4435C0}" type="pres">
      <dgm:prSet presAssocID="{EE43C857-439E-5E41-8103-34B0329E019B}" presName="horz2" presStyleCnt="0"/>
      <dgm:spPr/>
    </dgm:pt>
    <dgm:pt modelId="{1DE21558-CE43-5C48-B387-7AABE70D9593}" type="pres">
      <dgm:prSet presAssocID="{EE43C857-439E-5E41-8103-34B0329E019B}" presName="horzSpace2" presStyleCnt="0"/>
      <dgm:spPr/>
    </dgm:pt>
    <dgm:pt modelId="{F33AC253-57A9-AC4F-8F92-93DE5103BEE5}" type="pres">
      <dgm:prSet presAssocID="{EE43C857-439E-5E41-8103-34B0329E019B}" presName="tx2" presStyleLbl="revTx" presStyleIdx="4" presStyleCnt="5"/>
      <dgm:spPr/>
    </dgm:pt>
    <dgm:pt modelId="{AA897490-961F-644D-AA16-83F5C4A20EF3}" type="pres">
      <dgm:prSet presAssocID="{EE43C857-439E-5E41-8103-34B0329E019B}" presName="vert2" presStyleCnt="0"/>
      <dgm:spPr/>
    </dgm:pt>
    <dgm:pt modelId="{187ABE74-8361-0A49-B71C-BF1595916C00}" type="pres">
      <dgm:prSet presAssocID="{EE43C857-439E-5E41-8103-34B0329E019B}" presName="thinLine2b" presStyleLbl="callout" presStyleIdx="3" presStyleCnt="4"/>
      <dgm:spPr/>
    </dgm:pt>
    <dgm:pt modelId="{6D8571FB-F0E7-7B47-9E30-CADF36014CF2}" type="pres">
      <dgm:prSet presAssocID="{EE43C857-439E-5E41-8103-34B0329E019B}" presName="vertSpace2b" presStyleCnt="0"/>
      <dgm:spPr/>
    </dgm:pt>
  </dgm:ptLst>
  <dgm:cxnLst>
    <dgm:cxn modelId="{1956F83B-85DC-AE48-9B77-90480E3920C8}" srcId="{4D445CF6-3D46-8A4A-B3DA-EED529537B4A}" destId="{6AFC47D8-599D-394D-B58F-AFBC5D9B5DEC}" srcOrd="1" destOrd="0" parTransId="{53988368-49D8-A24B-ADD1-103886A02EBB}" sibTransId="{CF6D2476-F96D-4B41-9A84-B164AABF8ED5}"/>
    <dgm:cxn modelId="{F0D3E849-1166-7846-968A-FD979DBD8342}" type="presOf" srcId="{6AFC47D8-599D-394D-B58F-AFBC5D9B5DEC}" destId="{D8B418E7-B13B-F647-844C-2D7041C43CA1}" srcOrd="0" destOrd="0" presId="urn:microsoft.com/office/officeart/2008/layout/LinedList"/>
    <dgm:cxn modelId="{73720D5C-B962-6740-B8F3-681DF6219095}" type="presOf" srcId="{B7F342CA-73D7-3142-925D-ADE6401D7F87}" destId="{20CB1779-78CD-5045-AC03-CE9595D8C35B}" srcOrd="0" destOrd="0" presId="urn:microsoft.com/office/officeart/2008/layout/LinedList"/>
    <dgm:cxn modelId="{B9022584-C30F-1E4A-A9CC-17ABB9DEF39E}" type="presOf" srcId="{4D445CF6-3D46-8A4A-B3DA-EED529537B4A}" destId="{E5EF718F-5C8E-7A4F-B31D-062AEBB88AE3}" srcOrd="0" destOrd="0" presId="urn:microsoft.com/office/officeart/2008/layout/LinedList"/>
    <dgm:cxn modelId="{D1C29E90-F761-4B46-8407-9EDA00F174E1}" srcId="{4D445CF6-3D46-8A4A-B3DA-EED529537B4A}" destId="{355A3E63-E194-1745-94AD-38726AB3F343}" srcOrd="2" destOrd="0" parTransId="{A421EFD7-7606-734F-9E1D-1EF7C7D03BFD}" sibTransId="{628C9FEB-BABE-B948-91FC-D96070E3F010}"/>
    <dgm:cxn modelId="{3043A1B0-F47C-C442-A543-289B2678F5B9}" srcId="{4D445CF6-3D46-8A4A-B3DA-EED529537B4A}" destId="{EE43C857-439E-5E41-8103-34B0329E019B}" srcOrd="3" destOrd="0" parTransId="{76EFA9AA-7346-A740-A22B-C6BEAAFCD946}" sibTransId="{8D52974D-B0CF-014F-95D1-631DEA3606DE}"/>
    <dgm:cxn modelId="{40C650B4-EFA2-2F4D-9A3C-296733BE9E74}" srcId="{4D445CF6-3D46-8A4A-B3DA-EED529537B4A}" destId="{B7F342CA-73D7-3142-925D-ADE6401D7F87}" srcOrd="0" destOrd="0" parTransId="{AE895114-B925-6C4B-8D3C-AE9C105D20AF}" sibTransId="{B69F4000-0539-7948-B631-0AF76C512D2B}"/>
    <dgm:cxn modelId="{9ABAB6B9-F600-8546-9109-EA8D6B8EF7EB}" type="presOf" srcId="{A1FEFD40-DF23-9E4C-8349-DF66A5265D6A}" destId="{AEED2886-CCC7-724A-8016-ABF95EDFDF7B}" srcOrd="0" destOrd="0" presId="urn:microsoft.com/office/officeart/2008/layout/LinedList"/>
    <dgm:cxn modelId="{34C548BB-0923-514F-9A88-1AB0D1F836DD}" type="presOf" srcId="{EE43C857-439E-5E41-8103-34B0329E019B}" destId="{F33AC253-57A9-AC4F-8F92-93DE5103BEE5}" srcOrd="0" destOrd="0" presId="urn:microsoft.com/office/officeart/2008/layout/LinedList"/>
    <dgm:cxn modelId="{4C113AC3-302B-D249-9A4B-E40BB1E7DDB7}" type="presOf" srcId="{355A3E63-E194-1745-94AD-38726AB3F343}" destId="{86256E32-7B3A-CC47-816B-88595BA8BD1B}" srcOrd="0" destOrd="0" presId="urn:microsoft.com/office/officeart/2008/layout/LinedList"/>
    <dgm:cxn modelId="{292A1CC5-4162-314F-BDE1-122EB0338422}" srcId="{A1FEFD40-DF23-9E4C-8349-DF66A5265D6A}" destId="{4D445CF6-3D46-8A4A-B3DA-EED529537B4A}" srcOrd="0" destOrd="0" parTransId="{34FFBF00-18E5-CE43-99B8-3EE9D54C7908}" sibTransId="{A83F31AE-7555-5A40-B808-F11D4DE3887D}"/>
    <dgm:cxn modelId="{07A41637-0EAD-CA44-BCED-ED5B4EB3D6C5}" type="presParOf" srcId="{AEED2886-CCC7-724A-8016-ABF95EDFDF7B}" destId="{C191081A-A92A-C446-BFD4-F55A6797F312}" srcOrd="0" destOrd="0" presId="urn:microsoft.com/office/officeart/2008/layout/LinedList"/>
    <dgm:cxn modelId="{BEBFE487-F603-2147-8DEF-6C003777D93D}" type="presParOf" srcId="{AEED2886-CCC7-724A-8016-ABF95EDFDF7B}" destId="{F2783C20-109A-2848-A202-48EC959B72D8}" srcOrd="1" destOrd="0" presId="urn:microsoft.com/office/officeart/2008/layout/LinedList"/>
    <dgm:cxn modelId="{F7559F70-A766-0649-8FB6-85D68DE32291}" type="presParOf" srcId="{F2783C20-109A-2848-A202-48EC959B72D8}" destId="{E5EF718F-5C8E-7A4F-B31D-062AEBB88AE3}" srcOrd="0" destOrd="0" presId="urn:microsoft.com/office/officeart/2008/layout/LinedList"/>
    <dgm:cxn modelId="{27BF1C10-7EBA-4C42-9AA1-66A6E8322C54}" type="presParOf" srcId="{F2783C20-109A-2848-A202-48EC959B72D8}" destId="{842B4CD2-13FE-6A4D-9B4A-4F9E1DF2ACC5}" srcOrd="1" destOrd="0" presId="urn:microsoft.com/office/officeart/2008/layout/LinedList"/>
    <dgm:cxn modelId="{69E0C11E-458F-0448-8FA5-3300C8205215}" type="presParOf" srcId="{842B4CD2-13FE-6A4D-9B4A-4F9E1DF2ACC5}" destId="{681425FC-4F95-8E43-904E-6648C897035A}" srcOrd="0" destOrd="0" presId="urn:microsoft.com/office/officeart/2008/layout/LinedList"/>
    <dgm:cxn modelId="{87405330-014B-4F42-B769-1EAE3A61CF8A}" type="presParOf" srcId="{842B4CD2-13FE-6A4D-9B4A-4F9E1DF2ACC5}" destId="{E2984D80-9780-4646-B3B8-A28114FF090D}" srcOrd="1" destOrd="0" presId="urn:microsoft.com/office/officeart/2008/layout/LinedList"/>
    <dgm:cxn modelId="{83438276-DBE8-E942-980A-16516FA51101}" type="presParOf" srcId="{E2984D80-9780-4646-B3B8-A28114FF090D}" destId="{2E7AE0A8-8CFC-814B-9D76-7BA032715662}" srcOrd="0" destOrd="0" presId="urn:microsoft.com/office/officeart/2008/layout/LinedList"/>
    <dgm:cxn modelId="{BA8567A4-F953-344C-BC46-AF451ED2EFB7}" type="presParOf" srcId="{E2984D80-9780-4646-B3B8-A28114FF090D}" destId="{20CB1779-78CD-5045-AC03-CE9595D8C35B}" srcOrd="1" destOrd="0" presId="urn:microsoft.com/office/officeart/2008/layout/LinedList"/>
    <dgm:cxn modelId="{6E567E15-3F30-354F-B5D3-BD3A10F0A060}" type="presParOf" srcId="{E2984D80-9780-4646-B3B8-A28114FF090D}" destId="{B902674F-53DB-1749-A22C-2D5C44396C50}" srcOrd="2" destOrd="0" presId="urn:microsoft.com/office/officeart/2008/layout/LinedList"/>
    <dgm:cxn modelId="{96570F97-49F0-D542-9E5A-A0DB66E6C4F1}" type="presParOf" srcId="{842B4CD2-13FE-6A4D-9B4A-4F9E1DF2ACC5}" destId="{617869B2-7E3D-5740-B8AC-3EEAC1CE3E1F}" srcOrd="2" destOrd="0" presId="urn:microsoft.com/office/officeart/2008/layout/LinedList"/>
    <dgm:cxn modelId="{8E13CBE5-7ECD-5249-A293-DD356C8377BB}" type="presParOf" srcId="{842B4CD2-13FE-6A4D-9B4A-4F9E1DF2ACC5}" destId="{425C9E77-9B49-F443-817E-8B49A66BC21E}" srcOrd="3" destOrd="0" presId="urn:microsoft.com/office/officeart/2008/layout/LinedList"/>
    <dgm:cxn modelId="{52951010-C7FC-1541-9CD3-25CC19A06862}" type="presParOf" srcId="{842B4CD2-13FE-6A4D-9B4A-4F9E1DF2ACC5}" destId="{A69E1A0D-28A9-F148-8DF0-510B54404BB1}" srcOrd="4" destOrd="0" presId="urn:microsoft.com/office/officeart/2008/layout/LinedList"/>
    <dgm:cxn modelId="{93F5B070-0787-ED45-A0EE-1F0BB41EF26E}" type="presParOf" srcId="{A69E1A0D-28A9-F148-8DF0-510B54404BB1}" destId="{D3C7F261-9F2B-B449-9CA2-8C45D3B588B6}" srcOrd="0" destOrd="0" presId="urn:microsoft.com/office/officeart/2008/layout/LinedList"/>
    <dgm:cxn modelId="{E0497396-47A4-E043-9103-AECE0356CA2E}" type="presParOf" srcId="{A69E1A0D-28A9-F148-8DF0-510B54404BB1}" destId="{D8B418E7-B13B-F647-844C-2D7041C43CA1}" srcOrd="1" destOrd="0" presId="urn:microsoft.com/office/officeart/2008/layout/LinedList"/>
    <dgm:cxn modelId="{89F62E5C-AD6C-A74E-B7DE-AF8B8596920D}" type="presParOf" srcId="{A69E1A0D-28A9-F148-8DF0-510B54404BB1}" destId="{09BBA5D3-8DB0-934B-92A7-BB74D174C765}" srcOrd="2" destOrd="0" presId="urn:microsoft.com/office/officeart/2008/layout/LinedList"/>
    <dgm:cxn modelId="{0EDF1FDE-F612-894B-99F5-C20B72659473}" type="presParOf" srcId="{842B4CD2-13FE-6A4D-9B4A-4F9E1DF2ACC5}" destId="{46EC3BC8-8744-BE42-B6CB-A424FB370182}" srcOrd="5" destOrd="0" presId="urn:microsoft.com/office/officeart/2008/layout/LinedList"/>
    <dgm:cxn modelId="{3560A8AA-06CD-7547-9FDE-31A215896A0A}" type="presParOf" srcId="{842B4CD2-13FE-6A4D-9B4A-4F9E1DF2ACC5}" destId="{6B5C15C8-54A0-F846-BC3F-C98C4E95A6DE}" srcOrd="6" destOrd="0" presId="urn:microsoft.com/office/officeart/2008/layout/LinedList"/>
    <dgm:cxn modelId="{CE513250-72E0-4F4D-BCC9-FBF993EEF8DD}" type="presParOf" srcId="{842B4CD2-13FE-6A4D-9B4A-4F9E1DF2ACC5}" destId="{C52254C0-7D93-3746-800A-C8657B64C7AF}" srcOrd="7" destOrd="0" presId="urn:microsoft.com/office/officeart/2008/layout/LinedList"/>
    <dgm:cxn modelId="{FFE2F940-3E53-5C47-BAA2-CE7D69F8945A}" type="presParOf" srcId="{C52254C0-7D93-3746-800A-C8657B64C7AF}" destId="{F588D69D-AF8E-7349-90D9-11FE9157E20E}" srcOrd="0" destOrd="0" presId="urn:microsoft.com/office/officeart/2008/layout/LinedList"/>
    <dgm:cxn modelId="{D6F73976-AA42-FC45-8092-BA7323604617}" type="presParOf" srcId="{C52254C0-7D93-3746-800A-C8657B64C7AF}" destId="{86256E32-7B3A-CC47-816B-88595BA8BD1B}" srcOrd="1" destOrd="0" presId="urn:microsoft.com/office/officeart/2008/layout/LinedList"/>
    <dgm:cxn modelId="{628FF6CA-F233-7443-9EAC-EDB3AB460A45}" type="presParOf" srcId="{C52254C0-7D93-3746-800A-C8657B64C7AF}" destId="{8FB50C84-DB3D-F94C-B3BA-A28D5B594D48}" srcOrd="2" destOrd="0" presId="urn:microsoft.com/office/officeart/2008/layout/LinedList"/>
    <dgm:cxn modelId="{54762658-58DB-D04E-B2AF-A5F4270DC05B}" type="presParOf" srcId="{842B4CD2-13FE-6A4D-9B4A-4F9E1DF2ACC5}" destId="{2A4FD380-5598-E74F-9C10-2A21C4425131}" srcOrd="8" destOrd="0" presId="urn:microsoft.com/office/officeart/2008/layout/LinedList"/>
    <dgm:cxn modelId="{3F333B7C-E85A-C547-A8CF-1D8A35E8ADD0}" type="presParOf" srcId="{842B4CD2-13FE-6A4D-9B4A-4F9E1DF2ACC5}" destId="{E60EA91E-51D4-C242-9854-C43EA0EE703F}" srcOrd="9" destOrd="0" presId="urn:microsoft.com/office/officeart/2008/layout/LinedList"/>
    <dgm:cxn modelId="{4F66F536-7450-B74E-B65B-CEB823B6C2C0}" type="presParOf" srcId="{842B4CD2-13FE-6A4D-9B4A-4F9E1DF2ACC5}" destId="{08F08BB3-1967-444A-9CC9-B841AD4435C0}" srcOrd="10" destOrd="0" presId="urn:microsoft.com/office/officeart/2008/layout/LinedList"/>
    <dgm:cxn modelId="{CED24B39-86CA-7542-8638-2CA31ECE8B99}" type="presParOf" srcId="{08F08BB3-1967-444A-9CC9-B841AD4435C0}" destId="{1DE21558-CE43-5C48-B387-7AABE70D9593}" srcOrd="0" destOrd="0" presId="urn:microsoft.com/office/officeart/2008/layout/LinedList"/>
    <dgm:cxn modelId="{81ADFD93-436D-9141-AA0C-A316475397E3}" type="presParOf" srcId="{08F08BB3-1967-444A-9CC9-B841AD4435C0}" destId="{F33AC253-57A9-AC4F-8F92-93DE5103BEE5}" srcOrd="1" destOrd="0" presId="urn:microsoft.com/office/officeart/2008/layout/LinedList"/>
    <dgm:cxn modelId="{34B2056D-0797-4842-A850-DE73CF050DFD}" type="presParOf" srcId="{08F08BB3-1967-444A-9CC9-B841AD4435C0}" destId="{AA897490-961F-644D-AA16-83F5C4A20EF3}" srcOrd="2" destOrd="0" presId="urn:microsoft.com/office/officeart/2008/layout/LinedList"/>
    <dgm:cxn modelId="{40432487-AFCF-874A-B482-2318DA3A529C}" type="presParOf" srcId="{842B4CD2-13FE-6A4D-9B4A-4F9E1DF2ACC5}" destId="{187ABE74-8361-0A49-B71C-BF1595916C00}" srcOrd="11" destOrd="0" presId="urn:microsoft.com/office/officeart/2008/layout/LinedList"/>
    <dgm:cxn modelId="{3F2B2E7C-16FD-934E-B5F8-FB1AF7FF6A29}" type="presParOf" srcId="{842B4CD2-13FE-6A4D-9B4A-4F9E1DF2ACC5}" destId="{6D8571FB-F0E7-7B47-9E30-CADF36014CF2}" srcOrd="12"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922C45E-96CD-A048-8CE3-EF19A9A22906}"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kumimoji="1" lang="ja-JP" altLang="en-US"/>
        </a:p>
      </dgm:t>
    </dgm:pt>
    <dgm:pt modelId="{05F0EA9E-742E-514A-AE78-458624C3FE81}">
      <dgm:prSet custT="1"/>
      <dgm:spPr/>
      <dgm:t>
        <a:bodyPr/>
        <a:lstStyle/>
        <a:p>
          <a:r>
            <a:rPr kumimoji="1" lang="en-US" sz="1400" b="1" dirty="0"/>
            <a:t>4 NLP × </a:t>
          </a:r>
          <a:r>
            <a:rPr kumimoji="1" lang="ja-JP" sz="1400" b="1"/>
            <a:t>法律推論</a:t>
          </a:r>
          <a:r>
            <a:rPr kumimoji="1" lang="en-US" altLang="ja-JP" sz="1400" b="1" dirty="0"/>
            <a:t>(</a:t>
          </a:r>
          <a:r>
            <a:rPr kumimoji="1" lang="ja-JP" altLang="en-US" sz="1400" b="1"/>
            <a:t>判例マッチング</a:t>
          </a:r>
          <a:r>
            <a:rPr kumimoji="1" lang="en-US" altLang="ja-JP" sz="1400" b="1" dirty="0"/>
            <a:t>)</a:t>
          </a:r>
          <a:r>
            <a:rPr kumimoji="1" lang="ja-JP" sz="1400" b="1"/>
            <a:t>（</a:t>
          </a:r>
          <a:r>
            <a:rPr kumimoji="1" lang="en-US" sz="1400" b="1" dirty="0"/>
            <a:t>Legal Matching Engine</a:t>
          </a:r>
          <a:r>
            <a:rPr kumimoji="1" lang="ja-JP" sz="1400" b="1"/>
            <a:t>）</a:t>
          </a:r>
          <a:endParaRPr lang="ja-JP" sz="1400"/>
        </a:p>
      </dgm:t>
    </dgm:pt>
    <dgm:pt modelId="{AB54C109-07EE-9D49-BA16-57E0CDEB1EB1}" type="parTrans" cxnId="{C6261E75-5911-7D4E-B631-F1FAF719F5C1}">
      <dgm:prSet/>
      <dgm:spPr/>
      <dgm:t>
        <a:bodyPr/>
        <a:lstStyle/>
        <a:p>
          <a:endParaRPr kumimoji="1" lang="ja-JP" altLang="en-US"/>
        </a:p>
      </dgm:t>
    </dgm:pt>
    <dgm:pt modelId="{F65960F3-90CD-4743-8198-2ED8A05E615A}" type="sibTrans" cxnId="{C6261E75-5911-7D4E-B631-F1FAF719F5C1}">
      <dgm:prSet/>
      <dgm:spPr/>
      <dgm:t>
        <a:bodyPr/>
        <a:lstStyle/>
        <a:p>
          <a:endParaRPr kumimoji="1" lang="ja-JP" altLang="en-US"/>
        </a:p>
      </dgm:t>
    </dgm:pt>
    <dgm:pt modelId="{7B2AF8A0-C7C6-0D44-9A8C-7745C16EB712}">
      <dgm:prSet/>
      <dgm:spPr/>
      <dgm:t>
        <a:bodyPr/>
        <a:lstStyle/>
        <a:p>
          <a:r>
            <a:rPr kumimoji="1" lang="ja-JP" b="1"/>
            <a:t>判例データを</a:t>
          </a:r>
          <a:r>
            <a:rPr kumimoji="1" lang="en-US" b="1" dirty="0"/>
            <a:t>embedding</a:t>
          </a:r>
          <a:r>
            <a:rPr kumimoji="1" lang="ja-JP" b="1"/>
            <a:t>化</a:t>
          </a:r>
          <a:endParaRPr lang="ja-JP" b="1"/>
        </a:p>
      </dgm:t>
    </dgm:pt>
    <dgm:pt modelId="{72BED452-4DA2-0948-B408-C2CFE7646CDC}" type="parTrans" cxnId="{A4747B81-7D3E-CD41-AE57-8D02FA4A38B3}">
      <dgm:prSet/>
      <dgm:spPr/>
      <dgm:t>
        <a:bodyPr/>
        <a:lstStyle/>
        <a:p>
          <a:endParaRPr kumimoji="1" lang="ja-JP" altLang="en-US"/>
        </a:p>
      </dgm:t>
    </dgm:pt>
    <dgm:pt modelId="{2B371264-720E-3B46-B943-86ECDDF8AD61}" type="sibTrans" cxnId="{A4747B81-7D3E-CD41-AE57-8D02FA4A38B3}">
      <dgm:prSet/>
      <dgm:spPr/>
      <dgm:t>
        <a:bodyPr/>
        <a:lstStyle/>
        <a:p>
          <a:endParaRPr kumimoji="1" lang="ja-JP" altLang="en-US"/>
        </a:p>
      </dgm:t>
    </dgm:pt>
    <dgm:pt modelId="{0F076F34-64F2-B449-8F3F-4696043ED927}">
      <dgm:prSet/>
      <dgm:spPr/>
      <dgm:t>
        <a:bodyPr/>
        <a:lstStyle/>
        <a:p>
          <a:r>
            <a:rPr kumimoji="1" lang="en-US" dirty="0"/>
            <a:t>HSI → </a:t>
          </a:r>
          <a:r>
            <a:rPr kumimoji="1" lang="ja-JP"/>
            <a:t>判例</a:t>
          </a:r>
          <a:r>
            <a:rPr kumimoji="1" lang="en-US" dirty="0"/>
            <a:t>Top-5</a:t>
          </a:r>
          <a:r>
            <a:rPr kumimoji="1" lang="ja-JP"/>
            <a:t>マッチング</a:t>
          </a:r>
          <a:endParaRPr lang="ja-JP"/>
        </a:p>
      </dgm:t>
    </dgm:pt>
    <dgm:pt modelId="{F448E305-CA70-1740-91A6-1920E23E7B1F}" type="parTrans" cxnId="{1DF1AB6B-64BC-464D-A21C-D99633F19B15}">
      <dgm:prSet/>
      <dgm:spPr/>
      <dgm:t>
        <a:bodyPr/>
        <a:lstStyle/>
        <a:p>
          <a:endParaRPr kumimoji="1" lang="ja-JP" altLang="en-US"/>
        </a:p>
      </dgm:t>
    </dgm:pt>
    <dgm:pt modelId="{9314C8D4-A55B-8B4A-B3AF-F4020A693E44}" type="sibTrans" cxnId="{1DF1AB6B-64BC-464D-A21C-D99633F19B15}">
      <dgm:prSet/>
      <dgm:spPr/>
      <dgm:t>
        <a:bodyPr/>
        <a:lstStyle/>
        <a:p>
          <a:endParaRPr kumimoji="1" lang="ja-JP" altLang="en-US"/>
        </a:p>
      </dgm:t>
    </dgm:pt>
    <dgm:pt modelId="{545E8DDA-6CE7-AA48-8384-FAACE3082C35}">
      <dgm:prSet/>
      <dgm:spPr/>
      <dgm:t>
        <a:bodyPr/>
        <a:lstStyle/>
        <a:p>
          <a:r>
            <a:rPr kumimoji="1" lang="en-US" dirty="0"/>
            <a:t>Top-5</a:t>
          </a:r>
          <a:r>
            <a:rPr kumimoji="1" lang="ja-JP"/>
            <a:t>精度 ≥ </a:t>
          </a:r>
          <a:r>
            <a:rPr kumimoji="1" lang="en-US" dirty="0"/>
            <a:t>0.7</a:t>
          </a:r>
          <a:endParaRPr lang="ja-JP"/>
        </a:p>
      </dgm:t>
    </dgm:pt>
    <dgm:pt modelId="{0669E662-60F8-C345-8F88-CF86EE5F4740}" type="parTrans" cxnId="{0CA448F2-D8B7-4B42-9A6E-D9D1ECEBC77B}">
      <dgm:prSet/>
      <dgm:spPr/>
      <dgm:t>
        <a:bodyPr/>
        <a:lstStyle/>
        <a:p>
          <a:endParaRPr kumimoji="1" lang="ja-JP" altLang="en-US"/>
        </a:p>
      </dgm:t>
    </dgm:pt>
    <dgm:pt modelId="{1390E486-F6AD-A841-A377-DE02A4909734}" type="sibTrans" cxnId="{0CA448F2-D8B7-4B42-9A6E-D9D1ECEBC77B}">
      <dgm:prSet/>
      <dgm:spPr/>
      <dgm:t>
        <a:bodyPr/>
        <a:lstStyle/>
        <a:p>
          <a:endParaRPr kumimoji="1" lang="ja-JP" altLang="en-US"/>
        </a:p>
      </dgm:t>
    </dgm:pt>
    <dgm:pt modelId="{BD650440-EBCF-204F-A63A-6AEFC52366AC}">
      <dgm:prSet/>
      <dgm:spPr/>
      <dgm:t>
        <a:bodyPr/>
        <a:lstStyle/>
        <a:p>
          <a:r>
            <a:rPr kumimoji="1" lang="ja-JP"/>
            <a:t>法的強度を示す </a:t>
          </a:r>
          <a:r>
            <a:rPr kumimoji="1" lang="en-US" b="1" dirty="0"/>
            <a:t>Evidence Score</a:t>
          </a:r>
          <a:r>
            <a:rPr kumimoji="1" lang="ja-JP" b="1"/>
            <a:t>（初期</a:t>
          </a:r>
          <a:r>
            <a:rPr kumimoji="1" lang="el-GR" b="1" dirty="0"/>
            <a:t>β</a:t>
          </a:r>
          <a:r>
            <a:rPr kumimoji="1" lang="ja-JP" b="1"/>
            <a:t>版）</a:t>
          </a:r>
          <a:endParaRPr lang="ja-JP"/>
        </a:p>
      </dgm:t>
    </dgm:pt>
    <dgm:pt modelId="{BF683CA8-4576-CE4A-84E6-ED650AD18BE7}" type="parTrans" cxnId="{F05C0DD3-49AC-B643-B190-DF0318830072}">
      <dgm:prSet/>
      <dgm:spPr/>
      <dgm:t>
        <a:bodyPr/>
        <a:lstStyle/>
        <a:p>
          <a:endParaRPr kumimoji="1" lang="ja-JP" altLang="en-US"/>
        </a:p>
      </dgm:t>
    </dgm:pt>
    <dgm:pt modelId="{F54E6E95-8BD1-6C4C-8AE7-B69A83F72995}" type="sibTrans" cxnId="{F05C0DD3-49AC-B643-B190-DF0318830072}">
      <dgm:prSet/>
      <dgm:spPr/>
      <dgm:t>
        <a:bodyPr/>
        <a:lstStyle/>
        <a:p>
          <a:endParaRPr kumimoji="1" lang="ja-JP" altLang="en-US"/>
        </a:p>
      </dgm:t>
    </dgm:pt>
    <dgm:pt modelId="{937815CA-B898-1147-A088-6CAC78E75413}" type="pres">
      <dgm:prSet presAssocID="{8922C45E-96CD-A048-8CE3-EF19A9A22906}" presName="vert0" presStyleCnt="0">
        <dgm:presLayoutVars>
          <dgm:dir/>
          <dgm:animOne val="branch"/>
          <dgm:animLvl val="lvl"/>
        </dgm:presLayoutVars>
      </dgm:prSet>
      <dgm:spPr/>
    </dgm:pt>
    <dgm:pt modelId="{F21F9D8B-4729-F94C-B116-AEECA2E6CEA5}" type="pres">
      <dgm:prSet presAssocID="{05F0EA9E-742E-514A-AE78-458624C3FE81}" presName="thickLine" presStyleLbl="alignNode1" presStyleIdx="0" presStyleCnt="1"/>
      <dgm:spPr/>
    </dgm:pt>
    <dgm:pt modelId="{1AE071F1-1F4E-7E4D-B52D-7471D0472422}" type="pres">
      <dgm:prSet presAssocID="{05F0EA9E-742E-514A-AE78-458624C3FE81}" presName="horz1" presStyleCnt="0"/>
      <dgm:spPr/>
    </dgm:pt>
    <dgm:pt modelId="{D4250C3B-91BA-CC42-BF60-B7D46221AE24}" type="pres">
      <dgm:prSet presAssocID="{05F0EA9E-742E-514A-AE78-458624C3FE81}" presName="tx1" presStyleLbl="revTx" presStyleIdx="0" presStyleCnt="5"/>
      <dgm:spPr/>
    </dgm:pt>
    <dgm:pt modelId="{551387C9-86BC-1248-86C3-907920CF195B}" type="pres">
      <dgm:prSet presAssocID="{05F0EA9E-742E-514A-AE78-458624C3FE81}" presName="vert1" presStyleCnt="0"/>
      <dgm:spPr/>
    </dgm:pt>
    <dgm:pt modelId="{A3183255-3CFB-2B40-A4F7-A08179C8D06B}" type="pres">
      <dgm:prSet presAssocID="{7B2AF8A0-C7C6-0D44-9A8C-7745C16EB712}" presName="vertSpace2a" presStyleCnt="0"/>
      <dgm:spPr/>
    </dgm:pt>
    <dgm:pt modelId="{7914CA59-DC5D-8B4A-AFBB-A3EA1D3EB7BD}" type="pres">
      <dgm:prSet presAssocID="{7B2AF8A0-C7C6-0D44-9A8C-7745C16EB712}" presName="horz2" presStyleCnt="0"/>
      <dgm:spPr/>
    </dgm:pt>
    <dgm:pt modelId="{0675E235-912F-7744-AE31-E8A0649C21CE}" type="pres">
      <dgm:prSet presAssocID="{7B2AF8A0-C7C6-0D44-9A8C-7745C16EB712}" presName="horzSpace2" presStyleCnt="0"/>
      <dgm:spPr/>
    </dgm:pt>
    <dgm:pt modelId="{B2B26FFC-6863-424B-8205-78BEEBA935FE}" type="pres">
      <dgm:prSet presAssocID="{7B2AF8A0-C7C6-0D44-9A8C-7745C16EB712}" presName="tx2" presStyleLbl="revTx" presStyleIdx="1" presStyleCnt="5"/>
      <dgm:spPr/>
    </dgm:pt>
    <dgm:pt modelId="{5749EE76-949D-A247-8A86-A36208A0704B}" type="pres">
      <dgm:prSet presAssocID="{7B2AF8A0-C7C6-0D44-9A8C-7745C16EB712}" presName="vert2" presStyleCnt="0"/>
      <dgm:spPr/>
    </dgm:pt>
    <dgm:pt modelId="{3A5B344E-946F-F343-87B0-7DA3C422C640}" type="pres">
      <dgm:prSet presAssocID="{7B2AF8A0-C7C6-0D44-9A8C-7745C16EB712}" presName="thinLine2b" presStyleLbl="callout" presStyleIdx="0" presStyleCnt="4"/>
      <dgm:spPr/>
    </dgm:pt>
    <dgm:pt modelId="{D2CE83BD-4538-164D-87F1-A01010895004}" type="pres">
      <dgm:prSet presAssocID="{7B2AF8A0-C7C6-0D44-9A8C-7745C16EB712}" presName="vertSpace2b" presStyleCnt="0"/>
      <dgm:spPr/>
    </dgm:pt>
    <dgm:pt modelId="{F8972A16-6BF7-A24A-BA3B-01AC5808A9EB}" type="pres">
      <dgm:prSet presAssocID="{0F076F34-64F2-B449-8F3F-4696043ED927}" presName="horz2" presStyleCnt="0"/>
      <dgm:spPr/>
    </dgm:pt>
    <dgm:pt modelId="{D95425AC-4429-CF40-AE8E-8AF1F1FB2C30}" type="pres">
      <dgm:prSet presAssocID="{0F076F34-64F2-B449-8F3F-4696043ED927}" presName="horzSpace2" presStyleCnt="0"/>
      <dgm:spPr/>
    </dgm:pt>
    <dgm:pt modelId="{F1165D40-4BC3-624A-A86C-887E222969F2}" type="pres">
      <dgm:prSet presAssocID="{0F076F34-64F2-B449-8F3F-4696043ED927}" presName="tx2" presStyleLbl="revTx" presStyleIdx="2" presStyleCnt="5"/>
      <dgm:spPr/>
    </dgm:pt>
    <dgm:pt modelId="{C378A7F9-AFEC-D840-A698-B66366B00F06}" type="pres">
      <dgm:prSet presAssocID="{0F076F34-64F2-B449-8F3F-4696043ED927}" presName="vert2" presStyleCnt="0"/>
      <dgm:spPr/>
    </dgm:pt>
    <dgm:pt modelId="{A495B362-2424-C441-875C-0C7F7D7870D7}" type="pres">
      <dgm:prSet presAssocID="{0F076F34-64F2-B449-8F3F-4696043ED927}" presName="thinLine2b" presStyleLbl="callout" presStyleIdx="1" presStyleCnt="4"/>
      <dgm:spPr/>
    </dgm:pt>
    <dgm:pt modelId="{B74EC826-B4A9-2242-A499-07A7CA4DD871}" type="pres">
      <dgm:prSet presAssocID="{0F076F34-64F2-B449-8F3F-4696043ED927}" presName="vertSpace2b" presStyleCnt="0"/>
      <dgm:spPr/>
    </dgm:pt>
    <dgm:pt modelId="{8353E15B-DDD9-1042-B8C7-75D3026CC430}" type="pres">
      <dgm:prSet presAssocID="{545E8DDA-6CE7-AA48-8384-FAACE3082C35}" presName="horz2" presStyleCnt="0"/>
      <dgm:spPr/>
    </dgm:pt>
    <dgm:pt modelId="{ADB7E345-E27C-F140-9B8D-1B0B66726199}" type="pres">
      <dgm:prSet presAssocID="{545E8DDA-6CE7-AA48-8384-FAACE3082C35}" presName="horzSpace2" presStyleCnt="0"/>
      <dgm:spPr/>
    </dgm:pt>
    <dgm:pt modelId="{D4BAD459-31C7-DD4E-B599-6B907A0F54E2}" type="pres">
      <dgm:prSet presAssocID="{545E8DDA-6CE7-AA48-8384-FAACE3082C35}" presName="tx2" presStyleLbl="revTx" presStyleIdx="3" presStyleCnt="5"/>
      <dgm:spPr/>
    </dgm:pt>
    <dgm:pt modelId="{E902DF54-9C77-2C4B-BD59-70C51D0871D5}" type="pres">
      <dgm:prSet presAssocID="{545E8DDA-6CE7-AA48-8384-FAACE3082C35}" presName="vert2" presStyleCnt="0"/>
      <dgm:spPr/>
    </dgm:pt>
    <dgm:pt modelId="{1CE25555-31CE-3E40-9090-01822746F3BE}" type="pres">
      <dgm:prSet presAssocID="{545E8DDA-6CE7-AA48-8384-FAACE3082C35}" presName="thinLine2b" presStyleLbl="callout" presStyleIdx="2" presStyleCnt="4"/>
      <dgm:spPr/>
    </dgm:pt>
    <dgm:pt modelId="{CD46838A-C6F1-C94B-BB12-EC04D2AB34FD}" type="pres">
      <dgm:prSet presAssocID="{545E8DDA-6CE7-AA48-8384-FAACE3082C35}" presName="vertSpace2b" presStyleCnt="0"/>
      <dgm:spPr/>
    </dgm:pt>
    <dgm:pt modelId="{51BEF0C7-E52C-4945-BFE4-617369B14AF5}" type="pres">
      <dgm:prSet presAssocID="{BD650440-EBCF-204F-A63A-6AEFC52366AC}" presName="horz2" presStyleCnt="0"/>
      <dgm:spPr/>
    </dgm:pt>
    <dgm:pt modelId="{CD44C65F-DDE7-3D47-AD04-0C6D880BC578}" type="pres">
      <dgm:prSet presAssocID="{BD650440-EBCF-204F-A63A-6AEFC52366AC}" presName="horzSpace2" presStyleCnt="0"/>
      <dgm:spPr/>
    </dgm:pt>
    <dgm:pt modelId="{283E60FC-76AC-F841-B832-87559363D38D}" type="pres">
      <dgm:prSet presAssocID="{BD650440-EBCF-204F-A63A-6AEFC52366AC}" presName="tx2" presStyleLbl="revTx" presStyleIdx="4" presStyleCnt="5"/>
      <dgm:spPr/>
    </dgm:pt>
    <dgm:pt modelId="{8B8985AA-022C-2847-979C-38ED2C6370C6}" type="pres">
      <dgm:prSet presAssocID="{BD650440-EBCF-204F-A63A-6AEFC52366AC}" presName="vert2" presStyleCnt="0"/>
      <dgm:spPr/>
    </dgm:pt>
    <dgm:pt modelId="{6F61C7BB-B6CE-674B-80D7-B39E190D3FAC}" type="pres">
      <dgm:prSet presAssocID="{BD650440-EBCF-204F-A63A-6AEFC52366AC}" presName="thinLine2b" presStyleLbl="callout" presStyleIdx="3" presStyleCnt="4"/>
      <dgm:spPr/>
    </dgm:pt>
    <dgm:pt modelId="{15795BE9-EFD6-5B4A-A580-DD1765567BC5}" type="pres">
      <dgm:prSet presAssocID="{BD650440-EBCF-204F-A63A-6AEFC52366AC}" presName="vertSpace2b" presStyleCnt="0"/>
      <dgm:spPr/>
    </dgm:pt>
  </dgm:ptLst>
  <dgm:cxnLst>
    <dgm:cxn modelId="{1DF1AB6B-64BC-464D-A21C-D99633F19B15}" srcId="{05F0EA9E-742E-514A-AE78-458624C3FE81}" destId="{0F076F34-64F2-B449-8F3F-4696043ED927}" srcOrd="1" destOrd="0" parTransId="{F448E305-CA70-1740-91A6-1920E23E7B1F}" sibTransId="{9314C8D4-A55B-8B4A-B3AF-F4020A693E44}"/>
    <dgm:cxn modelId="{C6261E75-5911-7D4E-B631-F1FAF719F5C1}" srcId="{8922C45E-96CD-A048-8CE3-EF19A9A22906}" destId="{05F0EA9E-742E-514A-AE78-458624C3FE81}" srcOrd="0" destOrd="0" parTransId="{AB54C109-07EE-9D49-BA16-57E0CDEB1EB1}" sibTransId="{F65960F3-90CD-4743-8198-2ED8A05E615A}"/>
    <dgm:cxn modelId="{A44E4F76-B71F-DE4B-A692-8EFE00CFE652}" type="presOf" srcId="{05F0EA9E-742E-514A-AE78-458624C3FE81}" destId="{D4250C3B-91BA-CC42-BF60-B7D46221AE24}" srcOrd="0" destOrd="0" presId="urn:microsoft.com/office/officeart/2008/layout/LinedList"/>
    <dgm:cxn modelId="{A4747B81-7D3E-CD41-AE57-8D02FA4A38B3}" srcId="{05F0EA9E-742E-514A-AE78-458624C3FE81}" destId="{7B2AF8A0-C7C6-0D44-9A8C-7745C16EB712}" srcOrd="0" destOrd="0" parTransId="{72BED452-4DA2-0948-B408-C2CFE7646CDC}" sibTransId="{2B371264-720E-3B46-B943-86ECDDF8AD61}"/>
    <dgm:cxn modelId="{F0329FAB-BF94-8844-ACCA-8A3C1BD4C57F}" type="presOf" srcId="{8922C45E-96CD-A048-8CE3-EF19A9A22906}" destId="{937815CA-B898-1147-A088-6CAC78E75413}" srcOrd="0" destOrd="0" presId="urn:microsoft.com/office/officeart/2008/layout/LinedList"/>
    <dgm:cxn modelId="{67F14FC7-7B89-C64D-9734-021BD15DC56C}" type="presOf" srcId="{0F076F34-64F2-B449-8F3F-4696043ED927}" destId="{F1165D40-4BC3-624A-A86C-887E222969F2}" srcOrd="0" destOrd="0" presId="urn:microsoft.com/office/officeart/2008/layout/LinedList"/>
    <dgm:cxn modelId="{F05C0DD3-49AC-B643-B190-DF0318830072}" srcId="{05F0EA9E-742E-514A-AE78-458624C3FE81}" destId="{BD650440-EBCF-204F-A63A-6AEFC52366AC}" srcOrd="3" destOrd="0" parTransId="{BF683CA8-4576-CE4A-84E6-ED650AD18BE7}" sibTransId="{F54E6E95-8BD1-6C4C-8AE7-B69A83F72995}"/>
    <dgm:cxn modelId="{D32CEED7-8E7E-4D43-8F9A-7C02CA5EF5A9}" type="presOf" srcId="{BD650440-EBCF-204F-A63A-6AEFC52366AC}" destId="{283E60FC-76AC-F841-B832-87559363D38D}" srcOrd="0" destOrd="0" presId="urn:microsoft.com/office/officeart/2008/layout/LinedList"/>
    <dgm:cxn modelId="{2F20C1DF-889B-EA46-8184-08EFE842DF55}" type="presOf" srcId="{545E8DDA-6CE7-AA48-8384-FAACE3082C35}" destId="{D4BAD459-31C7-DD4E-B599-6B907A0F54E2}" srcOrd="0" destOrd="0" presId="urn:microsoft.com/office/officeart/2008/layout/LinedList"/>
    <dgm:cxn modelId="{93F5C9F0-6B60-D340-9D34-57324FE1DE94}" type="presOf" srcId="{7B2AF8A0-C7C6-0D44-9A8C-7745C16EB712}" destId="{B2B26FFC-6863-424B-8205-78BEEBA935FE}" srcOrd="0" destOrd="0" presId="urn:microsoft.com/office/officeart/2008/layout/LinedList"/>
    <dgm:cxn modelId="{0CA448F2-D8B7-4B42-9A6E-D9D1ECEBC77B}" srcId="{05F0EA9E-742E-514A-AE78-458624C3FE81}" destId="{545E8DDA-6CE7-AA48-8384-FAACE3082C35}" srcOrd="2" destOrd="0" parTransId="{0669E662-60F8-C345-8F88-CF86EE5F4740}" sibTransId="{1390E486-F6AD-A841-A377-DE02A4909734}"/>
    <dgm:cxn modelId="{BD4EC875-3E26-2A44-BBDD-4C6CB04AC0CE}" type="presParOf" srcId="{937815CA-B898-1147-A088-6CAC78E75413}" destId="{F21F9D8B-4729-F94C-B116-AEECA2E6CEA5}" srcOrd="0" destOrd="0" presId="urn:microsoft.com/office/officeart/2008/layout/LinedList"/>
    <dgm:cxn modelId="{32282DF8-8625-0940-BB47-A7A1FBA9BCD6}" type="presParOf" srcId="{937815CA-B898-1147-A088-6CAC78E75413}" destId="{1AE071F1-1F4E-7E4D-B52D-7471D0472422}" srcOrd="1" destOrd="0" presId="urn:microsoft.com/office/officeart/2008/layout/LinedList"/>
    <dgm:cxn modelId="{864C0AD6-1FE7-184D-9560-7AD92251CD79}" type="presParOf" srcId="{1AE071F1-1F4E-7E4D-B52D-7471D0472422}" destId="{D4250C3B-91BA-CC42-BF60-B7D46221AE24}" srcOrd="0" destOrd="0" presId="urn:microsoft.com/office/officeart/2008/layout/LinedList"/>
    <dgm:cxn modelId="{37D61826-702A-5449-ACCF-70905D947D48}" type="presParOf" srcId="{1AE071F1-1F4E-7E4D-B52D-7471D0472422}" destId="{551387C9-86BC-1248-86C3-907920CF195B}" srcOrd="1" destOrd="0" presId="urn:microsoft.com/office/officeart/2008/layout/LinedList"/>
    <dgm:cxn modelId="{1B8D88AB-6716-A847-99EE-E2A91E4ACE90}" type="presParOf" srcId="{551387C9-86BC-1248-86C3-907920CF195B}" destId="{A3183255-3CFB-2B40-A4F7-A08179C8D06B}" srcOrd="0" destOrd="0" presId="urn:microsoft.com/office/officeart/2008/layout/LinedList"/>
    <dgm:cxn modelId="{AA31F2E7-69FC-4646-BA2C-8B704FA455A1}" type="presParOf" srcId="{551387C9-86BC-1248-86C3-907920CF195B}" destId="{7914CA59-DC5D-8B4A-AFBB-A3EA1D3EB7BD}" srcOrd="1" destOrd="0" presId="urn:microsoft.com/office/officeart/2008/layout/LinedList"/>
    <dgm:cxn modelId="{ADE514A0-1B61-9B47-AFEC-12E41AAFF0F3}" type="presParOf" srcId="{7914CA59-DC5D-8B4A-AFBB-A3EA1D3EB7BD}" destId="{0675E235-912F-7744-AE31-E8A0649C21CE}" srcOrd="0" destOrd="0" presId="urn:microsoft.com/office/officeart/2008/layout/LinedList"/>
    <dgm:cxn modelId="{BC23C704-616C-7F44-BF62-ED204C36A1D4}" type="presParOf" srcId="{7914CA59-DC5D-8B4A-AFBB-A3EA1D3EB7BD}" destId="{B2B26FFC-6863-424B-8205-78BEEBA935FE}" srcOrd="1" destOrd="0" presId="urn:microsoft.com/office/officeart/2008/layout/LinedList"/>
    <dgm:cxn modelId="{C70C4C4D-02F8-0345-98E6-EAFEF0548D93}" type="presParOf" srcId="{7914CA59-DC5D-8B4A-AFBB-A3EA1D3EB7BD}" destId="{5749EE76-949D-A247-8A86-A36208A0704B}" srcOrd="2" destOrd="0" presId="urn:microsoft.com/office/officeart/2008/layout/LinedList"/>
    <dgm:cxn modelId="{DD6F402A-8E81-054E-B3A1-3C664EBF82B8}" type="presParOf" srcId="{551387C9-86BC-1248-86C3-907920CF195B}" destId="{3A5B344E-946F-F343-87B0-7DA3C422C640}" srcOrd="2" destOrd="0" presId="urn:microsoft.com/office/officeart/2008/layout/LinedList"/>
    <dgm:cxn modelId="{041EF717-0A47-C94D-9241-735C2ED1B251}" type="presParOf" srcId="{551387C9-86BC-1248-86C3-907920CF195B}" destId="{D2CE83BD-4538-164D-87F1-A01010895004}" srcOrd="3" destOrd="0" presId="urn:microsoft.com/office/officeart/2008/layout/LinedList"/>
    <dgm:cxn modelId="{4B01C214-4878-2844-8B8F-3D4323C5D751}" type="presParOf" srcId="{551387C9-86BC-1248-86C3-907920CF195B}" destId="{F8972A16-6BF7-A24A-BA3B-01AC5808A9EB}" srcOrd="4" destOrd="0" presId="urn:microsoft.com/office/officeart/2008/layout/LinedList"/>
    <dgm:cxn modelId="{F33028A2-262C-C84E-A109-33F468BA1486}" type="presParOf" srcId="{F8972A16-6BF7-A24A-BA3B-01AC5808A9EB}" destId="{D95425AC-4429-CF40-AE8E-8AF1F1FB2C30}" srcOrd="0" destOrd="0" presId="urn:microsoft.com/office/officeart/2008/layout/LinedList"/>
    <dgm:cxn modelId="{36CBBC4D-EEF3-0B42-B1D5-72CA14FB7D79}" type="presParOf" srcId="{F8972A16-6BF7-A24A-BA3B-01AC5808A9EB}" destId="{F1165D40-4BC3-624A-A86C-887E222969F2}" srcOrd="1" destOrd="0" presId="urn:microsoft.com/office/officeart/2008/layout/LinedList"/>
    <dgm:cxn modelId="{7FD7D332-B551-504C-BEEF-9E9D24855B61}" type="presParOf" srcId="{F8972A16-6BF7-A24A-BA3B-01AC5808A9EB}" destId="{C378A7F9-AFEC-D840-A698-B66366B00F06}" srcOrd="2" destOrd="0" presId="urn:microsoft.com/office/officeart/2008/layout/LinedList"/>
    <dgm:cxn modelId="{E8BE47FA-553D-CD4F-B490-C59ADF141AF2}" type="presParOf" srcId="{551387C9-86BC-1248-86C3-907920CF195B}" destId="{A495B362-2424-C441-875C-0C7F7D7870D7}" srcOrd="5" destOrd="0" presId="urn:microsoft.com/office/officeart/2008/layout/LinedList"/>
    <dgm:cxn modelId="{3E0A63E6-D58B-4C40-9CEA-4FD7692B7E2F}" type="presParOf" srcId="{551387C9-86BC-1248-86C3-907920CF195B}" destId="{B74EC826-B4A9-2242-A499-07A7CA4DD871}" srcOrd="6" destOrd="0" presId="urn:microsoft.com/office/officeart/2008/layout/LinedList"/>
    <dgm:cxn modelId="{A3B8051D-3994-C844-B421-9F560A2CD3AE}" type="presParOf" srcId="{551387C9-86BC-1248-86C3-907920CF195B}" destId="{8353E15B-DDD9-1042-B8C7-75D3026CC430}" srcOrd="7" destOrd="0" presId="urn:microsoft.com/office/officeart/2008/layout/LinedList"/>
    <dgm:cxn modelId="{192BFCA5-9310-834D-BD56-340C1018143E}" type="presParOf" srcId="{8353E15B-DDD9-1042-B8C7-75D3026CC430}" destId="{ADB7E345-E27C-F140-9B8D-1B0B66726199}" srcOrd="0" destOrd="0" presId="urn:microsoft.com/office/officeart/2008/layout/LinedList"/>
    <dgm:cxn modelId="{44BAF733-4D38-7D42-9587-9B37426EAFF9}" type="presParOf" srcId="{8353E15B-DDD9-1042-B8C7-75D3026CC430}" destId="{D4BAD459-31C7-DD4E-B599-6B907A0F54E2}" srcOrd="1" destOrd="0" presId="urn:microsoft.com/office/officeart/2008/layout/LinedList"/>
    <dgm:cxn modelId="{5383C9A4-9C53-114E-8740-B27BA8DC7D44}" type="presParOf" srcId="{8353E15B-DDD9-1042-B8C7-75D3026CC430}" destId="{E902DF54-9C77-2C4B-BD59-70C51D0871D5}" srcOrd="2" destOrd="0" presId="urn:microsoft.com/office/officeart/2008/layout/LinedList"/>
    <dgm:cxn modelId="{671F673F-B012-BC4E-99D2-77496270E3E0}" type="presParOf" srcId="{551387C9-86BC-1248-86C3-907920CF195B}" destId="{1CE25555-31CE-3E40-9090-01822746F3BE}" srcOrd="8" destOrd="0" presId="urn:microsoft.com/office/officeart/2008/layout/LinedList"/>
    <dgm:cxn modelId="{5B228527-D263-0E47-874D-46A4501DF9E5}" type="presParOf" srcId="{551387C9-86BC-1248-86C3-907920CF195B}" destId="{CD46838A-C6F1-C94B-BB12-EC04D2AB34FD}" srcOrd="9" destOrd="0" presId="urn:microsoft.com/office/officeart/2008/layout/LinedList"/>
    <dgm:cxn modelId="{32ABB97A-8982-744C-9523-657C438EB788}" type="presParOf" srcId="{551387C9-86BC-1248-86C3-907920CF195B}" destId="{51BEF0C7-E52C-4945-BFE4-617369B14AF5}" srcOrd="10" destOrd="0" presId="urn:microsoft.com/office/officeart/2008/layout/LinedList"/>
    <dgm:cxn modelId="{2031731D-AD1D-2E4C-8BC8-CDA2431900D7}" type="presParOf" srcId="{51BEF0C7-E52C-4945-BFE4-617369B14AF5}" destId="{CD44C65F-DDE7-3D47-AD04-0C6D880BC578}" srcOrd="0" destOrd="0" presId="urn:microsoft.com/office/officeart/2008/layout/LinedList"/>
    <dgm:cxn modelId="{8F106282-29D0-1241-A372-B48F518B4BCE}" type="presParOf" srcId="{51BEF0C7-E52C-4945-BFE4-617369B14AF5}" destId="{283E60FC-76AC-F841-B832-87559363D38D}" srcOrd="1" destOrd="0" presId="urn:microsoft.com/office/officeart/2008/layout/LinedList"/>
    <dgm:cxn modelId="{D05A79CC-92D7-104F-B057-971AC1D03A8D}" type="presParOf" srcId="{51BEF0C7-E52C-4945-BFE4-617369B14AF5}" destId="{8B8985AA-022C-2847-979C-38ED2C6370C6}" srcOrd="2" destOrd="0" presId="urn:microsoft.com/office/officeart/2008/layout/LinedList"/>
    <dgm:cxn modelId="{B27A107A-DDF5-D84F-8FF6-28FBE4BC5444}" type="presParOf" srcId="{551387C9-86BC-1248-86C3-907920CF195B}" destId="{6F61C7BB-B6CE-674B-80D7-B39E190D3FAC}" srcOrd="11" destOrd="0" presId="urn:microsoft.com/office/officeart/2008/layout/LinedList"/>
    <dgm:cxn modelId="{77FA2494-CA67-9749-B443-4EA8D3467748}" type="presParOf" srcId="{551387C9-86BC-1248-86C3-907920CF195B}" destId="{15795BE9-EFD6-5B4A-A580-DD1765567BC5}" srcOrd="12" destOrd="0" presId="urn:microsoft.com/office/officeart/2008/layout/Lined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B1FE2D3-31F6-E644-AB38-A3197F5D91D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kumimoji="1" lang="ja-JP" altLang="en-US"/>
        </a:p>
      </dgm:t>
    </dgm:pt>
    <dgm:pt modelId="{17807171-4833-774A-87C2-E7415F7FDEC1}">
      <dgm:prSet/>
      <dgm:spPr/>
      <dgm:t>
        <a:bodyPr/>
        <a:lstStyle/>
        <a:p>
          <a:r>
            <a:rPr kumimoji="1" lang="en-US" altLang="ja-JP" b="1" dirty="0"/>
            <a:t>3 </a:t>
          </a:r>
          <a:r>
            <a:rPr kumimoji="1" lang="ja-JP" altLang="en-US" b="1"/>
            <a:t>言語攻撃性推定</a:t>
          </a:r>
          <a:r>
            <a:rPr kumimoji="1" lang="en-US" altLang="ja-JP" b="1" dirty="0"/>
            <a:t>(Language Aggression Model)</a:t>
          </a:r>
          <a:endParaRPr lang="ja-JP" b="1"/>
        </a:p>
      </dgm:t>
    </dgm:pt>
    <dgm:pt modelId="{7F4BEC24-762C-A34E-9C93-B90B2A95362C}" type="parTrans" cxnId="{66CBC5C3-233D-0E4D-AF27-7DAD0180158F}">
      <dgm:prSet/>
      <dgm:spPr/>
      <dgm:t>
        <a:bodyPr/>
        <a:lstStyle/>
        <a:p>
          <a:endParaRPr kumimoji="1" lang="ja-JP" altLang="en-US"/>
        </a:p>
      </dgm:t>
    </dgm:pt>
    <dgm:pt modelId="{E8EE2E74-B96E-A348-8083-B5D4E2406962}" type="sibTrans" cxnId="{66CBC5C3-233D-0E4D-AF27-7DAD0180158F}">
      <dgm:prSet/>
      <dgm:spPr/>
      <dgm:t>
        <a:bodyPr/>
        <a:lstStyle/>
        <a:p>
          <a:endParaRPr kumimoji="1" lang="ja-JP" altLang="en-US"/>
        </a:p>
      </dgm:t>
    </dgm:pt>
    <dgm:pt modelId="{FD68BE67-ABA7-224F-9DD5-4ABF59E792F6}">
      <dgm:prSet/>
      <dgm:spPr/>
      <dgm:t>
        <a:bodyPr/>
        <a:lstStyle/>
        <a:p>
          <a:r>
            <a:rPr lang="ja-JP" altLang="en-US"/>
            <a:t>人格否定能力否定パターンの抽出</a:t>
          </a:r>
          <a:endParaRPr lang="ja-JP"/>
        </a:p>
      </dgm:t>
    </dgm:pt>
    <dgm:pt modelId="{A8543747-78B0-D94F-A929-267EA4E34DEB}" type="parTrans" cxnId="{9BB530DA-4D1C-D249-94B4-53795D74EE86}">
      <dgm:prSet/>
      <dgm:spPr/>
      <dgm:t>
        <a:bodyPr/>
        <a:lstStyle/>
        <a:p>
          <a:endParaRPr kumimoji="1" lang="ja-JP" altLang="en-US"/>
        </a:p>
      </dgm:t>
    </dgm:pt>
    <dgm:pt modelId="{3C777D6F-CDA3-6442-9F76-AD60288C9CC5}" type="sibTrans" cxnId="{9BB530DA-4D1C-D249-94B4-53795D74EE86}">
      <dgm:prSet/>
      <dgm:spPr/>
      <dgm:t>
        <a:bodyPr/>
        <a:lstStyle/>
        <a:p>
          <a:endParaRPr kumimoji="1" lang="ja-JP" altLang="en-US"/>
        </a:p>
      </dgm:t>
    </dgm:pt>
    <dgm:pt modelId="{758374AC-928B-DD4D-8ED7-F612D800682E}">
      <dgm:prSet/>
      <dgm:spPr/>
      <dgm:t>
        <a:bodyPr/>
        <a:lstStyle/>
        <a:p>
          <a:r>
            <a:rPr kumimoji="1" lang="ja-JP"/>
            <a:t>例：</a:t>
          </a:r>
          <a:r>
            <a:rPr kumimoji="1" lang="ja-JP" altLang="en-US"/>
            <a:t>人格否定発言の検出</a:t>
          </a:r>
          <a:r>
            <a:rPr kumimoji="1" lang="ja-JP"/>
            <a:t> </a:t>
          </a:r>
          <a:r>
            <a:rPr kumimoji="1" lang="en-US" dirty="0"/>
            <a:t>F1 ≥ 0.75</a:t>
          </a:r>
          <a:endParaRPr lang="ja-JP"/>
        </a:p>
      </dgm:t>
    </dgm:pt>
    <dgm:pt modelId="{7F238CCF-1D3B-F94E-A2DF-86A99DEC9C46}" type="parTrans" cxnId="{8CFE291B-82BF-0449-A841-6BDB63E3665E}">
      <dgm:prSet/>
      <dgm:spPr/>
      <dgm:t>
        <a:bodyPr/>
        <a:lstStyle/>
        <a:p>
          <a:endParaRPr kumimoji="1" lang="ja-JP" altLang="en-US"/>
        </a:p>
      </dgm:t>
    </dgm:pt>
    <dgm:pt modelId="{6F38ED7D-6AFF-2943-8D56-04B38D9BD17D}" type="sibTrans" cxnId="{8CFE291B-82BF-0449-A841-6BDB63E3665E}">
      <dgm:prSet/>
      <dgm:spPr/>
      <dgm:t>
        <a:bodyPr/>
        <a:lstStyle/>
        <a:p>
          <a:endParaRPr kumimoji="1" lang="ja-JP" altLang="en-US"/>
        </a:p>
      </dgm:t>
    </dgm:pt>
    <dgm:pt modelId="{9AAF7A1F-8DD1-CD4F-9557-8CAEBCC5F530}">
      <dgm:prSet/>
      <dgm:spPr/>
      <dgm:t>
        <a:bodyPr/>
        <a:lstStyle/>
        <a:p>
          <a:r>
            <a:rPr lang="ja-JP" altLang="en-US"/>
            <a:t>日本語ハラスメント固有の攻撃表現のモデル化</a:t>
          </a:r>
          <a:endParaRPr lang="ja-JP"/>
        </a:p>
      </dgm:t>
    </dgm:pt>
    <dgm:pt modelId="{99694238-D39D-034C-9D8B-85415BF20F49}" type="parTrans" cxnId="{4BBEBB0E-A900-2E4F-8B61-A0730FC73E10}">
      <dgm:prSet/>
      <dgm:spPr/>
      <dgm:t>
        <a:bodyPr/>
        <a:lstStyle/>
        <a:p>
          <a:endParaRPr kumimoji="1" lang="ja-JP" altLang="en-US"/>
        </a:p>
      </dgm:t>
    </dgm:pt>
    <dgm:pt modelId="{B231BA59-89F8-524E-9BAF-F8E5CEA74243}" type="sibTrans" cxnId="{4BBEBB0E-A900-2E4F-8B61-A0730FC73E10}">
      <dgm:prSet/>
      <dgm:spPr/>
      <dgm:t>
        <a:bodyPr/>
        <a:lstStyle/>
        <a:p>
          <a:endParaRPr kumimoji="1" lang="ja-JP" altLang="en-US"/>
        </a:p>
      </dgm:t>
    </dgm:pt>
    <dgm:pt modelId="{8B11613F-A791-5945-A970-E14123850136}">
      <dgm:prSet/>
      <dgm:spPr/>
      <dgm:t>
        <a:bodyPr/>
        <a:lstStyle/>
        <a:p>
          <a:r>
            <a:rPr lang="ja-JP" altLang="en-US"/>
            <a:t>ターゲット指向性の推定</a:t>
          </a:r>
          <a:r>
            <a:rPr lang="en-US" altLang="ja-JP" dirty="0"/>
            <a:t>(</a:t>
          </a:r>
          <a:r>
            <a:rPr lang="ja-JP" altLang="en-US"/>
            <a:t>特定の個人へ人格攻撃か</a:t>
          </a:r>
          <a:r>
            <a:rPr lang="en-US" altLang="ja-JP" dirty="0"/>
            <a:t>?)</a:t>
          </a:r>
          <a:endParaRPr lang="ja-JP"/>
        </a:p>
      </dgm:t>
    </dgm:pt>
    <dgm:pt modelId="{3BC1B76A-9ED6-2A44-BD2A-2310FD0A3D24}" type="parTrans" cxnId="{FD6C30B2-D229-C94E-B911-DABF3E17C8AB}">
      <dgm:prSet/>
      <dgm:spPr/>
      <dgm:t>
        <a:bodyPr/>
        <a:lstStyle/>
        <a:p>
          <a:endParaRPr kumimoji="1" lang="ja-JP" altLang="en-US"/>
        </a:p>
      </dgm:t>
    </dgm:pt>
    <dgm:pt modelId="{8B63CE52-2FDD-7143-86F5-F0C6B54E43AC}" type="sibTrans" cxnId="{FD6C30B2-D229-C94E-B911-DABF3E17C8AB}">
      <dgm:prSet/>
      <dgm:spPr/>
      <dgm:t>
        <a:bodyPr/>
        <a:lstStyle/>
        <a:p>
          <a:endParaRPr kumimoji="1" lang="ja-JP" altLang="en-US"/>
        </a:p>
      </dgm:t>
    </dgm:pt>
    <dgm:pt modelId="{992D16C5-4E34-4C4C-AFE3-6DF546360936}">
      <dgm:prSet/>
      <dgm:spPr/>
      <dgm:t>
        <a:bodyPr/>
        <a:lstStyle/>
        <a:p>
          <a:r>
            <a:rPr lang="ja-JP" altLang="en-US" b="1"/>
            <a:t>婉曲的部族など文脈攻撃性を</a:t>
          </a:r>
          <a:r>
            <a:rPr lang="en-US" altLang="ja-JP" b="1" dirty="0" err="1"/>
            <a:t>Transformar</a:t>
          </a:r>
          <a:r>
            <a:rPr lang="ja-JP" altLang="en-US" b="1"/>
            <a:t>で推論</a:t>
          </a:r>
          <a:endParaRPr lang="ja-JP" b="1"/>
        </a:p>
      </dgm:t>
    </dgm:pt>
    <dgm:pt modelId="{D42136D6-5450-E24C-B188-34B024B40301}" type="parTrans" cxnId="{8125095D-6FBD-094F-9CDA-06C2DBBBF50F}">
      <dgm:prSet/>
      <dgm:spPr/>
      <dgm:t>
        <a:bodyPr/>
        <a:lstStyle/>
        <a:p>
          <a:endParaRPr kumimoji="1" lang="ja-JP" altLang="en-US"/>
        </a:p>
      </dgm:t>
    </dgm:pt>
    <dgm:pt modelId="{E7F4DE32-43D7-C448-840E-98AFE07844C9}" type="sibTrans" cxnId="{8125095D-6FBD-094F-9CDA-06C2DBBBF50F}">
      <dgm:prSet/>
      <dgm:spPr/>
      <dgm:t>
        <a:bodyPr/>
        <a:lstStyle/>
        <a:p>
          <a:endParaRPr kumimoji="1" lang="ja-JP" altLang="en-US"/>
        </a:p>
      </dgm:t>
    </dgm:pt>
    <dgm:pt modelId="{79FAA2E1-E7C5-5041-8858-094A523AFCE1}" type="pres">
      <dgm:prSet presAssocID="{3B1FE2D3-31F6-E644-AB38-A3197F5D91DE}" presName="vert0" presStyleCnt="0">
        <dgm:presLayoutVars>
          <dgm:dir/>
          <dgm:animOne val="branch"/>
          <dgm:animLvl val="lvl"/>
        </dgm:presLayoutVars>
      </dgm:prSet>
      <dgm:spPr/>
    </dgm:pt>
    <dgm:pt modelId="{7CF4DC79-8310-9A47-AB1E-7FB00872AB60}" type="pres">
      <dgm:prSet presAssocID="{17807171-4833-774A-87C2-E7415F7FDEC1}" presName="thickLine" presStyleLbl="alignNode1" presStyleIdx="0" presStyleCnt="1"/>
      <dgm:spPr/>
    </dgm:pt>
    <dgm:pt modelId="{EC163D04-1367-0947-82C2-4719F146CC69}" type="pres">
      <dgm:prSet presAssocID="{17807171-4833-774A-87C2-E7415F7FDEC1}" presName="horz1" presStyleCnt="0"/>
      <dgm:spPr/>
    </dgm:pt>
    <dgm:pt modelId="{0CECBA09-B20A-8244-B9AF-A7681B9BB373}" type="pres">
      <dgm:prSet presAssocID="{17807171-4833-774A-87C2-E7415F7FDEC1}" presName="tx1" presStyleLbl="revTx" presStyleIdx="0" presStyleCnt="6"/>
      <dgm:spPr/>
    </dgm:pt>
    <dgm:pt modelId="{A00FBA13-27E3-8545-B4A7-D0D2ABABDE19}" type="pres">
      <dgm:prSet presAssocID="{17807171-4833-774A-87C2-E7415F7FDEC1}" presName="vert1" presStyleCnt="0"/>
      <dgm:spPr/>
    </dgm:pt>
    <dgm:pt modelId="{E27E6F7F-32AA-C04A-B374-3960C095DBB5}" type="pres">
      <dgm:prSet presAssocID="{9AAF7A1F-8DD1-CD4F-9557-8CAEBCC5F530}" presName="vertSpace2a" presStyleCnt="0"/>
      <dgm:spPr/>
    </dgm:pt>
    <dgm:pt modelId="{6175C293-516F-124C-855E-82F5BCB4B9C5}" type="pres">
      <dgm:prSet presAssocID="{9AAF7A1F-8DD1-CD4F-9557-8CAEBCC5F530}" presName="horz2" presStyleCnt="0"/>
      <dgm:spPr/>
    </dgm:pt>
    <dgm:pt modelId="{5D4D2C9E-2CFD-314C-9017-F0A920FBD8E7}" type="pres">
      <dgm:prSet presAssocID="{9AAF7A1F-8DD1-CD4F-9557-8CAEBCC5F530}" presName="horzSpace2" presStyleCnt="0"/>
      <dgm:spPr/>
    </dgm:pt>
    <dgm:pt modelId="{FF04B5AC-AB78-8B4E-9488-C5A8D6F2E77E}" type="pres">
      <dgm:prSet presAssocID="{9AAF7A1F-8DD1-CD4F-9557-8CAEBCC5F530}" presName="tx2" presStyleLbl="revTx" presStyleIdx="1" presStyleCnt="6"/>
      <dgm:spPr/>
    </dgm:pt>
    <dgm:pt modelId="{D5F1242E-5C60-E240-AB3E-C36182B9E334}" type="pres">
      <dgm:prSet presAssocID="{9AAF7A1F-8DD1-CD4F-9557-8CAEBCC5F530}" presName="vert2" presStyleCnt="0"/>
      <dgm:spPr/>
    </dgm:pt>
    <dgm:pt modelId="{1C9D1535-7684-9E4D-A447-CC2719887F9E}" type="pres">
      <dgm:prSet presAssocID="{9AAF7A1F-8DD1-CD4F-9557-8CAEBCC5F530}" presName="thinLine2b" presStyleLbl="callout" presStyleIdx="0" presStyleCnt="5"/>
      <dgm:spPr/>
    </dgm:pt>
    <dgm:pt modelId="{72FDB6BD-3B5E-1D4A-85FB-0ED1F68D44FC}" type="pres">
      <dgm:prSet presAssocID="{9AAF7A1F-8DD1-CD4F-9557-8CAEBCC5F530}" presName="vertSpace2b" presStyleCnt="0"/>
      <dgm:spPr/>
    </dgm:pt>
    <dgm:pt modelId="{67D1A5CA-AE99-3F49-A423-B8946FDA1E1B}" type="pres">
      <dgm:prSet presAssocID="{8B11613F-A791-5945-A970-E14123850136}" presName="horz2" presStyleCnt="0"/>
      <dgm:spPr/>
    </dgm:pt>
    <dgm:pt modelId="{D2307605-683E-804D-9E34-98FFA81CF559}" type="pres">
      <dgm:prSet presAssocID="{8B11613F-A791-5945-A970-E14123850136}" presName="horzSpace2" presStyleCnt="0"/>
      <dgm:spPr/>
    </dgm:pt>
    <dgm:pt modelId="{26365791-146B-3F41-AE7B-8C6B00ABDA21}" type="pres">
      <dgm:prSet presAssocID="{8B11613F-A791-5945-A970-E14123850136}" presName="tx2" presStyleLbl="revTx" presStyleIdx="2" presStyleCnt="6"/>
      <dgm:spPr/>
    </dgm:pt>
    <dgm:pt modelId="{BBF28312-E15F-3B4B-91F9-028C8B2EDA5A}" type="pres">
      <dgm:prSet presAssocID="{8B11613F-A791-5945-A970-E14123850136}" presName="vert2" presStyleCnt="0"/>
      <dgm:spPr/>
    </dgm:pt>
    <dgm:pt modelId="{DB38F082-582B-954D-B4D7-5889F100D3D4}" type="pres">
      <dgm:prSet presAssocID="{8B11613F-A791-5945-A970-E14123850136}" presName="thinLine2b" presStyleLbl="callout" presStyleIdx="1" presStyleCnt="5"/>
      <dgm:spPr/>
    </dgm:pt>
    <dgm:pt modelId="{AC7AAD0C-B400-0642-8E8E-9B113A1FE9EB}" type="pres">
      <dgm:prSet presAssocID="{8B11613F-A791-5945-A970-E14123850136}" presName="vertSpace2b" presStyleCnt="0"/>
      <dgm:spPr/>
    </dgm:pt>
    <dgm:pt modelId="{5473771E-A716-3844-949E-9CD095C04CB5}" type="pres">
      <dgm:prSet presAssocID="{FD68BE67-ABA7-224F-9DD5-4ABF59E792F6}" presName="horz2" presStyleCnt="0"/>
      <dgm:spPr/>
    </dgm:pt>
    <dgm:pt modelId="{6859B9D7-7BA2-AA4A-8FCE-19362A2D9C62}" type="pres">
      <dgm:prSet presAssocID="{FD68BE67-ABA7-224F-9DD5-4ABF59E792F6}" presName="horzSpace2" presStyleCnt="0"/>
      <dgm:spPr/>
    </dgm:pt>
    <dgm:pt modelId="{3AD1DCA3-0711-7546-9FC1-DA24259F0FF8}" type="pres">
      <dgm:prSet presAssocID="{FD68BE67-ABA7-224F-9DD5-4ABF59E792F6}" presName="tx2" presStyleLbl="revTx" presStyleIdx="3" presStyleCnt="6"/>
      <dgm:spPr/>
    </dgm:pt>
    <dgm:pt modelId="{B3B4EC08-4455-1F42-937F-D2690FC8F000}" type="pres">
      <dgm:prSet presAssocID="{FD68BE67-ABA7-224F-9DD5-4ABF59E792F6}" presName="vert2" presStyleCnt="0"/>
      <dgm:spPr/>
    </dgm:pt>
    <dgm:pt modelId="{E2910697-6714-0141-8E82-55BF72C34FE6}" type="pres">
      <dgm:prSet presAssocID="{FD68BE67-ABA7-224F-9DD5-4ABF59E792F6}" presName="thinLine2b" presStyleLbl="callout" presStyleIdx="2" presStyleCnt="5"/>
      <dgm:spPr/>
    </dgm:pt>
    <dgm:pt modelId="{C6E103F0-D0ED-2946-BC12-8AA8187A49F8}" type="pres">
      <dgm:prSet presAssocID="{FD68BE67-ABA7-224F-9DD5-4ABF59E792F6}" presName="vertSpace2b" presStyleCnt="0"/>
      <dgm:spPr/>
    </dgm:pt>
    <dgm:pt modelId="{7F88502C-D0FC-E546-994F-BDFCFB919DC0}" type="pres">
      <dgm:prSet presAssocID="{992D16C5-4E34-4C4C-AFE3-6DF546360936}" presName="horz2" presStyleCnt="0"/>
      <dgm:spPr/>
    </dgm:pt>
    <dgm:pt modelId="{2259EE9E-2583-DB48-A02D-9E00FD0EDB1D}" type="pres">
      <dgm:prSet presAssocID="{992D16C5-4E34-4C4C-AFE3-6DF546360936}" presName="horzSpace2" presStyleCnt="0"/>
      <dgm:spPr/>
    </dgm:pt>
    <dgm:pt modelId="{CAB092B9-E63F-5242-92CA-142594A744D8}" type="pres">
      <dgm:prSet presAssocID="{992D16C5-4E34-4C4C-AFE3-6DF546360936}" presName="tx2" presStyleLbl="revTx" presStyleIdx="4" presStyleCnt="6"/>
      <dgm:spPr/>
    </dgm:pt>
    <dgm:pt modelId="{A951639A-F601-F244-960D-BC74FC8AAB9F}" type="pres">
      <dgm:prSet presAssocID="{992D16C5-4E34-4C4C-AFE3-6DF546360936}" presName="vert2" presStyleCnt="0"/>
      <dgm:spPr/>
    </dgm:pt>
    <dgm:pt modelId="{5022E074-E89A-0A41-B3F8-A120433B635D}" type="pres">
      <dgm:prSet presAssocID="{992D16C5-4E34-4C4C-AFE3-6DF546360936}" presName="thinLine2b" presStyleLbl="callout" presStyleIdx="3" presStyleCnt="5"/>
      <dgm:spPr/>
    </dgm:pt>
    <dgm:pt modelId="{4B883696-3DB2-E747-AB68-9DF5F74D4862}" type="pres">
      <dgm:prSet presAssocID="{992D16C5-4E34-4C4C-AFE3-6DF546360936}" presName="vertSpace2b" presStyleCnt="0"/>
      <dgm:spPr/>
    </dgm:pt>
    <dgm:pt modelId="{9256D510-8638-4D47-8055-0F18E3560C1D}" type="pres">
      <dgm:prSet presAssocID="{758374AC-928B-DD4D-8ED7-F612D800682E}" presName="horz2" presStyleCnt="0"/>
      <dgm:spPr/>
    </dgm:pt>
    <dgm:pt modelId="{83E85868-77C5-A144-A874-B6018833D752}" type="pres">
      <dgm:prSet presAssocID="{758374AC-928B-DD4D-8ED7-F612D800682E}" presName="horzSpace2" presStyleCnt="0"/>
      <dgm:spPr/>
    </dgm:pt>
    <dgm:pt modelId="{1B6A1773-8E33-B148-9F34-8AC539932A62}" type="pres">
      <dgm:prSet presAssocID="{758374AC-928B-DD4D-8ED7-F612D800682E}" presName="tx2" presStyleLbl="revTx" presStyleIdx="5" presStyleCnt="6"/>
      <dgm:spPr/>
    </dgm:pt>
    <dgm:pt modelId="{7C16B45C-EB91-1549-B5D7-133DA4615A1D}" type="pres">
      <dgm:prSet presAssocID="{758374AC-928B-DD4D-8ED7-F612D800682E}" presName="vert2" presStyleCnt="0"/>
      <dgm:spPr/>
    </dgm:pt>
    <dgm:pt modelId="{AACF90D9-6A7A-294C-B745-D394029460F6}" type="pres">
      <dgm:prSet presAssocID="{758374AC-928B-DD4D-8ED7-F612D800682E}" presName="thinLine2b" presStyleLbl="callout" presStyleIdx="4" presStyleCnt="5"/>
      <dgm:spPr/>
    </dgm:pt>
    <dgm:pt modelId="{057B22C4-603B-024C-9EAD-59A8D70A48E4}" type="pres">
      <dgm:prSet presAssocID="{758374AC-928B-DD4D-8ED7-F612D800682E}" presName="vertSpace2b" presStyleCnt="0"/>
      <dgm:spPr/>
    </dgm:pt>
  </dgm:ptLst>
  <dgm:cxnLst>
    <dgm:cxn modelId="{4BBEBB0E-A900-2E4F-8B61-A0730FC73E10}" srcId="{17807171-4833-774A-87C2-E7415F7FDEC1}" destId="{9AAF7A1F-8DD1-CD4F-9557-8CAEBCC5F530}" srcOrd="0" destOrd="0" parTransId="{99694238-D39D-034C-9D8B-85415BF20F49}" sibTransId="{B231BA59-89F8-524E-9BAF-F8E5CEA74243}"/>
    <dgm:cxn modelId="{8CFE291B-82BF-0449-A841-6BDB63E3665E}" srcId="{17807171-4833-774A-87C2-E7415F7FDEC1}" destId="{758374AC-928B-DD4D-8ED7-F612D800682E}" srcOrd="4" destOrd="0" parTransId="{7F238CCF-1D3B-F94E-A2DF-86A99DEC9C46}" sibTransId="{6F38ED7D-6AFF-2943-8D56-04B38D9BD17D}"/>
    <dgm:cxn modelId="{85BC5434-5964-3A40-9624-B3C63712D439}" type="presOf" srcId="{9AAF7A1F-8DD1-CD4F-9557-8CAEBCC5F530}" destId="{FF04B5AC-AB78-8B4E-9488-C5A8D6F2E77E}" srcOrd="0" destOrd="0" presId="urn:microsoft.com/office/officeart/2008/layout/LinedList"/>
    <dgm:cxn modelId="{082DD134-3EB7-BF45-9F6A-748F7381A832}" type="presOf" srcId="{8B11613F-A791-5945-A970-E14123850136}" destId="{26365791-146B-3F41-AE7B-8C6B00ABDA21}" srcOrd="0" destOrd="0" presId="urn:microsoft.com/office/officeart/2008/layout/LinedList"/>
    <dgm:cxn modelId="{D0FAC651-C3AB-C34A-BEB4-A8C4B41559B6}" type="presOf" srcId="{FD68BE67-ABA7-224F-9DD5-4ABF59E792F6}" destId="{3AD1DCA3-0711-7546-9FC1-DA24259F0FF8}" srcOrd="0" destOrd="0" presId="urn:microsoft.com/office/officeart/2008/layout/LinedList"/>
    <dgm:cxn modelId="{EB94A95B-669D-984B-A253-8A8C55E3009C}" type="presOf" srcId="{992D16C5-4E34-4C4C-AFE3-6DF546360936}" destId="{CAB092B9-E63F-5242-92CA-142594A744D8}" srcOrd="0" destOrd="0" presId="urn:microsoft.com/office/officeart/2008/layout/LinedList"/>
    <dgm:cxn modelId="{8125095D-6FBD-094F-9CDA-06C2DBBBF50F}" srcId="{17807171-4833-774A-87C2-E7415F7FDEC1}" destId="{992D16C5-4E34-4C4C-AFE3-6DF546360936}" srcOrd="3" destOrd="0" parTransId="{D42136D6-5450-E24C-B188-34B024B40301}" sibTransId="{E7F4DE32-43D7-C448-840E-98AFE07844C9}"/>
    <dgm:cxn modelId="{75F6D39C-2938-F049-B54C-C26BE7E2A4CD}" type="presOf" srcId="{3B1FE2D3-31F6-E644-AB38-A3197F5D91DE}" destId="{79FAA2E1-E7C5-5041-8858-094A523AFCE1}" srcOrd="0" destOrd="0" presId="urn:microsoft.com/office/officeart/2008/layout/LinedList"/>
    <dgm:cxn modelId="{FD6C30B2-D229-C94E-B911-DABF3E17C8AB}" srcId="{17807171-4833-774A-87C2-E7415F7FDEC1}" destId="{8B11613F-A791-5945-A970-E14123850136}" srcOrd="1" destOrd="0" parTransId="{3BC1B76A-9ED6-2A44-BD2A-2310FD0A3D24}" sibTransId="{8B63CE52-2FDD-7143-86F5-F0C6B54E43AC}"/>
    <dgm:cxn modelId="{66CBC5C3-233D-0E4D-AF27-7DAD0180158F}" srcId="{3B1FE2D3-31F6-E644-AB38-A3197F5D91DE}" destId="{17807171-4833-774A-87C2-E7415F7FDEC1}" srcOrd="0" destOrd="0" parTransId="{7F4BEC24-762C-A34E-9C93-B90B2A95362C}" sibTransId="{E8EE2E74-B96E-A348-8083-B5D4E2406962}"/>
    <dgm:cxn modelId="{9BB530DA-4D1C-D249-94B4-53795D74EE86}" srcId="{17807171-4833-774A-87C2-E7415F7FDEC1}" destId="{FD68BE67-ABA7-224F-9DD5-4ABF59E792F6}" srcOrd="2" destOrd="0" parTransId="{A8543747-78B0-D94F-A929-267EA4E34DEB}" sibTransId="{3C777D6F-CDA3-6442-9F76-AD60288C9CC5}"/>
    <dgm:cxn modelId="{9AA868E0-1840-5042-BB41-3E39F064E5AA}" type="presOf" srcId="{17807171-4833-774A-87C2-E7415F7FDEC1}" destId="{0CECBA09-B20A-8244-B9AF-A7681B9BB373}" srcOrd="0" destOrd="0" presId="urn:microsoft.com/office/officeart/2008/layout/LinedList"/>
    <dgm:cxn modelId="{FF19A2F5-1129-214C-8AAC-BA7574A77851}" type="presOf" srcId="{758374AC-928B-DD4D-8ED7-F612D800682E}" destId="{1B6A1773-8E33-B148-9F34-8AC539932A62}" srcOrd="0" destOrd="0" presId="urn:microsoft.com/office/officeart/2008/layout/LinedList"/>
    <dgm:cxn modelId="{E9B83C67-423B-274C-9686-E3F447D243AB}" type="presParOf" srcId="{79FAA2E1-E7C5-5041-8858-094A523AFCE1}" destId="{7CF4DC79-8310-9A47-AB1E-7FB00872AB60}" srcOrd="0" destOrd="0" presId="urn:microsoft.com/office/officeart/2008/layout/LinedList"/>
    <dgm:cxn modelId="{02DFF5AB-6035-6A48-BA7C-CEFFD836E826}" type="presParOf" srcId="{79FAA2E1-E7C5-5041-8858-094A523AFCE1}" destId="{EC163D04-1367-0947-82C2-4719F146CC69}" srcOrd="1" destOrd="0" presId="urn:microsoft.com/office/officeart/2008/layout/LinedList"/>
    <dgm:cxn modelId="{0B70A2B2-4111-F54F-A140-DF35A0B3C970}" type="presParOf" srcId="{EC163D04-1367-0947-82C2-4719F146CC69}" destId="{0CECBA09-B20A-8244-B9AF-A7681B9BB373}" srcOrd="0" destOrd="0" presId="urn:microsoft.com/office/officeart/2008/layout/LinedList"/>
    <dgm:cxn modelId="{99768FE2-D535-EF41-BE68-D893B198C006}" type="presParOf" srcId="{EC163D04-1367-0947-82C2-4719F146CC69}" destId="{A00FBA13-27E3-8545-B4A7-D0D2ABABDE19}" srcOrd="1" destOrd="0" presId="urn:microsoft.com/office/officeart/2008/layout/LinedList"/>
    <dgm:cxn modelId="{B972E107-1E63-1E42-9918-7186D82B90C0}" type="presParOf" srcId="{A00FBA13-27E3-8545-B4A7-D0D2ABABDE19}" destId="{E27E6F7F-32AA-C04A-B374-3960C095DBB5}" srcOrd="0" destOrd="0" presId="urn:microsoft.com/office/officeart/2008/layout/LinedList"/>
    <dgm:cxn modelId="{4F2FB5DB-770C-DF48-ABF7-B5B6F6CD1FCE}" type="presParOf" srcId="{A00FBA13-27E3-8545-B4A7-D0D2ABABDE19}" destId="{6175C293-516F-124C-855E-82F5BCB4B9C5}" srcOrd="1" destOrd="0" presId="urn:microsoft.com/office/officeart/2008/layout/LinedList"/>
    <dgm:cxn modelId="{47143EEA-5EC9-BB4B-8E99-4CA9BD7BC59C}" type="presParOf" srcId="{6175C293-516F-124C-855E-82F5BCB4B9C5}" destId="{5D4D2C9E-2CFD-314C-9017-F0A920FBD8E7}" srcOrd="0" destOrd="0" presId="urn:microsoft.com/office/officeart/2008/layout/LinedList"/>
    <dgm:cxn modelId="{10235D75-A529-B64F-A410-DA54F62DCE55}" type="presParOf" srcId="{6175C293-516F-124C-855E-82F5BCB4B9C5}" destId="{FF04B5AC-AB78-8B4E-9488-C5A8D6F2E77E}" srcOrd="1" destOrd="0" presId="urn:microsoft.com/office/officeart/2008/layout/LinedList"/>
    <dgm:cxn modelId="{B7E0A13B-6421-D840-88B4-C525352DACCC}" type="presParOf" srcId="{6175C293-516F-124C-855E-82F5BCB4B9C5}" destId="{D5F1242E-5C60-E240-AB3E-C36182B9E334}" srcOrd="2" destOrd="0" presId="urn:microsoft.com/office/officeart/2008/layout/LinedList"/>
    <dgm:cxn modelId="{87DB3B83-9E59-8341-9987-42BB690F46EF}" type="presParOf" srcId="{A00FBA13-27E3-8545-B4A7-D0D2ABABDE19}" destId="{1C9D1535-7684-9E4D-A447-CC2719887F9E}" srcOrd="2" destOrd="0" presId="urn:microsoft.com/office/officeart/2008/layout/LinedList"/>
    <dgm:cxn modelId="{073219A1-48D2-7642-963C-BADCFE057205}" type="presParOf" srcId="{A00FBA13-27E3-8545-B4A7-D0D2ABABDE19}" destId="{72FDB6BD-3B5E-1D4A-85FB-0ED1F68D44FC}" srcOrd="3" destOrd="0" presId="urn:microsoft.com/office/officeart/2008/layout/LinedList"/>
    <dgm:cxn modelId="{BA265FAE-2152-D145-8BA3-119C72CB51A2}" type="presParOf" srcId="{A00FBA13-27E3-8545-B4A7-D0D2ABABDE19}" destId="{67D1A5CA-AE99-3F49-A423-B8946FDA1E1B}" srcOrd="4" destOrd="0" presId="urn:microsoft.com/office/officeart/2008/layout/LinedList"/>
    <dgm:cxn modelId="{333D1301-B9FF-9E41-94D4-2C560048F4D6}" type="presParOf" srcId="{67D1A5CA-AE99-3F49-A423-B8946FDA1E1B}" destId="{D2307605-683E-804D-9E34-98FFA81CF559}" srcOrd="0" destOrd="0" presId="urn:microsoft.com/office/officeart/2008/layout/LinedList"/>
    <dgm:cxn modelId="{A4A277B6-9FC4-EB45-9B59-76E7F98E5879}" type="presParOf" srcId="{67D1A5CA-AE99-3F49-A423-B8946FDA1E1B}" destId="{26365791-146B-3F41-AE7B-8C6B00ABDA21}" srcOrd="1" destOrd="0" presId="urn:microsoft.com/office/officeart/2008/layout/LinedList"/>
    <dgm:cxn modelId="{F6B7D67B-E249-C746-BFF4-EC97FC556CD0}" type="presParOf" srcId="{67D1A5CA-AE99-3F49-A423-B8946FDA1E1B}" destId="{BBF28312-E15F-3B4B-91F9-028C8B2EDA5A}" srcOrd="2" destOrd="0" presId="urn:microsoft.com/office/officeart/2008/layout/LinedList"/>
    <dgm:cxn modelId="{A4DB31D0-5292-EC4A-A9BB-2407B7CD9935}" type="presParOf" srcId="{A00FBA13-27E3-8545-B4A7-D0D2ABABDE19}" destId="{DB38F082-582B-954D-B4D7-5889F100D3D4}" srcOrd="5" destOrd="0" presId="urn:microsoft.com/office/officeart/2008/layout/LinedList"/>
    <dgm:cxn modelId="{44C0760A-6FE9-9945-8C01-4D4996187334}" type="presParOf" srcId="{A00FBA13-27E3-8545-B4A7-D0D2ABABDE19}" destId="{AC7AAD0C-B400-0642-8E8E-9B113A1FE9EB}" srcOrd="6" destOrd="0" presId="urn:microsoft.com/office/officeart/2008/layout/LinedList"/>
    <dgm:cxn modelId="{F8BC68CD-E529-2E49-8CE6-A9033B91D9D3}" type="presParOf" srcId="{A00FBA13-27E3-8545-B4A7-D0D2ABABDE19}" destId="{5473771E-A716-3844-949E-9CD095C04CB5}" srcOrd="7" destOrd="0" presId="urn:microsoft.com/office/officeart/2008/layout/LinedList"/>
    <dgm:cxn modelId="{6A882762-BF71-1545-9C25-256B4F5A34BC}" type="presParOf" srcId="{5473771E-A716-3844-949E-9CD095C04CB5}" destId="{6859B9D7-7BA2-AA4A-8FCE-19362A2D9C62}" srcOrd="0" destOrd="0" presId="urn:microsoft.com/office/officeart/2008/layout/LinedList"/>
    <dgm:cxn modelId="{86050B64-8FDE-EE41-B35B-DEA01F284516}" type="presParOf" srcId="{5473771E-A716-3844-949E-9CD095C04CB5}" destId="{3AD1DCA3-0711-7546-9FC1-DA24259F0FF8}" srcOrd="1" destOrd="0" presId="urn:microsoft.com/office/officeart/2008/layout/LinedList"/>
    <dgm:cxn modelId="{EC0712E5-71F2-934C-833B-811A6E03B857}" type="presParOf" srcId="{5473771E-A716-3844-949E-9CD095C04CB5}" destId="{B3B4EC08-4455-1F42-937F-D2690FC8F000}" srcOrd="2" destOrd="0" presId="urn:microsoft.com/office/officeart/2008/layout/LinedList"/>
    <dgm:cxn modelId="{5777FB9C-15A0-E14D-9AC2-723CFA27D3D3}" type="presParOf" srcId="{A00FBA13-27E3-8545-B4A7-D0D2ABABDE19}" destId="{E2910697-6714-0141-8E82-55BF72C34FE6}" srcOrd="8" destOrd="0" presId="urn:microsoft.com/office/officeart/2008/layout/LinedList"/>
    <dgm:cxn modelId="{652E6535-1CF6-A44F-B944-AEA6D7BA719F}" type="presParOf" srcId="{A00FBA13-27E3-8545-B4A7-D0D2ABABDE19}" destId="{C6E103F0-D0ED-2946-BC12-8AA8187A49F8}" srcOrd="9" destOrd="0" presId="urn:microsoft.com/office/officeart/2008/layout/LinedList"/>
    <dgm:cxn modelId="{5ECF52EB-18EA-0F49-AD4A-7E0CB6CFAC7B}" type="presParOf" srcId="{A00FBA13-27E3-8545-B4A7-D0D2ABABDE19}" destId="{7F88502C-D0FC-E546-994F-BDFCFB919DC0}" srcOrd="10" destOrd="0" presId="urn:microsoft.com/office/officeart/2008/layout/LinedList"/>
    <dgm:cxn modelId="{9B3CA95C-02EC-B34D-B737-4D9E6A947A23}" type="presParOf" srcId="{7F88502C-D0FC-E546-994F-BDFCFB919DC0}" destId="{2259EE9E-2583-DB48-A02D-9E00FD0EDB1D}" srcOrd="0" destOrd="0" presId="urn:microsoft.com/office/officeart/2008/layout/LinedList"/>
    <dgm:cxn modelId="{5EE4DA48-A913-DA4F-AEC4-83C9B77878AD}" type="presParOf" srcId="{7F88502C-D0FC-E546-994F-BDFCFB919DC0}" destId="{CAB092B9-E63F-5242-92CA-142594A744D8}" srcOrd="1" destOrd="0" presId="urn:microsoft.com/office/officeart/2008/layout/LinedList"/>
    <dgm:cxn modelId="{2BD765E7-270C-2049-BA75-8C7F9E06B621}" type="presParOf" srcId="{7F88502C-D0FC-E546-994F-BDFCFB919DC0}" destId="{A951639A-F601-F244-960D-BC74FC8AAB9F}" srcOrd="2" destOrd="0" presId="urn:microsoft.com/office/officeart/2008/layout/LinedList"/>
    <dgm:cxn modelId="{A5D1DA3D-F7B9-6E40-9D22-E00E4D2DEA2A}" type="presParOf" srcId="{A00FBA13-27E3-8545-B4A7-D0D2ABABDE19}" destId="{5022E074-E89A-0A41-B3F8-A120433B635D}" srcOrd="11" destOrd="0" presId="urn:microsoft.com/office/officeart/2008/layout/LinedList"/>
    <dgm:cxn modelId="{25C8F1E5-980B-094C-B6AF-AE71638089CA}" type="presParOf" srcId="{A00FBA13-27E3-8545-B4A7-D0D2ABABDE19}" destId="{4B883696-3DB2-E747-AB68-9DF5F74D4862}" srcOrd="12" destOrd="0" presId="urn:microsoft.com/office/officeart/2008/layout/LinedList"/>
    <dgm:cxn modelId="{7F42C2D2-6612-6242-B682-676CE39B4EC3}" type="presParOf" srcId="{A00FBA13-27E3-8545-B4A7-D0D2ABABDE19}" destId="{9256D510-8638-4D47-8055-0F18E3560C1D}" srcOrd="13" destOrd="0" presId="urn:microsoft.com/office/officeart/2008/layout/LinedList"/>
    <dgm:cxn modelId="{5A42A7F9-D796-3D40-9D2D-CD365CA0C0D9}" type="presParOf" srcId="{9256D510-8638-4D47-8055-0F18E3560C1D}" destId="{83E85868-77C5-A144-A874-B6018833D752}" srcOrd="0" destOrd="0" presId="urn:microsoft.com/office/officeart/2008/layout/LinedList"/>
    <dgm:cxn modelId="{D4C3D002-622D-0A4D-A77E-329D85A84D51}" type="presParOf" srcId="{9256D510-8638-4D47-8055-0F18E3560C1D}" destId="{1B6A1773-8E33-B148-9F34-8AC539932A62}" srcOrd="1" destOrd="0" presId="urn:microsoft.com/office/officeart/2008/layout/LinedList"/>
    <dgm:cxn modelId="{8C590F31-19C5-614A-91BB-60B7F2514296}" type="presParOf" srcId="{9256D510-8638-4D47-8055-0F18E3560C1D}" destId="{7C16B45C-EB91-1549-B5D7-133DA4615A1D}" srcOrd="2" destOrd="0" presId="urn:microsoft.com/office/officeart/2008/layout/LinedList"/>
    <dgm:cxn modelId="{15EC4FE7-2CA0-4149-A728-75298A123BD1}" type="presParOf" srcId="{A00FBA13-27E3-8545-B4A7-D0D2ABABDE19}" destId="{AACF90D9-6A7A-294C-B745-D394029460F6}" srcOrd="14" destOrd="0" presId="urn:microsoft.com/office/officeart/2008/layout/LinedList"/>
    <dgm:cxn modelId="{75BA7934-1C86-6241-933B-3DD195BA18DA}" type="presParOf" srcId="{A00FBA13-27E3-8545-B4A7-D0D2ABABDE19}" destId="{057B22C4-603B-024C-9EAD-59A8D70A48E4}" srcOrd="15" destOrd="0" presId="urn:microsoft.com/office/officeart/2008/layout/LinedList"/>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B59DC87-6FB3-234F-9815-13290FFF48E0}" type="doc">
      <dgm:prSet loTypeId="urn:microsoft.com/office/officeart/2008/layout/LinedList" loCatId="" qsTypeId="urn:microsoft.com/office/officeart/2005/8/quickstyle/simple1" qsCatId="simple" csTypeId="urn:microsoft.com/office/officeart/2005/8/colors/accent1_2" csCatId="accent1" phldr="1"/>
      <dgm:spPr/>
      <dgm:t>
        <a:bodyPr/>
        <a:lstStyle/>
        <a:p>
          <a:endParaRPr kumimoji="1" lang="ja-JP" altLang="en-US"/>
        </a:p>
      </dgm:t>
    </dgm:pt>
    <dgm:pt modelId="{C0EFAB73-42EA-9C48-B3DB-C5C4979014F1}">
      <dgm:prSet custT="1"/>
      <dgm:spPr/>
      <dgm:t>
        <a:bodyPr/>
        <a:lstStyle/>
        <a:p>
          <a:r>
            <a:rPr kumimoji="1" lang="ja-JP" altLang="en-US" sz="2000" b="1"/>
            <a:t>何を推論するか</a:t>
          </a:r>
          <a:endParaRPr lang="ja-JP" altLang="en-US" sz="2000"/>
        </a:p>
      </dgm:t>
    </dgm:pt>
    <dgm:pt modelId="{C59C8589-783D-6B4F-82D5-D9C2E0A88046}" type="parTrans" cxnId="{07A10381-4AD2-BF42-8650-D87A4208E05B}">
      <dgm:prSet/>
      <dgm:spPr/>
      <dgm:t>
        <a:bodyPr/>
        <a:lstStyle/>
        <a:p>
          <a:endParaRPr kumimoji="1" lang="ja-JP" altLang="en-US"/>
        </a:p>
      </dgm:t>
    </dgm:pt>
    <dgm:pt modelId="{F510D8D7-502C-BC44-8AF1-7995135ED5C5}" type="sibTrans" cxnId="{07A10381-4AD2-BF42-8650-D87A4208E05B}">
      <dgm:prSet/>
      <dgm:spPr/>
      <dgm:t>
        <a:bodyPr/>
        <a:lstStyle/>
        <a:p>
          <a:endParaRPr kumimoji="1" lang="ja-JP" altLang="en-US"/>
        </a:p>
      </dgm:t>
    </dgm:pt>
    <dgm:pt modelId="{0F4AF820-A9AB-AA48-9924-34DFB5EFAAEC}">
      <dgm:prSet/>
      <dgm:spPr/>
      <dgm:t>
        <a:bodyPr/>
        <a:lstStyle/>
        <a:p>
          <a:r>
            <a:rPr kumimoji="1" lang="ja-JP"/>
            <a:t>発話ごとの音響特徴から「攻撃的トーン／威圧／怒鳴り」を </a:t>
          </a:r>
          <a:r>
            <a:rPr kumimoji="1" lang="en-US" dirty="0"/>
            <a:t>0〜100 </a:t>
          </a:r>
          <a:r>
            <a:rPr kumimoji="1" lang="ja-JP"/>
            <a:t>にスコア化（</a:t>
          </a:r>
          <a:r>
            <a:rPr kumimoji="1" lang="en-US" dirty="0"/>
            <a:t>A</a:t>
          </a:r>
          <a:r>
            <a:rPr kumimoji="1" lang="ja-JP"/>
            <a:t>）</a:t>
          </a:r>
          <a:endParaRPr lang="ja-JP"/>
        </a:p>
      </dgm:t>
    </dgm:pt>
    <dgm:pt modelId="{4D78997F-808D-9847-88F7-AD999C6EA55E}" type="parTrans" cxnId="{CFC2EA97-27C4-B242-8395-AC5BEB377B5E}">
      <dgm:prSet/>
      <dgm:spPr/>
      <dgm:t>
        <a:bodyPr/>
        <a:lstStyle/>
        <a:p>
          <a:endParaRPr kumimoji="1" lang="ja-JP" altLang="en-US"/>
        </a:p>
      </dgm:t>
    </dgm:pt>
    <dgm:pt modelId="{7DDD9E87-ED97-E743-BA37-808BDBF2EC3A}" type="sibTrans" cxnId="{CFC2EA97-27C4-B242-8395-AC5BEB377B5E}">
      <dgm:prSet/>
      <dgm:spPr/>
      <dgm:t>
        <a:bodyPr/>
        <a:lstStyle/>
        <a:p>
          <a:endParaRPr kumimoji="1" lang="ja-JP" altLang="en-US"/>
        </a:p>
      </dgm:t>
    </dgm:pt>
    <dgm:pt modelId="{BE974BBD-6092-2E4C-9161-5E39DEF349A0}">
      <dgm:prSet/>
      <dgm:spPr/>
      <dgm:t>
        <a:bodyPr/>
        <a:lstStyle/>
        <a:p>
          <a:r>
            <a:rPr kumimoji="1" lang="ja-JP"/>
            <a:t>短時間（数百</a:t>
          </a:r>
          <a:r>
            <a:rPr kumimoji="1" lang="en-US" dirty="0" err="1"/>
            <a:t>ms</a:t>
          </a:r>
          <a:r>
            <a:rPr kumimoji="1" lang="en-US" dirty="0"/>
            <a:t>〜</a:t>
          </a:r>
          <a:r>
            <a:rPr kumimoji="1" lang="ja-JP"/>
            <a:t>数秒）での攻撃ピーク検出（リアルタイム対応）</a:t>
          </a:r>
          <a:endParaRPr lang="ja-JP"/>
        </a:p>
      </dgm:t>
    </dgm:pt>
    <dgm:pt modelId="{2C734EBE-6AAA-A24D-A841-667246505637}" type="parTrans" cxnId="{F6FAFBE5-4C43-C541-BD83-DAF2A7CCFAAB}">
      <dgm:prSet/>
      <dgm:spPr/>
      <dgm:t>
        <a:bodyPr/>
        <a:lstStyle/>
        <a:p>
          <a:endParaRPr kumimoji="1" lang="ja-JP" altLang="en-US"/>
        </a:p>
      </dgm:t>
    </dgm:pt>
    <dgm:pt modelId="{8C22B726-7C79-554C-A04E-72E3D2F1FB8F}" type="sibTrans" cxnId="{F6FAFBE5-4C43-C541-BD83-DAF2A7CCFAAB}">
      <dgm:prSet/>
      <dgm:spPr/>
      <dgm:t>
        <a:bodyPr/>
        <a:lstStyle/>
        <a:p>
          <a:endParaRPr kumimoji="1" lang="ja-JP" altLang="en-US"/>
        </a:p>
      </dgm:t>
    </dgm:pt>
    <dgm:pt modelId="{3317766E-3BBE-3640-99A9-F9F1FAC930A4}">
      <dgm:prSet custT="1"/>
      <dgm:spPr/>
      <dgm:t>
        <a:bodyPr/>
        <a:lstStyle/>
        <a:p>
          <a:r>
            <a:rPr kumimoji="1" lang="ja-JP" altLang="en-US" sz="2000" b="1"/>
            <a:t>技術的困難</a:t>
          </a:r>
          <a:endParaRPr lang="ja-JP" altLang="en-US" sz="2000"/>
        </a:p>
      </dgm:t>
    </dgm:pt>
    <dgm:pt modelId="{C10AF799-E06D-9549-AFD9-9CF21E5F83A7}" type="parTrans" cxnId="{6CE23DCD-EF80-0D4E-9581-86313265371F}">
      <dgm:prSet/>
      <dgm:spPr/>
      <dgm:t>
        <a:bodyPr/>
        <a:lstStyle/>
        <a:p>
          <a:endParaRPr kumimoji="1" lang="ja-JP" altLang="en-US"/>
        </a:p>
      </dgm:t>
    </dgm:pt>
    <dgm:pt modelId="{5DDED12E-6BEC-5F48-BE3D-BA7D258B5296}" type="sibTrans" cxnId="{6CE23DCD-EF80-0D4E-9581-86313265371F}">
      <dgm:prSet/>
      <dgm:spPr/>
      <dgm:t>
        <a:bodyPr/>
        <a:lstStyle/>
        <a:p>
          <a:endParaRPr kumimoji="1" lang="ja-JP" altLang="en-US"/>
        </a:p>
      </dgm:t>
    </dgm:pt>
    <dgm:pt modelId="{F716BCA5-FB5B-8A4A-887F-CD4A073E782B}">
      <dgm:prSet/>
      <dgm:spPr/>
      <dgm:t>
        <a:bodyPr/>
        <a:lstStyle/>
        <a:p>
          <a:r>
            <a:rPr kumimoji="1" lang="ja-JP"/>
            <a:t>背景雑音・マイク品質・距離による音響変動で誤検知が起きやすい</a:t>
          </a:r>
          <a:endParaRPr lang="ja-JP"/>
        </a:p>
      </dgm:t>
    </dgm:pt>
    <dgm:pt modelId="{D1D0014D-E1C1-5E4F-855D-51BBBF7D321D}" type="parTrans" cxnId="{4857BB80-C435-A043-AB37-FA34C21279D3}">
      <dgm:prSet/>
      <dgm:spPr/>
      <dgm:t>
        <a:bodyPr/>
        <a:lstStyle/>
        <a:p>
          <a:endParaRPr kumimoji="1" lang="ja-JP" altLang="en-US"/>
        </a:p>
      </dgm:t>
    </dgm:pt>
    <dgm:pt modelId="{9FC3F2FA-EF05-4A4A-BAEF-8156B1871EAE}" type="sibTrans" cxnId="{4857BB80-C435-A043-AB37-FA34C21279D3}">
      <dgm:prSet/>
      <dgm:spPr/>
      <dgm:t>
        <a:bodyPr/>
        <a:lstStyle/>
        <a:p>
          <a:endParaRPr kumimoji="1" lang="ja-JP" altLang="en-US"/>
        </a:p>
      </dgm:t>
    </dgm:pt>
    <dgm:pt modelId="{5BFA4854-4FA4-3C44-A8B7-7A1E03E2EADB}">
      <dgm:prSet/>
      <dgm:spPr/>
      <dgm:t>
        <a:bodyPr/>
        <a:lstStyle/>
        <a:p>
          <a:r>
            <a:rPr kumimoji="1" lang="ja-JP"/>
            <a:t>人ごとの声質差（性別・年齢・方言）によりモデルの一般化が難しい</a:t>
          </a:r>
          <a:endParaRPr lang="ja-JP"/>
        </a:p>
      </dgm:t>
    </dgm:pt>
    <dgm:pt modelId="{A99565D4-F6DE-C440-B3E0-C5C56A416330}" type="parTrans" cxnId="{AAB9BB48-881E-104D-87BB-E6A3696D4F5E}">
      <dgm:prSet/>
      <dgm:spPr/>
      <dgm:t>
        <a:bodyPr/>
        <a:lstStyle/>
        <a:p>
          <a:endParaRPr kumimoji="1" lang="ja-JP" altLang="en-US"/>
        </a:p>
      </dgm:t>
    </dgm:pt>
    <dgm:pt modelId="{5B9A6814-52D5-E542-9865-5B32184804C4}" type="sibTrans" cxnId="{AAB9BB48-881E-104D-87BB-E6A3696D4F5E}">
      <dgm:prSet/>
      <dgm:spPr/>
      <dgm:t>
        <a:bodyPr/>
        <a:lstStyle/>
        <a:p>
          <a:endParaRPr kumimoji="1" lang="ja-JP" altLang="en-US"/>
        </a:p>
      </dgm:t>
    </dgm:pt>
    <dgm:pt modelId="{96F7FAD5-641E-2748-A043-F7D4A6705368}">
      <dgm:prSet/>
      <dgm:spPr/>
      <dgm:t>
        <a:bodyPr/>
        <a:lstStyle/>
        <a:p>
          <a:r>
            <a:rPr kumimoji="1" lang="ja-JP"/>
            <a:t>オンデバイスで動かすための計算制約（メモリ・演算量）</a:t>
          </a:r>
          <a:endParaRPr lang="ja-JP"/>
        </a:p>
      </dgm:t>
    </dgm:pt>
    <dgm:pt modelId="{B452C494-2710-CE4A-8842-874865189F80}" type="parTrans" cxnId="{34AFC9BF-A2DC-554B-89EA-D974D5729E0B}">
      <dgm:prSet/>
      <dgm:spPr/>
      <dgm:t>
        <a:bodyPr/>
        <a:lstStyle/>
        <a:p>
          <a:endParaRPr kumimoji="1" lang="ja-JP" altLang="en-US"/>
        </a:p>
      </dgm:t>
    </dgm:pt>
    <dgm:pt modelId="{28EE09A2-63F4-A142-93AE-2781D7357984}" type="sibTrans" cxnId="{34AFC9BF-A2DC-554B-89EA-D974D5729E0B}">
      <dgm:prSet/>
      <dgm:spPr/>
      <dgm:t>
        <a:bodyPr/>
        <a:lstStyle/>
        <a:p>
          <a:endParaRPr kumimoji="1" lang="ja-JP" altLang="en-US"/>
        </a:p>
      </dgm:t>
    </dgm:pt>
    <dgm:pt modelId="{B05B978D-4F62-C748-ADEC-227E72073AEA}">
      <dgm:prSet custT="1"/>
      <dgm:spPr/>
      <dgm:t>
        <a:bodyPr/>
        <a:lstStyle/>
        <a:p>
          <a:r>
            <a:rPr kumimoji="1" lang="ja-JP" altLang="en-US" sz="2000" b="1"/>
            <a:t>克服方法</a:t>
          </a:r>
          <a:endParaRPr kumimoji="1" lang="en-US" altLang="ja-JP" sz="2000" b="1" dirty="0"/>
        </a:p>
        <a:p>
          <a:r>
            <a:rPr kumimoji="1" lang="ja-JP" altLang="en-US" sz="2000" b="1"/>
            <a:t>（工夫）</a:t>
          </a:r>
          <a:endParaRPr lang="ja-JP" altLang="en-US" sz="2000"/>
        </a:p>
      </dgm:t>
    </dgm:pt>
    <dgm:pt modelId="{0CC94EC9-8D52-1340-8B22-D9EC68AA7FE0}" type="parTrans" cxnId="{8E78303A-F404-CC48-9D3A-C5D99BF9C4A9}">
      <dgm:prSet/>
      <dgm:spPr/>
      <dgm:t>
        <a:bodyPr/>
        <a:lstStyle/>
        <a:p>
          <a:endParaRPr kumimoji="1" lang="ja-JP" altLang="en-US"/>
        </a:p>
      </dgm:t>
    </dgm:pt>
    <dgm:pt modelId="{26861E85-5165-E448-82D4-BF03FFC98211}" type="sibTrans" cxnId="{8E78303A-F404-CC48-9D3A-C5D99BF9C4A9}">
      <dgm:prSet/>
      <dgm:spPr/>
      <dgm:t>
        <a:bodyPr/>
        <a:lstStyle/>
        <a:p>
          <a:endParaRPr kumimoji="1" lang="ja-JP" altLang="en-US"/>
        </a:p>
      </dgm:t>
    </dgm:pt>
    <dgm:pt modelId="{B184E418-A0BE-F34F-9193-A5F4051694F2}">
      <dgm:prSet/>
      <dgm:spPr/>
      <dgm:t>
        <a:bodyPr/>
        <a:lstStyle/>
        <a:p>
          <a:r>
            <a:rPr kumimoji="1" lang="en-US" dirty="0"/>
            <a:t>Whisper-tiny </a:t>
          </a:r>
          <a:r>
            <a:rPr kumimoji="1" lang="ja-JP"/>
            <a:t>を </a:t>
          </a:r>
          <a:r>
            <a:rPr kumimoji="1" lang="en-US" dirty="0"/>
            <a:t>4-bit </a:t>
          </a:r>
          <a:r>
            <a:rPr kumimoji="1" lang="ja-JP"/>
            <a:t>量子化＋蒸留して端末</a:t>
          </a:r>
          <a:r>
            <a:rPr kumimoji="1" lang="en-US" dirty="0"/>
            <a:t>ASR</a:t>
          </a:r>
          <a:r>
            <a:rPr kumimoji="1" lang="ja-JP"/>
            <a:t>を実行 → 軽量</a:t>
          </a:r>
          <a:r>
            <a:rPr kumimoji="1" lang="en-US" dirty="0"/>
            <a:t>ASR</a:t>
          </a:r>
          <a:r>
            <a:rPr kumimoji="1" lang="ja-JP"/>
            <a:t>で音声→テキストと同期</a:t>
          </a:r>
          <a:endParaRPr lang="ja-JP"/>
        </a:p>
      </dgm:t>
    </dgm:pt>
    <dgm:pt modelId="{2AF46623-456D-8942-9A99-BA14F5C8B7B4}" type="parTrans" cxnId="{21535026-96BB-4741-8769-3CCC78E17CC1}">
      <dgm:prSet/>
      <dgm:spPr/>
      <dgm:t>
        <a:bodyPr/>
        <a:lstStyle/>
        <a:p>
          <a:endParaRPr kumimoji="1" lang="ja-JP" altLang="en-US"/>
        </a:p>
      </dgm:t>
    </dgm:pt>
    <dgm:pt modelId="{97AF0CD3-BEB0-394B-9802-0AB69131E3AC}" type="sibTrans" cxnId="{21535026-96BB-4741-8769-3CCC78E17CC1}">
      <dgm:prSet/>
      <dgm:spPr/>
      <dgm:t>
        <a:bodyPr/>
        <a:lstStyle/>
        <a:p>
          <a:endParaRPr kumimoji="1" lang="ja-JP" altLang="en-US"/>
        </a:p>
      </dgm:t>
    </dgm:pt>
    <dgm:pt modelId="{B20749AD-DD70-7D47-AE40-430C0BECA140}">
      <dgm:prSet/>
      <dgm:spPr/>
      <dgm:t>
        <a:bodyPr/>
        <a:lstStyle/>
        <a:p>
          <a:r>
            <a:rPr kumimoji="1" lang="ja-JP"/>
            <a:t>音響特徴を多数（</a:t>
          </a:r>
          <a:r>
            <a:rPr kumimoji="1" lang="en-US" dirty="0"/>
            <a:t>F0</a:t>
          </a:r>
          <a:r>
            <a:rPr kumimoji="1" lang="ja-JP"/>
            <a:t>変化、</a:t>
          </a:r>
          <a:r>
            <a:rPr kumimoji="1" lang="en-US" dirty="0"/>
            <a:t>RMS</a:t>
          </a:r>
          <a:r>
            <a:rPr kumimoji="1" lang="ja-JP"/>
            <a:t>、</a:t>
          </a:r>
          <a:r>
            <a:rPr kumimoji="1" lang="en-US" dirty="0"/>
            <a:t>Spectral Centroid, Shimmer/Jitter, formant </a:t>
          </a:r>
          <a:r>
            <a:rPr kumimoji="1" lang="ja-JP"/>
            <a:t>等）抽出し多様な正規化（</a:t>
          </a:r>
          <a:r>
            <a:rPr kumimoji="1" lang="en-US" dirty="0"/>
            <a:t>SPL</a:t>
          </a:r>
          <a:r>
            <a:rPr kumimoji="1" lang="ja-JP"/>
            <a:t>正規化、環境雑音推定で補正）</a:t>
          </a:r>
          <a:endParaRPr lang="ja-JP"/>
        </a:p>
      </dgm:t>
    </dgm:pt>
    <dgm:pt modelId="{9EA6592A-0B6B-2B4D-A6CE-B5E569B8334B}" type="parTrans" cxnId="{F48284BC-7213-7B47-95EC-69E0763EDD30}">
      <dgm:prSet/>
      <dgm:spPr/>
      <dgm:t>
        <a:bodyPr/>
        <a:lstStyle/>
        <a:p>
          <a:endParaRPr kumimoji="1" lang="ja-JP" altLang="en-US"/>
        </a:p>
      </dgm:t>
    </dgm:pt>
    <dgm:pt modelId="{A6653C6A-6318-CE4A-B280-85EDCEF60B42}" type="sibTrans" cxnId="{F48284BC-7213-7B47-95EC-69E0763EDD30}">
      <dgm:prSet/>
      <dgm:spPr/>
      <dgm:t>
        <a:bodyPr/>
        <a:lstStyle/>
        <a:p>
          <a:endParaRPr kumimoji="1" lang="ja-JP" altLang="en-US"/>
        </a:p>
      </dgm:t>
    </dgm:pt>
    <dgm:pt modelId="{88C1DFD0-B09E-B34B-A16A-FEE202EE89F0}">
      <dgm:prSet/>
      <dgm:spPr/>
      <dgm:t>
        <a:bodyPr/>
        <a:lstStyle/>
        <a:p>
          <a:r>
            <a:rPr kumimoji="1" lang="en-US" dirty="0"/>
            <a:t>Data augmentation</a:t>
          </a:r>
          <a:r>
            <a:rPr kumimoji="1" lang="ja-JP"/>
            <a:t>（ノイズ挿入、リバーブ、距離変化）で頑強化</a:t>
          </a:r>
          <a:endParaRPr lang="ja-JP"/>
        </a:p>
      </dgm:t>
    </dgm:pt>
    <dgm:pt modelId="{9E14CAD1-FE92-6643-89D9-6D282672B179}" type="parTrans" cxnId="{00104F87-216D-5944-8A42-D162902F2813}">
      <dgm:prSet/>
      <dgm:spPr/>
      <dgm:t>
        <a:bodyPr/>
        <a:lstStyle/>
        <a:p>
          <a:endParaRPr kumimoji="1" lang="ja-JP" altLang="en-US"/>
        </a:p>
      </dgm:t>
    </dgm:pt>
    <dgm:pt modelId="{E6792E9E-F0A1-FE43-AB6A-322F17F9C555}" type="sibTrans" cxnId="{00104F87-216D-5944-8A42-D162902F2813}">
      <dgm:prSet/>
      <dgm:spPr/>
      <dgm:t>
        <a:bodyPr/>
        <a:lstStyle/>
        <a:p>
          <a:endParaRPr kumimoji="1" lang="ja-JP" altLang="en-US"/>
        </a:p>
      </dgm:t>
    </dgm:pt>
    <dgm:pt modelId="{A225A0C3-A605-0F49-AE84-7C42AB8DD71D}">
      <dgm:prSet/>
      <dgm:spPr/>
      <dgm:t>
        <a:bodyPr/>
        <a:lstStyle/>
        <a:p>
          <a:r>
            <a:rPr kumimoji="1" lang="ja-JP"/>
            <a:t>モデル蒸留＋量子化でリアルタイム推論（</a:t>
          </a:r>
          <a:r>
            <a:rPr kumimoji="1" lang="en-US" dirty="0"/>
            <a:t>mobile GPU/NNAPI</a:t>
          </a:r>
          <a:r>
            <a:rPr kumimoji="1" lang="ja-JP"/>
            <a:t>）を実現</a:t>
          </a:r>
          <a:endParaRPr lang="ja-JP"/>
        </a:p>
      </dgm:t>
    </dgm:pt>
    <dgm:pt modelId="{6E80D5E3-BF47-C54F-948C-8402058584AC}" type="parTrans" cxnId="{B82FF702-D484-CF4B-B831-A2039A96005E}">
      <dgm:prSet/>
      <dgm:spPr/>
      <dgm:t>
        <a:bodyPr/>
        <a:lstStyle/>
        <a:p>
          <a:endParaRPr kumimoji="1" lang="ja-JP" altLang="en-US"/>
        </a:p>
      </dgm:t>
    </dgm:pt>
    <dgm:pt modelId="{69D171B9-3C8B-814E-9D14-88BA4F536EC1}" type="sibTrans" cxnId="{B82FF702-D484-CF4B-B831-A2039A96005E}">
      <dgm:prSet/>
      <dgm:spPr/>
      <dgm:t>
        <a:bodyPr/>
        <a:lstStyle/>
        <a:p>
          <a:endParaRPr kumimoji="1" lang="ja-JP" altLang="en-US"/>
        </a:p>
      </dgm:t>
    </dgm:pt>
    <dgm:pt modelId="{01C438DA-753E-AC4F-935A-D0BAED43A2E4}">
      <dgm:prSet/>
      <dgm:spPr/>
      <dgm:t>
        <a:bodyPr/>
        <a:lstStyle/>
        <a:p>
          <a:r>
            <a:rPr kumimoji="1" lang="ja-JP"/>
            <a:t>パーソナライズ用に少量のオンデバイス適応（</a:t>
          </a:r>
          <a:r>
            <a:rPr kumimoji="1" lang="en-US" dirty="0"/>
            <a:t>Federated Fine-tuning </a:t>
          </a:r>
          <a:r>
            <a:rPr kumimoji="1" lang="ja-JP"/>
            <a:t>の検討）</a:t>
          </a:r>
          <a:endParaRPr lang="ja-JP"/>
        </a:p>
      </dgm:t>
    </dgm:pt>
    <dgm:pt modelId="{28623C30-64FE-2146-B93B-60DF25D0F9D2}" type="parTrans" cxnId="{DBD41A7E-09E7-094D-96EB-6FF3A7F11AA0}">
      <dgm:prSet/>
      <dgm:spPr/>
      <dgm:t>
        <a:bodyPr/>
        <a:lstStyle/>
        <a:p>
          <a:endParaRPr kumimoji="1" lang="ja-JP" altLang="en-US"/>
        </a:p>
      </dgm:t>
    </dgm:pt>
    <dgm:pt modelId="{66B5E0F0-CC3E-3341-8580-87667C9BB066}" type="sibTrans" cxnId="{DBD41A7E-09E7-094D-96EB-6FF3A7F11AA0}">
      <dgm:prSet/>
      <dgm:spPr/>
      <dgm:t>
        <a:bodyPr/>
        <a:lstStyle/>
        <a:p>
          <a:endParaRPr kumimoji="1" lang="ja-JP" altLang="en-US"/>
        </a:p>
      </dgm:t>
    </dgm:pt>
    <dgm:pt modelId="{DB650F44-EDD1-604E-802F-07E5F462D717}">
      <dgm:prSet custT="1"/>
      <dgm:spPr/>
      <dgm:t>
        <a:bodyPr/>
        <a:lstStyle/>
        <a:p>
          <a:r>
            <a:rPr kumimoji="1" lang="ja-JP" sz="2000" b="1"/>
            <a:t>期待成果 </a:t>
          </a:r>
          <a:r>
            <a:rPr kumimoji="1" lang="en-US" sz="2000" b="1" dirty="0"/>
            <a:t>&amp; </a:t>
          </a:r>
          <a:r>
            <a:rPr kumimoji="1" lang="ja-JP" sz="2000" b="1"/>
            <a:t>評価指標</a:t>
          </a:r>
          <a:endParaRPr lang="ja-JP" sz="2000"/>
        </a:p>
      </dgm:t>
    </dgm:pt>
    <dgm:pt modelId="{BB23E488-DEBB-D442-B636-058675B4F67A}" type="parTrans" cxnId="{675FDC41-77E4-C14B-B9F2-B01CC60035B8}">
      <dgm:prSet/>
      <dgm:spPr/>
      <dgm:t>
        <a:bodyPr/>
        <a:lstStyle/>
        <a:p>
          <a:endParaRPr kumimoji="1" lang="ja-JP" altLang="en-US"/>
        </a:p>
      </dgm:t>
    </dgm:pt>
    <dgm:pt modelId="{DE7A4FEE-A8B0-E24C-8F7A-EA3265CBC82B}" type="sibTrans" cxnId="{675FDC41-77E4-C14B-B9F2-B01CC60035B8}">
      <dgm:prSet/>
      <dgm:spPr/>
      <dgm:t>
        <a:bodyPr/>
        <a:lstStyle/>
        <a:p>
          <a:endParaRPr kumimoji="1" lang="ja-JP" altLang="en-US"/>
        </a:p>
      </dgm:t>
    </dgm:pt>
    <dgm:pt modelId="{41B1D935-E92F-C841-8C15-89A3635EC303}">
      <dgm:prSet/>
      <dgm:spPr/>
      <dgm:t>
        <a:bodyPr/>
        <a:lstStyle/>
        <a:p>
          <a:r>
            <a:rPr kumimoji="1" lang="ja-JP"/>
            <a:t>怒鳴り／威圧発話検出：</a:t>
          </a:r>
          <a:r>
            <a:rPr kumimoji="1" lang="en-US" dirty="0"/>
            <a:t>F1 ≥ 0.75</a:t>
          </a:r>
          <a:r>
            <a:rPr kumimoji="1" lang="ja-JP"/>
            <a:t>（</a:t>
          </a:r>
          <a:r>
            <a:rPr kumimoji="1" lang="en-US" dirty="0"/>
            <a:t>PoC</a:t>
          </a:r>
          <a:r>
            <a:rPr kumimoji="1" lang="ja-JP"/>
            <a:t>）</a:t>
          </a:r>
          <a:endParaRPr lang="ja-JP"/>
        </a:p>
      </dgm:t>
    </dgm:pt>
    <dgm:pt modelId="{BA31CE4C-7E13-2A4B-BE55-20CBC776EA3D}" type="parTrans" cxnId="{0ADAAAD7-9343-E84C-A4BD-367671F647BE}">
      <dgm:prSet/>
      <dgm:spPr/>
      <dgm:t>
        <a:bodyPr/>
        <a:lstStyle/>
        <a:p>
          <a:endParaRPr kumimoji="1" lang="ja-JP" altLang="en-US"/>
        </a:p>
      </dgm:t>
    </dgm:pt>
    <dgm:pt modelId="{8F99A04B-F546-694C-9F2B-35960E482640}" type="sibTrans" cxnId="{0ADAAAD7-9343-E84C-A4BD-367671F647BE}">
      <dgm:prSet/>
      <dgm:spPr/>
      <dgm:t>
        <a:bodyPr/>
        <a:lstStyle/>
        <a:p>
          <a:endParaRPr kumimoji="1" lang="ja-JP" altLang="en-US"/>
        </a:p>
      </dgm:t>
    </dgm:pt>
    <dgm:pt modelId="{AC62F9AC-F3D3-0341-9236-95678D1BE0F1}">
      <dgm:prSet/>
      <dgm:spPr/>
      <dgm:t>
        <a:bodyPr/>
        <a:lstStyle/>
        <a:p>
          <a:r>
            <a:rPr kumimoji="1" lang="ja-JP"/>
            <a:t>リアルタイム遅延：推論レイテンシ </a:t>
          </a:r>
          <a:r>
            <a:rPr kumimoji="1" lang="en-US" dirty="0"/>
            <a:t>&lt; 200 </a:t>
          </a:r>
          <a:r>
            <a:rPr kumimoji="1" lang="en-US" dirty="0" err="1"/>
            <a:t>ms</a:t>
          </a:r>
          <a:r>
            <a:rPr kumimoji="1" lang="ja-JP"/>
            <a:t>（端末上）</a:t>
          </a:r>
          <a:endParaRPr lang="ja-JP"/>
        </a:p>
      </dgm:t>
    </dgm:pt>
    <dgm:pt modelId="{29D91E0D-EE8A-0B41-8773-69486BDA822A}" type="parTrans" cxnId="{271CFB78-66A0-B145-B3D2-B7C60553918D}">
      <dgm:prSet/>
      <dgm:spPr/>
      <dgm:t>
        <a:bodyPr/>
        <a:lstStyle/>
        <a:p>
          <a:endParaRPr kumimoji="1" lang="ja-JP" altLang="en-US"/>
        </a:p>
      </dgm:t>
    </dgm:pt>
    <dgm:pt modelId="{1F34E923-D512-0A46-8D93-7A9723213AE7}" type="sibTrans" cxnId="{271CFB78-66A0-B145-B3D2-B7C60553918D}">
      <dgm:prSet/>
      <dgm:spPr/>
      <dgm:t>
        <a:bodyPr/>
        <a:lstStyle/>
        <a:p>
          <a:endParaRPr kumimoji="1" lang="ja-JP" altLang="en-US"/>
        </a:p>
      </dgm:t>
    </dgm:pt>
    <dgm:pt modelId="{1C6FC495-B169-AB49-A3E2-9FD4BA00043B}">
      <dgm:prSet/>
      <dgm:spPr/>
      <dgm:t>
        <a:bodyPr/>
        <a:lstStyle/>
        <a:p>
          <a:r>
            <a:rPr kumimoji="1" lang="ja-JP"/>
            <a:t>クロススピーカ一般化：</a:t>
          </a:r>
          <a:r>
            <a:rPr kumimoji="1" lang="en-US" dirty="0"/>
            <a:t>speaker-holdout</a:t>
          </a:r>
          <a:r>
            <a:rPr kumimoji="1" lang="ja-JP"/>
            <a:t>テストで</a:t>
          </a:r>
          <a:r>
            <a:rPr kumimoji="1" lang="en-US" dirty="0"/>
            <a:t>AUC</a:t>
          </a:r>
          <a:r>
            <a:rPr kumimoji="1" lang="ja-JP"/>
            <a:t>改善目標 </a:t>
          </a:r>
          <a:r>
            <a:rPr kumimoji="1" lang="en-US" dirty="0"/>
            <a:t>+0.1</a:t>
          </a:r>
          <a:endParaRPr lang="ja-JP"/>
        </a:p>
      </dgm:t>
    </dgm:pt>
    <dgm:pt modelId="{F3E000A7-CAFA-E943-AB20-D342977ACF7D}" type="parTrans" cxnId="{D35AEB3B-0F9C-954F-B200-D532E5CF6DFA}">
      <dgm:prSet/>
      <dgm:spPr/>
      <dgm:t>
        <a:bodyPr/>
        <a:lstStyle/>
        <a:p>
          <a:endParaRPr kumimoji="1" lang="ja-JP" altLang="en-US"/>
        </a:p>
      </dgm:t>
    </dgm:pt>
    <dgm:pt modelId="{AFDEC545-BA20-6042-A709-56C97D7943B8}" type="sibTrans" cxnId="{D35AEB3B-0F9C-954F-B200-D532E5CF6DFA}">
      <dgm:prSet/>
      <dgm:spPr/>
      <dgm:t>
        <a:bodyPr/>
        <a:lstStyle/>
        <a:p>
          <a:endParaRPr kumimoji="1" lang="ja-JP" altLang="en-US"/>
        </a:p>
      </dgm:t>
    </dgm:pt>
    <dgm:pt modelId="{1A424918-5027-7E45-A490-8B6FC5BDF8E1}" type="pres">
      <dgm:prSet presAssocID="{BB59DC87-6FB3-234F-9815-13290FFF48E0}" presName="vert0" presStyleCnt="0">
        <dgm:presLayoutVars>
          <dgm:dir/>
          <dgm:animOne val="branch"/>
          <dgm:animLvl val="lvl"/>
        </dgm:presLayoutVars>
      </dgm:prSet>
      <dgm:spPr/>
    </dgm:pt>
    <dgm:pt modelId="{5383B9A9-99AE-4B45-B9E5-D84C393961E3}" type="pres">
      <dgm:prSet presAssocID="{C0EFAB73-42EA-9C48-B3DB-C5C4979014F1}" presName="thickLine" presStyleLbl="alignNode1" presStyleIdx="0" presStyleCnt="4"/>
      <dgm:spPr/>
    </dgm:pt>
    <dgm:pt modelId="{5C53AC1E-D2EC-AF4C-9CF6-83EB5852C8D7}" type="pres">
      <dgm:prSet presAssocID="{C0EFAB73-42EA-9C48-B3DB-C5C4979014F1}" presName="horz1" presStyleCnt="0"/>
      <dgm:spPr/>
    </dgm:pt>
    <dgm:pt modelId="{C1356B16-A3F3-2F49-9720-8CA8A67EE46A}" type="pres">
      <dgm:prSet presAssocID="{C0EFAB73-42EA-9C48-B3DB-C5C4979014F1}" presName="tx1" presStyleLbl="revTx" presStyleIdx="0" presStyleCnt="17"/>
      <dgm:spPr/>
    </dgm:pt>
    <dgm:pt modelId="{0D3DBE33-DB70-4A4E-B5F3-ACCAD2BDD58E}" type="pres">
      <dgm:prSet presAssocID="{C0EFAB73-42EA-9C48-B3DB-C5C4979014F1}" presName="vert1" presStyleCnt="0"/>
      <dgm:spPr/>
    </dgm:pt>
    <dgm:pt modelId="{721A201B-4B5A-1147-9D7A-6E312F13D01F}" type="pres">
      <dgm:prSet presAssocID="{0F4AF820-A9AB-AA48-9924-34DFB5EFAAEC}" presName="vertSpace2a" presStyleCnt="0"/>
      <dgm:spPr/>
    </dgm:pt>
    <dgm:pt modelId="{6ACF1B9A-2469-714A-9A1D-B2B1208C6BDC}" type="pres">
      <dgm:prSet presAssocID="{0F4AF820-A9AB-AA48-9924-34DFB5EFAAEC}" presName="horz2" presStyleCnt="0"/>
      <dgm:spPr/>
    </dgm:pt>
    <dgm:pt modelId="{6A6B9C69-862B-DF4C-B4E5-B37A546F52CC}" type="pres">
      <dgm:prSet presAssocID="{0F4AF820-A9AB-AA48-9924-34DFB5EFAAEC}" presName="horzSpace2" presStyleCnt="0"/>
      <dgm:spPr/>
    </dgm:pt>
    <dgm:pt modelId="{B1995752-05D5-6042-9232-93A0C4D0D9CF}" type="pres">
      <dgm:prSet presAssocID="{0F4AF820-A9AB-AA48-9924-34DFB5EFAAEC}" presName="tx2" presStyleLbl="revTx" presStyleIdx="1" presStyleCnt="17"/>
      <dgm:spPr/>
    </dgm:pt>
    <dgm:pt modelId="{DD23471C-97C2-DB47-8714-7D72CA2CD150}" type="pres">
      <dgm:prSet presAssocID="{0F4AF820-A9AB-AA48-9924-34DFB5EFAAEC}" presName="vert2" presStyleCnt="0"/>
      <dgm:spPr/>
    </dgm:pt>
    <dgm:pt modelId="{088887CC-8A2C-9243-82B9-EFC4FB443C37}" type="pres">
      <dgm:prSet presAssocID="{0F4AF820-A9AB-AA48-9924-34DFB5EFAAEC}" presName="thinLine2b" presStyleLbl="callout" presStyleIdx="0" presStyleCnt="13"/>
      <dgm:spPr/>
    </dgm:pt>
    <dgm:pt modelId="{D76D9C46-73E9-484C-967C-48F53C01685A}" type="pres">
      <dgm:prSet presAssocID="{0F4AF820-A9AB-AA48-9924-34DFB5EFAAEC}" presName="vertSpace2b" presStyleCnt="0"/>
      <dgm:spPr/>
    </dgm:pt>
    <dgm:pt modelId="{DBEDBCE7-0686-1D45-A1FB-7CA2AEC917C0}" type="pres">
      <dgm:prSet presAssocID="{BE974BBD-6092-2E4C-9161-5E39DEF349A0}" presName="horz2" presStyleCnt="0"/>
      <dgm:spPr/>
    </dgm:pt>
    <dgm:pt modelId="{C8ED83F0-CD7E-C343-A258-4EEEE6ED5067}" type="pres">
      <dgm:prSet presAssocID="{BE974BBD-6092-2E4C-9161-5E39DEF349A0}" presName="horzSpace2" presStyleCnt="0"/>
      <dgm:spPr/>
    </dgm:pt>
    <dgm:pt modelId="{3D1B4A01-FB24-8E45-A761-93403574AF67}" type="pres">
      <dgm:prSet presAssocID="{BE974BBD-6092-2E4C-9161-5E39DEF349A0}" presName="tx2" presStyleLbl="revTx" presStyleIdx="2" presStyleCnt="17"/>
      <dgm:spPr/>
    </dgm:pt>
    <dgm:pt modelId="{CA2B833C-0A17-704A-9726-9795CD21C4D6}" type="pres">
      <dgm:prSet presAssocID="{BE974BBD-6092-2E4C-9161-5E39DEF349A0}" presName="vert2" presStyleCnt="0"/>
      <dgm:spPr/>
    </dgm:pt>
    <dgm:pt modelId="{3ECC7EB8-B8BB-1D48-BDF0-23055297D6B2}" type="pres">
      <dgm:prSet presAssocID="{BE974BBD-6092-2E4C-9161-5E39DEF349A0}" presName="thinLine2b" presStyleLbl="callout" presStyleIdx="1" presStyleCnt="13"/>
      <dgm:spPr/>
    </dgm:pt>
    <dgm:pt modelId="{C2882073-99C4-1446-A6C5-83E7DC5C3144}" type="pres">
      <dgm:prSet presAssocID="{BE974BBD-6092-2E4C-9161-5E39DEF349A0}" presName="vertSpace2b" presStyleCnt="0"/>
      <dgm:spPr/>
    </dgm:pt>
    <dgm:pt modelId="{0CC23DE7-E9E1-FE44-BE1A-6E90F9E896A0}" type="pres">
      <dgm:prSet presAssocID="{3317766E-3BBE-3640-99A9-F9F1FAC930A4}" presName="thickLine" presStyleLbl="alignNode1" presStyleIdx="1" presStyleCnt="4"/>
      <dgm:spPr/>
    </dgm:pt>
    <dgm:pt modelId="{03E54D3C-8AB0-B648-8140-9E25F4892F2F}" type="pres">
      <dgm:prSet presAssocID="{3317766E-3BBE-3640-99A9-F9F1FAC930A4}" presName="horz1" presStyleCnt="0"/>
      <dgm:spPr/>
    </dgm:pt>
    <dgm:pt modelId="{1C982902-E926-2E4C-93B4-871855708A5B}" type="pres">
      <dgm:prSet presAssocID="{3317766E-3BBE-3640-99A9-F9F1FAC930A4}" presName="tx1" presStyleLbl="revTx" presStyleIdx="3" presStyleCnt="17"/>
      <dgm:spPr/>
    </dgm:pt>
    <dgm:pt modelId="{1BBD11C7-5BF7-7E44-A07B-887133FF7A24}" type="pres">
      <dgm:prSet presAssocID="{3317766E-3BBE-3640-99A9-F9F1FAC930A4}" presName="vert1" presStyleCnt="0"/>
      <dgm:spPr/>
    </dgm:pt>
    <dgm:pt modelId="{0E8175A6-348F-794B-9D02-D31274C6F98D}" type="pres">
      <dgm:prSet presAssocID="{F716BCA5-FB5B-8A4A-887F-CD4A073E782B}" presName="vertSpace2a" presStyleCnt="0"/>
      <dgm:spPr/>
    </dgm:pt>
    <dgm:pt modelId="{E0A8626F-887D-8043-A282-3C7ECA8CAE28}" type="pres">
      <dgm:prSet presAssocID="{F716BCA5-FB5B-8A4A-887F-CD4A073E782B}" presName="horz2" presStyleCnt="0"/>
      <dgm:spPr/>
    </dgm:pt>
    <dgm:pt modelId="{488976A2-CD04-664D-B63A-33D97FDB01C0}" type="pres">
      <dgm:prSet presAssocID="{F716BCA5-FB5B-8A4A-887F-CD4A073E782B}" presName="horzSpace2" presStyleCnt="0"/>
      <dgm:spPr/>
    </dgm:pt>
    <dgm:pt modelId="{85B5BB0B-D6E6-734F-9BA2-860F275916BC}" type="pres">
      <dgm:prSet presAssocID="{F716BCA5-FB5B-8A4A-887F-CD4A073E782B}" presName="tx2" presStyleLbl="revTx" presStyleIdx="4" presStyleCnt="17"/>
      <dgm:spPr/>
    </dgm:pt>
    <dgm:pt modelId="{2EF27580-D9E9-0240-86F2-1E158C8B32E5}" type="pres">
      <dgm:prSet presAssocID="{F716BCA5-FB5B-8A4A-887F-CD4A073E782B}" presName="vert2" presStyleCnt="0"/>
      <dgm:spPr/>
    </dgm:pt>
    <dgm:pt modelId="{3321767C-7E3D-764E-9337-2A8D993DB351}" type="pres">
      <dgm:prSet presAssocID="{F716BCA5-FB5B-8A4A-887F-CD4A073E782B}" presName="thinLine2b" presStyleLbl="callout" presStyleIdx="2" presStyleCnt="13"/>
      <dgm:spPr/>
    </dgm:pt>
    <dgm:pt modelId="{00898347-9C80-2E4A-9FEF-DC56B69A905B}" type="pres">
      <dgm:prSet presAssocID="{F716BCA5-FB5B-8A4A-887F-CD4A073E782B}" presName="vertSpace2b" presStyleCnt="0"/>
      <dgm:spPr/>
    </dgm:pt>
    <dgm:pt modelId="{EF81BC2F-12BF-CB44-A56B-FFB326AE5E34}" type="pres">
      <dgm:prSet presAssocID="{5BFA4854-4FA4-3C44-A8B7-7A1E03E2EADB}" presName="horz2" presStyleCnt="0"/>
      <dgm:spPr/>
    </dgm:pt>
    <dgm:pt modelId="{237AADCE-8937-284D-8BE9-E6E970FE0520}" type="pres">
      <dgm:prSet presAssocID="{5BFA4854-4FA4-3C44-A8B7-7A1E03E2EADB}" presName="horzSpace2" presStyleCnt="0"/>
      <dgm:spPr/>
    </dgm:pt>
    <dgm:pt modelId="{9260DD22-34EE-7C4D-9C6F-7A893A295F5C}" type="pres">
      <dgm:prSet presAssocID="{5BFA4854-4FA4-3C44-A8B7-7A1E03E2EADB}" presName="tx2" presStyleLbl="revTx" presStyleIdx="5" presStyleCnt="17"/>
      <dgm:spPr/>
    </dgm:pt>
    <dgm:pt modelId="{AF618F7A-B528-EC42-94AB-7D7B5324E392}" type="pres">
      <dgm:prSet presAssocID="{5BFA4854-4FA4-3C44-A8B7-7A1E03E2EADB}" presName="vert2" presStyleCnt="0"/>
      <dgm:spPr/>
    </dgm:pt>
    <dgm:pt modelId="{AFBE5101-BF62-464C-A5A4-3A0F76E5A75E}" type="pres">
      <dgm:prSet presAssocID="{5BFA4854-4FA4-3C44-A8B7-7A1E03E2EADB}" presName="thinLine2b" presStyleLbl="callout" presStyleIdx="3" presStyleCnt="13"/>
      <dgm:spPr/>
    </dgm:pt>
    <dgm:pt modelId="{3FB55BA4-6D98-FD43-ADCB-AC1F09A42CBD}" type="pres">
      <dgm:prSet presAssocID="{5BFA4854-4FA4-3C44-A8B7-7A1E03E2EADB}" presName="vertSpace2b" presStyleCnt="0"/>
      <dgm:spPr/>
    </dgm:pt>
    <dgm:pt modelId="{C55CAF47-8AEA-864E-8D20-C5C558B32EA5}" type="pres">
      <dgm:prSet presAssocID="{96F7FAD5-641E-2748-A043-F7D4A6705368}" presName="horz2" presStyleCnt="0"/>
      <dgm:spPr/>
    </dgm:pt>
    <dgm:pt modelId="{5DBA0EDE-3431-E84B-93FB-CB84E53D3233}" type="pres">
      <dgm:prSet presAssocID="{96F7FAD5-641E-2748-A043-F7D4A6705368}" presName="horzSpace2" presStyleCnt="0"/>
      <dgm:spPr/>
    </dgm:pt>
    <dgm:pt modelId="{F126E8D4-BBE3-5A4E-8F79-C3000602FFDC}" type="pres">
      <dgm:prSet presAssocID="{96F7FAD5-641E-2748-A043-F7D4A6705368}" presName="tx2" presStyleLbl="revTx" presStyleIdx="6" presStyleCnt="17"/>
      <dgm:spPr/>
    </dgm:pt>
    <dgm:pt modelId="{C22E2470-7766-C344-97CF-D8BCEA3BA625}" type="pres">
      <dgm:prSet presAssocID="{96F7FAD5-641E-2748-A043-F7D4A6705368}" presName="vert2" presStyleCnt="0"/>
      <dgm:spPr/>
    </dgm:pt>
    <dgm:pt modelId="{BBAED2E1-ED26-D24A-9771-B0EB2AC9C732}" type="pres">
      <dgm:prSet presAssocID="{96F7FAD5-641E-2748-A043-F7D4A6705368}" presName="thinLine2b" presStyleLbl="callout" presStyleIdx="4" presStyleCnt="13"/>
      <dgm:spPr/>
    </dgm:pt>
    <dgm:pt modelId="{A5087324-384B-4445-8805-E87B97844698}" type="pres">
      <dgm:prSet presAssocID="{96F7FAD5-641E-2748-A043-F7D4A6705368}" presName="vertSpace2b" presStyleCnt="0"/>
      <dgm:spPr/>
    </dgm:pt>
    <dgm:pt modelId="{9F18BF94-4CAC-3147-A28A-9918022F4C2F}" type="pres">
      <dgm:prSet presAssocID="{B05B978D-4F62-C748-ADEC-227E72073AEA}" presName="thickLine" presStyleLbl="alignNode1" presStyleIdx="2" presStyleCnt="4"/>
      <dgm:spPr/>
    </dgm:pt>
    <dgm:pt modelId="{E0B9B1FE-022A-7549-8F3C-687ED187CF43}" type="pres">
      <dgm:prSet presAssocID="{B05B978D-4F62-C748-ADEC-227E72073AEA}" presName="horz1" presStyleCnt="0"/>
      <dgm:spPr/>
    </dgm:pt>
    <dgm:pt modelId="{1E216301-7048-0646-8C64-33DE27F04383}" type="pres">
      <dgm:prSet presAssocID="{B05B978D-4F62-C748-ADEC-227E72073AEA}" presName="tx1" presStyleLbl="revTx" presStyleIdx="7" presStyleCnt="17"/>
      <dgm:spPr/>
    </dgm:pt>
    <dgm:pt modelId="{9100FA61-A629-6941-84B8-99476C701C28}" type="pres">
      <dgm:prSet presAssocID="{B05B978D-4F62-C748-ADEC-227E72073AEA}" presName="vert1" presStyleCnt="0"/>
      <dgm:spPr/>
    </dgm:pt>
    <dgm:pt modelId="{3691C6D7-B6D4-6D47-B8A6-D79C20924702}" type="pres">
      <dgm:prSet presAssocID="{B184E418-A0BE-F34F-9193-A5F4051694F2}" presName="vertSpace2a" presStyleCnt="0"/>
      <dgm:spPr/>
    </dgm:pt>
    <dgm:pt modelId="{0B0B0CFD-CE35-8F46-BB44-1059A92B58A7}" type="pres">
      <dgm:prSet presAssocID="{B184E418-A0BE-F34F-9193-A5F4051694F2}" presName="horz2" presStyleCnt="0"/>
      <dgm:spPr/>
    </dgm:pt>
    <dgm:pt modelId="{00AEFC4A-96E2-0049-A3F6-22F6D6BCDA48}" type="pres">
      <dgm:prSet presAssocID="{B184E418-A0BE-F34F-9193-A5F4051694F2}" presName="horzSpace2" presStyleCnt="0"/>
      <dgm:spPr/>
    </dgm:pt>
    <dgm:pt modelId="{0A7DA13B-2069-5648-8083-14D2C9C1F4BA}" type="pres">
      <dgm:prSet presAssocID="{B184E418-A0BE-F34F-9193-A5F4051694F2}" presName="tx2" presStyleLbl="revTx" presStyleIdx="8" presStyleCnt="17"/>
      <dgm:spPr/>
    </dgm:pt>
    <dgm:pt modelId="{DEB12BD4-9784-6542-9093-16D9D7B1155B}" type="pres">
      <dgm:prSet presAssocID="{B184E418-A0BE-F34F-9193-A5F4051694F2}" presName="vert2" presStyleCnt="0"/>
      <dgm:spPr/>
    </dgm:pt>
    <dgm:pt modelId="{52A5A9E2-6182-BB4C-BC18-6D129E8B59C4}" type="pres">
      <dgm:prSet presAssocID="{B184E418-A0BE-F34F-9193-A5F4051694F2}" presName="thinLine2b" presStyleLbl="callout" presStyleIdx="5" presStyleCnt="13"/>
      <dgm:spPr/>
    </dgm:pt>
    <dgm:pt modelId="{8C31567F-EF8E-554C-AE5C-4A9418CF4991}" type="pres">
      <dgm:prSet presAssocID="{B184E418-A0BE-F34F-9193-A5F4051694F2}" presName="vertSpace2b" presStyleCnt="0"/>
      <dgm:spPr/>
    </dgm:pt>
    <dgm:pt modelId="{A3C2C123-A34F-034C-BDA2-704331B749F3}" type="pres">
      <dgm:prSet presAssocID="{B20749AD-DD70-7D47-AE40-430C0BECA140}" presName="horz2" presStyleCnt="0"/>
      <dgm:spPr/>
    </dgm:pt>
    <dgm:pt modelId="{5D9FD83C-27D3-9B49-BC07-9007D8AFC1AA}" type="pres">
      <dgm:prSet presAssocID="{B20749AD-DD70-7D47-AE40-430C0BECA140}" presName="horzSpace2" presStyleCnt="0"/>
      <dgm:spPr/>
    </dgm:pt>
    <dgm:pt modelId="{1B3AAED4-78EF-2D43-A47C-93A1603CF2B7}" type="pres">
      <dgm:prSet presAssocID="{B20749AD-DD70-7D47-AE40-430C0BECA140}" presName="tx2" presStyleLbl="revTx" presStyleIdx="9" presStyleCnt="17"/>
      <dgm:spPr/>
    </dgm:pt>
    <dgm:pt modelId="{428AA01C-6A85-4646-BD5D-7B44F3F4A2A4}" type="pres">
      <dgm:prSet presAssocID="{B20749AD-DD70-7D47-AE40-430C0BECA140}" presName="vert2" presStyleCnt="0"/>
      <dgm:spPr/>
    </dgm:pt>
    <dgm:pt modelId="{E8C26DDC-F84F-B94B-8A0A-45DAF6E30EAB}" type="pres">
      <dgm:prSet presAssocID="{B20749AD-DD70-7D47-AE40-430C0BECA140}" presName="thinLine2b" presStyleLbl="callout" presStyleIdx="6" presStyleCnt="13"/>
      <dgm:spPr/>
    </dgm:pt>
    <dgm:pt modelId="{07834E12-1D7A-2B4A-9CB1-D4B55340AEA4}" type="pres">
      <dgm:prSet presAssocID="{B20749AD-DD70-7D47-AE40-430C0BECA140}" presName="vertSpace2b" presStyleCnt="0"/>
      <dgm:spPr/>
    </dgm:pt>
    <dgm:pt modelId="{688B38B9-B2EB-6B4B-9B61-5C2576DF3062}" type="pres">
      <dgm:prSet presAssocID="{88C1DFD0-B09E-B34B-A16A-FEE202EE89F0}" presName="horz2" presStyleCnt="0"/>
      <dgm:spPr/>
    </dgm:pt>
    <dgm:pt modelId="{984B11BF-DD7D-4749-9D01-9B5681C74DD8}" type="pres">
      <dgm:prSet presAssocID="{88C1DFD0-B09E-B34B-A16A-FEE202EE89F0}" presName="horzSpace2" presStyleCnt="0"/>
      <dgm:spPr/>
    </dgm:pt>
    <dgm:pt modelId="{D3AC7CEC-347F-B04B-9888-0640B8014740}" type="pres">
      <dgm:prSet presAssocID="{88C1DFD0-B09E-B34B-A16A-FEE202EE89F0}" presName="tx2" presStyleLbl="revTx" presStyleIdx="10" presStyleCnt="17"/>
      <dgm:spPr/>
    </dgm:pt>
    <dgm:pt modelId="{17C64D04-4DD5-8C47-8D41-1A5206030DFE}" type="pres">
      <dgm:prSet presAssocID="{88C1DFD0-B09E-B34B-A16A-FEE202EE89F0}" presName="vert2" presStyleCnt="0"/>
      <dgm:spPr/>
    </dgm:pt>
    <dgm:pt modelId="{F9673089-FBED-6C4B-92DD-A48697DB91B1}" type="pres">
      <dgm:prSet presAssocID="{88C1DFD0-B09E-B34B-A16A-FEE202EE89F0}" presName="thinLine2b" presStyleLbl="callout" presStyleIdx="7" presStyleCnt="13"/>
      <dgm:spPr/>
    </dgm:pt>
    <dgm:pt modelId="{39FC7D1E-769B-5A48-94A0-FA5CB48D9AEE}" type="pres">
      <dgm:prSet presAssocID="{88C1DFD0-B09E-B34B-A16A-FEE202EE89F0}" presName="vertSpace2b" presStyleCnt="0"/>
      <dgm:spPr/>
    </dgm:pt>
    <dgm:pt modelId="{D766394F-C5AE-DD41-846A-449B5CABFA2F}" type="pres">
      <dgm:prSet presAssocID="{A225A0C3-A605-0F49-AE84-7C42AB8DD71D}" presName="horz2" presStyleCnt="0"/>
      <dgm:spPr/>
    </dgm:pt>
    <dgm:pt modelId="{C37718ED-92DB-BE45-9E7D-4DCE3B54D7CF}" type="pres">
      <dgm:prSet presAssocID="{A225A0C3-A605-0F49-AE84-7C42AB8DD71D}" presName="horzSpace2" presStyleCnt="0"/>
      <dgm:spPr/>
    </dgm:pt>
    <dgm:pt modelId="{930991FF-DBD9-1541-8218-B1265CDAAAEE}" type="pres">
      <dgm:prSet presAssocID="{A225A0C3-A605-0F49-AE84-7C42AB8DD71D}" presName="tx2" presStyleLbl="revTx" presStyleIdx="11" presStyleCnt="17"/>
      <dgm:spPr/>
    </dgm:pt>
    <dgm:pt modelId="{836A2862-49EE-C140-9072-B9FCB23F8566}" type="pres">
      <dgm:prSet presAssocID="{A225A0C3-A605-0F49-AE84-7C42AB8DD71D}" presName="vert2" presStyleCnt="0"/>
      <dgm:spPr/>
    </dgm:pt>
    <dgm:pt modelId="{14F1AB43-FAD9-EA4E-80CF-565663E3E374}" type="pres">
      <dgm:prSet presAssocID="{A225A0C3-A605-0F49-AE84-7C42AB8DD71D}" presName="thinLine2b" presStyleLbl="callout" presStyleIdx="8" presStyleCnt="13"/>
      <dgm:spPr/>
    </dgm:pt>
    <dgm:pt modelId="{E382F7BE-D792-E243-8455-9E71B681EB68}" type="pres">
      <dgm:prSet presAssocID="{A225A0C3-A605-0F49-AE84-7C42AB8DD71D}" presName="vertSpace2b" presStyleCnt="0"/>
      <dgm:spPr/>
    </dgm:pt>
    <dgm:pt modelId="{B348D1D0-7B5E-1F40-BADF-CE87AE845662}" type="pres">
      <dgm:prSet presAssocID="{01C438DA-753E-AC4F-935A-D0BAED43A2E4}" presName="horz2" presStyleCnt="0"/>
      <dgm:spPr/>
    </dgm:pt>
    <dgm:pt modelId="{43767A7A-847B-0848-98A1-0A826B254686}" type="pres">
      <dgm:prSet presAssocID="{01C438DA-753E-AC4F-935A-D0BAED43A2E4}" presName="horzSpace2" presStyleCnt="0"/>
      <dgm:spPr/>
    </dgm:pt>
    <dgm:pt modelId="{6602A0CE-DE35-6846-8D10-89A8CD10560C}" type="pres">
      <dgm:prSet presAssocID="{01C438DA-753E-AC4F-935A-D0BAED43A2E4}" presName="tx2" presStyleLbl="revTx" presStyleIdx="12" presStyleCnt="17"/>
      <dgm:spPr/>
    </dgm:pt>
    <dgm:pt modelId="{815A338B-75FB-A041-B1D6-7144FBF0907A}" type="pres">
      <dgm:prSet presAssocID="{01C438DA-753E-AC4F-935A-D0BAED43A2E4}" presName="vert2" presStyleCnt="0"/>
      <dgm:spPr/>
    </dgm:pt>
    <dgm:pt modelId="{DFF538C8-BD40-D34A-B4E6-9631D5912305}" type="pres">
      <dgm:prSet presAssocID="{01C438DA-753E-AC4F-935A-D0BAED43A2E4}" presName="thinLine2b" presStyleLbl="callout" presStyleIdx="9" presStyleCnt="13"/>
      <dgm:spPr/>
    </dgm:pt>
    <dgm:pt modelId="{85872105-8B2D-5347-9A06-59E792D350A0}" type="pres">
      <dgm:prSet presAssocID="{01C438DA-753E-AC4F-935A-D0BAED43A2E4}" presName="vertSpace2b" presStyleCnt="0"/>
      <dgm:spPr/>
    </dgm:pt>
    <dgm:pt modelId="{380B2C2F-B795-774B-9396-9E628F55AAF6}" type="pres">
      <dgm:prSet presAssocID="{DB650F44-EDD1-604E-802F-07E5F462D717}" presName="thickLine" presStyleLbl="alignNode1" presStyleIdx="3" presStyleCnt="4"/>
      <dgm:spPr/>
    </dgm:pt>
    <dgm:pt modelId="{1523CB41-AD4C-1B41-A247-59BEDA6299B9}" type="pres">
      <dgm:prSet presAssocID="{DB650F44-EDD1-604E-802F-07E5F462D717}" presName="horz1" presStyleCnt="0"/>
      <dgm:spPr/>
    </dgm:pt>
    <dgm:pt modelId="{2262F023-871D-4D4D-96B2-7AF29D8B774D}" type="pres">
      <dgm:prSet presAssocID="{DB650F44-EDD1-604E-802F-07E5F462D717}" presName="tx1" presStyleLbl="revTx" presStyleIdx="13" presStyleCnt="17"/>
      <dgm:spPr/>
    </dgm:pt>
    <dgm:pt modelId="{2242ACB1-D110-494E-A3BD-5F743588D7ED}" type="pres">
      <dgm:prSet presAssocID="{DB650F44-EDD1-604E-802F-07E5F462D717}" presName="vert1" presStyleCnt="0"/>
      <dgm:spPr/>
    </dgm:pt>
    <dgm:pt modelId="{E052E6E8-64AD-5143-9D5C-602FF09CAD50}" type="pres">
      <dgm:prSet presAssocID="{41B1D935-E92F-C841-8C15-89A3635EC303}" presName="vertSpace2a" presStyleCnt="0"/>
      <dgm:spPr/>
    </dgm:pt>
    <dgm:pt modelId="{57AF69AC-361D-2843-983C-E88A586880D2}" type="pres">
      <dgm:prSet presAssocID="{41B1D935-E92F-C841-8C15-89A3635EC303}" presName="horz2" presStyleCnt="0"/>
      <dgm:spPr/>
    </dgm:pt>
    <dgm:pt modelId="{C3C3BA09-4D76-2C48-8E3F-2BFF72A7EB79}" type="pres">
      <dgm:prSet presAssocID="{41B1D935-E92F-C841-8C15-89A3635EC303}" presName="horzSpace2" presStyleCnt="0"/>
      <dgm:spPr/>
    </dgm:pt>
    <dgm:pt modelId="{92946AFC-24A0-E44E-A3F0-D2AF148A8C1F}" type="pres">
      <dgm:prSet presAssocID="{41B1D935-E92F-C841-8C15-89A3635EC303}" presName="tx2" presStyleLbl="revTx" presStyleIdx="14" presStyleCnt="17"/>
      <dgm:spPr/>
    </dgm:pt>
    <dgm:pt modelId="{7181864A-6476-654F-A2FE-F32DA56D391D}" type="pres">
      <dgm:prSet presAssocID="{41B1D935-E92F-C841-8C15-89A3635EC303}" presName="vert2" presStyleCnt="0"/>
      <dgm:spPr/>
    </dgm:pt>
    <dgm:pt modelId="{4A50274D-6400-904C-9A1F-59454FA8D79F}" type="pres">
      <dgm:prSet presAssocID="{41B1D935-E92F-C841-8C15-89A3635EC303}" presName="thinLine2b" presStyleLbl="callout" presStyleIdx="10" presStyleCnt="13"/>
      <dgm:spPr/>
    </dgm:pt>
    <dgm:pt modelId="{DB4169AB-2860-A549-9DB1-F5C2E2B2A501}" type="pres">
      <dgm:prSet presAssocID="{41B1D935-E92F-C841-8C15-89A3635EC303}" presName="vertSpace2b" presStyleCnt="0"/>
      <dgm:spPr/>
    </dgm:pt>
    <dgm:pt modelId="{65F275BC-4AD5-DC4D-B82B-CC1325735037}" type="pres">
      <dgm:prSet presAssocID="{AC62F9AC-F3D3-0341-9236-95678D1BE0F1}" presName="horz2" presStyleCnt="0"/>
      <dgm:spPr/>
    </dgm:pt>
    <dgm:pt modelId="{A3214AAD-5A89-614D-B97F-A77425380E89}" type="pres">
      <dgm:prSet presAssocID="{AC62F9AC-F3D3-0341-9236-95678D1BE0F1}" presName="horzSpace2" presStyleCnt="0"/>
      <dgm:spPr/>
    </dgm:pt>
    <dgm:pt modelId="{926B1F3E-B0AF-E641-9390-1F9C2242A8EB}" type="pres">
      <dgm:prSet presAssocID="{AC62F9AC-F3D3-0341-9236-95678D1BE0F1}" presName="tx2" presStyleLbl="revTx" presStyleIdx="15" presStyleCnt="17"/>
      <dgm:spPr/>
    </dgm:pt>
    <dgm:pt modelId="{A539E204-41B1-AF45-A552-4888C9EC51A8}" type="pres">
      <dgm:prSet presAssocID="{AC62F9AC-F3D3-0341-9236-95678D1BE0F1}" presName="vert2" presStyleCnt="0"/>
      <dgm:spPr/>
    </dgm:pt>
    <dgm:pt modelId="{D9DDBB1C-C0C1-2442-8EDA-7E65560693FC}" type="pres">
      <dgm:prSet presAssocID="{AC62F9AC-F3D3-0341-9236-95678D1BE0F1}" presName="thinLine2b" presStyleLbl="callout" presStyleIdx="11" presStyleCnt="13"/>
      <dgm:spPr/>
    </dgm:pt>
    <dgm:pt modelId="{BEE56B7C-60DF-2E4F-8649-2599B7DD0088}" type="pres">
      <dgm:prSet presAssocID="{AC62F9AC-F3D3-0341-9236-95678D1BE0F1}" presName="vertSpace2b" presStyleCnt="0"/>
      <dgm:spPr/>
    </dgm:pt>
    <dgm:pt modelId="{66AF5FA3-15F9-AD4E-8B87-F68A0373E1FA}" type="pres">
      <dgm:prSet presAssocID="{1C6FC495-B169-AB49-A3E2-9FD4BA00043B}" presName="horz2" presStyleCnt="0"/>
      <dgm:spPr/>
    </dgm:pt>
    <dgm:pt modelId="{229E3BFD-E28B-1643-AC45-9C57089E1D65}" type="pres">
      <dgm:prSet presAssocID="{1C6FC495-B169-AB49-A3E2-9FD4BA00043B}" presName="horzSpace2" presStyleCnt="0"/>
      <dgm:spPr/>
    </dgm:pt>
    <dgm:pt modelId="{F6113E08-A16A-5C47-8E84-9085562302D6}" type="pres">
      <dgm:prSet presAssocID="{1C6FC495-B169-AB49-A3E2-9FD4BA00043B}" presName="tx2" presStyleLbl="revTx" presStyleIdx="16" presStyleCnt="17"/>
      <dgm:spPr/>
    </dgm:pt>
    <dgm:pt modelId="{4F81F0E4-2649-6848-BA9A-8CEBA916B5D0}" type="pres">
      <dgm:prSet presAssocID="{1C6FC495-B169-AB49-A3E2-9FD4BA00043B}" presName="vert2" presStyleCnt="0"/>
      <dgm:spPr/>
    </dgm:pt>
    <dgm:pt modelId="{BDC6D631-12C4-5D41-8D56-B6E7BD6EC2E0}" type="pres">
      <dgm:prSet presAssocID="{1C6FC495-B169-AB49-A3E2-9FD4BA00043B}" presName="thinLine2b" presStyleLbl="callout" presStyleIdx="12" presStyleCnt="13"/>
      <dgm:spPr/>
    </dgm:pt>
    <dgm:pt modelId="{85E61F54-3F54-5749-9B67-6720D8FDF3D0}" type="pres">
      <dgm:prSet presAssocID="{1C6FC495-B169-AB49-A3E2-9FD4BA00043B}" presName="vertSpace2b" presStyleCnt="0"/>
      <dgm:spPr/>
    </dgm:pt>
  </dgm:ptLst>
  <dgm:cxnLst>
    <dgm:cxn modelId="{B82FF702-D484-CF4B-B831-A2039A96005E}" srcId="{B05B978D-4F62-C748-ADEC-227E72073AEA}" destId="{A225A0C3-A605-0F49-AE84-7C42AB8DD71D}" srcOrd="3" destOrd="0" parTransId="{6E80D5E3-BF47-C54F-948C-8402058584AC}" sibTransId="{69D171B9-3C8B-814E-9D14-88BA4F536EC1}"/>
    <dgm:cxn modelId="{0AB9010A-B234-AA4F-9732-85E6567CEE28}" type="presOf" srcId="{DB650F44-EDD1-604E-802F-07E5F462D717}" destId="{2262F023-871D-4D4D-96B2-7AF29D8B774D}" srcOrd="0" destOrd="0" presId="urn:microsoft.com/office/officeart/2008/layout/LinedList"/>
    <dgm:cxn modelId="{A5C38020-AC55-2B48-88BB-45E6D971BD7D}" type="presOf" srcId="{0F4AF820-A9AB-AA48-9924-34DFB5EFAAEC}" destId="{B1995752-05D5-6042-9232-93A0C4D0D9CF}" srcOrd="0" destOrd="0" presId="urn:microsoft.com/office/officeart/2008/layout/LinedList"/>
    <dgm:cxn modelId="{21535026-96BB-4741-8769-3CCC78E17CC1}" srcId="{B05B978D-4F62-C748-ADEC-227E72073AEA}" destId="{B184E418-A0BE-F34F-9193-A5F4051694F2}" srcOrd="0" destOrd="0" parTransId="{2AF46623-456D-8942-9A99-BA14F5C8B7B4}" sibTransId="{97AF0CD3-BEB0-394B-9802-0AB69131E3AC}"/>
    <dgm:cxn modelId="{210A3B37-128B-0640-9601-365F7C9D479B}" type="presOf" srcId="{AC62F9AC-F3D3-0341-9236-95678D1BE0F1}" destId="{926B1F3E-B0AF-E641-9390-1F9C2242A8EB}" srcOrd="0" destOrd="0" presId="urn:microsoft.com/office/officeart/2008/layout/LinedList"/>
    <dgm:cxn modelId="{8E78303A-F404-CC48-9D3A-C5D99BF9C4A9}" srcId="{BB59DC87-6FB3-234F-9815-13290FFF48E0}" destId="{B05B978D-4F62-C748-ADEC-227E72073AEA}" srcOrd="2" destOrd="0" parTransId="{0CC94EC9-8D52-1340-8B22-D9EC68AA7FE0}" sibTransId="{26861E85-5165-E448-82D4-BF03FFC98211}"/>
    <dgm:cxn modelId="{D35AEB3B-0F9C-954F-B200-D532E5CF6DFA}" srcId="{DB650F44-EDD1-604E-802F-07E5F462D717}" destId="{1C6FC495-B169-AB49-A3E2-9FD4BA00043B}" srcOrd="2" destOrd="0" parTransId="{F3E000A7-CAFA-E943-AB20-D342977ACF7D}" sibTransId="{AFDEC545-BA20-6042-A709-56C97D7943B8}"/>
    <dgm:cxn modelId="{675FDC41-77E4-C14B-B9F2-B01CC60035B8}" srcId="{BB59DC87-6FB3-234F-9815-13290FFF48E0}" destId="{DB650F44-EDD1-604E-802F-07E5F462D717}" srcOrd="3" destOrd="0" parTransId="{BB23E488-DEBB-D442-B636-058675B4F67A}" sibTransId="{DE7A4FEE-A8B0-E24C-8F7A-EA3265CBC82B}"/>
    <dgm:cxn modelId="{99424E45-C7BE-2346-AB59-BA33C7E51B53}" type="presOf" srcId="{BE974BBD-6092-2E4C-9161-5E39DEF349A0}" destId="{3D1B4A01-FB24-8E45-A761-93403574AF67}" srcOrd="0" destOrd="0" presId="urn:microsoft.com/office/officeart/2008/layout/LinedList"/>
    <dgm:cxn modelId="{AAB9BB48-881E-104D-87BB-E6A3696D4F5E}" srcId="{3317766E-3BBE-3640-99A9-F9F1FAC930A4}" destId="{5BFA4854-4FA4-3C44-A8B7-7A1E03E2EADB}" srcOrd="1" destOrd="0" parTransId="{A99565D4-F6DE-C440-B3E0-C5C56A416330}" sibTransId="{5B9A6814-52D5-E542-9865-5B32184804C4}"/>
    <dgm:cxn modelId="{FC288E68-6875-544D-BFFE-4FEBC4E6E3D4}" type="presOf" srcId="{3317766E-3BBE-3640-99A9-F9F1FAC930A4}" destId="{1C982902-E926-2E4C-93B4-871855708A5B}" srcOrd="0" destOrd="0" presId="urn:microsoft.com/office/officeart/2008/layout/LinedList"/>
    <dgm:cxn modelId="{8F55EE68-E6C6-4249-A9AC-0B9518B2BBCB}" type="presOf" srcId="{41B1D935-E92F-C841-8C15-89A3635EC303}" destId="{92946AFC-24A0-E44E-A3F0-D2AF148A8C1F}" srcOrd="0" destOrd="0" presId="urn:microsoft.com/office/officeart/2008/layout/LinedList"/>
    <dgm:cxn modelId="{271CFB78-66A0-B145-B3D2-B7C60553918D}" srcId="{DB650F44-EDD1-604E-802F-07E5F462D717}" destId="{AC62F9AC-F3D3-0341-9236-95678D1BE0F1}" srcOrd="1" destOrd="0" parTransId="{29D91E0D-EE8A-0B41-8773-69486BDA822A}" sibTransId="{1F34E923-D512-0A46-8D93-7A9723213AE7}"/>
    <dgm:cxn modelId="{DBD41A7E-09E7-094D-96EB-6FF3A7F11AA0}" srcId="{B05B978D-4F62-C748-ADEC-227E72073AEA}" destId="{01C438DA-753E-AC4F-935A-D0BAED43A2E4}" srcOrd="4" destOrd="0" parTransId="{28623C30-64FE-2146-B93B-60DF25D0F9D2}" sibTransId="{66B5E0F0-CC3E-3341-8580-87667C9BB066}"/>
    <dgm:cxn modelId="{4857BB80-C435-A043-AB37-FA34C21279D3}" srcId="{3317766E-3BBE-3640-99A9-F9F1FAC930A4}" destId="{F716BCA5-FB5B-8A4A-887F-CD4A073E782B}" srcOrd="0" destOrd="0" parTransId="{D1D0014D-E1C1-5E4F-855D-51BBBF7D321D}" sibTransId="{9FC3F2FA-EF05-4A4A-BAEF-8156B1871EAE}"/>
    <dgm:cxn modelId="{07A10381-4AD2-BF42-8650-D87A4208E05B}" srcId="{BB59DC87-6FB3-234F-9815-13290FFF48E0}" destId="{C0EFAB73-42EA-9C48-B3DB-C5C4979014F1}" srcOrd="0" destOrd="0" parTransId="{C59C8589-783D-6B4F-82D5-D9C2E0A88046}" sibTransId="{F510D8D7-502C-BC44-8AF1-7995135ED5C5}"/>
    <dgm:cxn modelId="{00104F87-216D-5944-8A42-D162902F2813}" srcId="{B05B978D-4F62-C748-ADEC-227E72073AEA}" destId="{88C1DFD0-B09E-B34B-A16A-FEE202EE89F0}" srcOrd="2" destOrd="0" parTransId="{9E14CAD1-FE92-6643-89D9-6D282672B179}" sibTransId="{E6792E9E-F0A1-FE43-AB6A-322F17F9C555}"/>
    <dgm:cxn modelId="{97149397-31E1-9543-8B24-20D118C18936}" type="presOf" srcId="{BB59DC87-6FB3-234F-9815-13290FFF48E0}" destId="{1A424918-5027-7E45-A490-8B6FC5BDF8E1}" srcOrd="0" destOrd="0" presId="urn:microsoft.com/office/officeart/2008/layout/LinedList"/>
    <dgm:cxn modelId="{CFC2EA97-27C4-B242-8395-AC5BEB377B5E}" srcId="{C0EFAB73-42EA-9C48-B3DB-C5C4979014F1}" destId="{0F4AF820-A9AB-AA48-9924-34DFB5EFAAEC}" srcOrd="0" destOrd="0" parTransId="{4D78997F-808D-9847-88F7-AD999C6EA55E}" sibTransId="{7DDD9E87-ED97-E743-BA37-808BDBF2EC3A}"/>
    <dgm:cxn modelId="{C13C7899-E64D-F34F-81F3-65A9474A11E5}" type="presOf" srcId="{5BFA4854-4FA4-3C44-A8B7-7A1E03E2EADB}" destId="{9260DD22-34EE-7C4D-9C6F-7A893A295F5C}" srcOrd="0" destOrd="0" presId="urn:microsoft.com/office/officeart/2008/layout/LinedList"/>
    <dgm:cxn modelId="{95B5A199-965D-4A42-A213-A524C626BB07}" type="presOf" srcId="{01C438DA-753E-AC4F-935A-D0BAED43A2E4}" destId="{6602A0CE-DE35-6846-8D10-89A8CD10560C}" srcOrd="0" destOrd="0" presId="urn:microsoft.com/office/officeart/2008/layout/LinedList"/>
    <dgm:cxn modelId="{EF229B9A-B5E7-E24C-BF53-C2F747D9C9B5}" type="presOf" srcId="{A225A0C3-A605-0F49-AE84-7C42AB8DD71D}" destId="{930991FF-DBD9-1541-8218-B1265CDAAAEE}" srcOrd="0" destOrd="0" presId="urn:microsoft.com/office/officeart/2008/layout/LinedList"/>
    <dgm:cxn modelId="{37F6A79A-D096-F14E-AF29-3C41C8C0FADA}" type="presOf" srcId="{1C6FC495-B169-AB49-A3E2-9FD4BA00043B}" destId="{F6113E08-A16A-5C47-8E84-9085562302D6}" srcOrd="0" destOrd="0" presId="urn:microsoft.com/office/officeart/2008/layout/LinedList"/>
    <dgm:cxn modelId="{A111BDB5-FB0C-CE45-94BD-5F49108CD5B8}" type="presOf" srcId="{C0EFAB73-42EA-9C48-B3DB-C5C4979014F1}" destId="{C1356B16-A3F3-2F49-9720-8CA8A67EE46A}" srcOrd="0" destOrd="0" presId="urn:microsoft.com/office/officeart/2008/layout/LinedList"/>
    <dgm:cxn modelId="{F48284BC-7213-7B47-95EC-69E0763EDD30}" srcId="{B05B978D-4F62-C748-ADEC-227E72073AEA}" destId="{B20749AD-DD70-7D47-AE40-430C0BECA140}" srcOrd="1" destOrd="0" parTransId="{9EA6592A-0B6B-2B4D-A6CE-B5E569B8334B}" sibTransId="{A6653C6A-6318-CE4A-B280-85EDCEF60B42}"/>
    <dgm:cxn modelId="{34AFC9BF-A2DC-554B-89EA-D974D5729E0B}" srcId="{3317766E-3BBE-3640-99A9-F9F1FAC930A4}" destId="{96F7FAD5-641E-2748-A043-F7D4A6705368}" srcOrd="2" destOrd="0" parTransId="{B452C494-2710-CE4A-8842-874865189F80}" sibTransId="{28EE09A2-63F4-A142-93AE-2781D7357984}"/>
    <dgm:cxn modelId="{A906C9CA-B808-084E-803C-D6BBEF0F8B00}" type="presOf" srcId="{96F7FAD5-641E-2748-A043-F7D4A6705368}" destId="{F126E8D4-BBE3-5A4E-8F79-C3000602FFDC}" srcOrd="0" destOrd="0" presId="urn:microsoft.com/office/officeart/2008/layout/LinedList"/>
    <dgm:cxn modelId="{6CE23DCD-EF80-0D4E-9581-86313265371F}" srcId="{BB59DC87-6FB3-234F-9815-13290FFF48E0}" destId="{3317766E-3BBE-3640-99A9-F9F1FAC930A4}" srcOrd="1" destOrd="0" parTransId="{C10AF799-E06D-9549-AFD9-9CF21E5F83A7}" sibTransId="{5DDED12E-6BEC-5F48-BE3D-BA7D258B5296}"/>
    <dgm:cxn modelId="{0ADAAAD7-9343-E84C-A4BD-367671F647BE}" srcId="{DB650F44-EDD1-604E-802F-07E5F462D717}" destId="{41B1D935-E92F-C841-8C15-89A3635EC303}" srcOrd="0" destOrd="0" parTransId="{BA31CE4C-7E13-2A4B-BE55-20CBC776EA3D}" sibTransId="{8F99A04B-F546-694C-9F2B-35960E482640}"/>
    <dgm:cxn modelId="{D2673FE5-9EB2-A54B-8140-3D4272836706}" type="presOf" srcId="{88C1DFD0-B09E-B34B-A16A-FEE202EE89F0}" destId="{D3AC7CEC-347F-B04B-9888-0640B8014740}" srcOrd="0" destOrd="0" presId="urn:microsoft.com/office/officeart/2008/layout/LinedList"/>
    <dgm:cxn modelId="{8C286DE5-B299-C34A-91BD-14762162E4FE}" type="presOf" srcId="{F716BCA5-FB5B-8A4A-887F-CD4A073E782B}" destId="{85B5BB0B-D6E6-734F-9BA2-860F275916BC}" srcOrd="0" destOrd="0" presId="urn:microsoft.com/office/officeart/2008/layout/LinedList"/>
    <dgm:cxn modelId="{F6FAFBE5-4C43-C541-BD83-DAF2A7CCFAAB}" srcId="{C0EFAB73-42EA-9C48-B3DB-C5C4979014F1}" destId="{BE974BBD-6092-2E4C-9161-5E39DEF349A0}" srcOrd="1" destOrd="0" parTransId="{2C734EBE-6AAA-A24D-A841-667246505637}" sibTransId="{8C22B726-7C79-554C-A04E-72E3D2F1FB8F}"/>
    <dgm:cxn modelId="{D9819EF9-F0F0-D542-9E55-F8C7635AF37E}" type="presOf" srcId="{B184E418-A0BE-F34F-9193-A5F4051694F2}" destId="{0A7DA13B-2069-5648-8083-14D2C9C1F4BA}" srcOrd="0" destOrd="0" presId="urn:microsoft.com/office/officeart/2008/layout/LinedList"/>
    <dgm:cxn modelId="{16D8F1FC-1F2A-5846-9BFD-8DA7BC74DB42}" type="presOf" srcId="{B20749AD-DD70-7D47-AE40-430C0BECA140}" destId="{1B3AAED4-78EF-2D43-A47C-93A1603CF2B7}" srcOrd="0" destOrd="0" presId="urn:microsoft.com/office/officeart/2008/layout/LinedList"/>
    <dgm:cxn modelId="{DA6582FD-B021-9A4F-8A84-F7A62F3927DD}" type="presOf" srcId="{B05B978D-4F62-C748-ADEC-227E72073AEA}" destId="{1E216301-7048-0646-8C64-33DE27F04383}" srcOrd="0" destOrd="0" presId="urn:microsoft.com/office/officeart/2008/layout/LinedList"/>
    <dgm:cxn modelId="{9BAF55C2-2F7F-2644-B6D5-0CA0CA0CFA0F}" type="presParOf" srcId="{1A424918-5027-7E45-A490-8B6FC5BDF8E1}" destId="{5383B9A9-99AE-4B45-B9E5-D84C393961E3}" srcOrd="0" destOrd="0" presId="urn:microsoft.com/office/officeart/2008/layout/LinedList"/>
    <dgm:cxn modelId="{35BC2966-2B75-5049-A322-72D293C50329}" type="presParOf" srcId="{1A424918-5027-7E45-A490-8B6FC5BDF8E1}" destId="{5C53AC1E-D2EC-AF4C-9CF6-83EB5852C8D7}" srcOrd="1" destOrd="0" presId="urn:microsoft.com/office/officeart/2008/layout/LinedList"/>
    <dgm:cxn modelId="{9ABDC6EE-5D28-FE42-8A39-936864CE7920}" type="presParOf" srcId="{5C53AC1E-D2EC-AF4C-9CF6-83EB5852C8D7}" destId="{C1356B16-A3F3-2F49-9720-8CA8A67EE46A}" srcOrd="0" destOrd="0" presId="urn:microsoft.com/office/officeart/2008/layout/LinedList"/>
    <dgm:cxn modelId="{849AAAD2-6F1A-6342-ADCE-C259DA99BF4A}" type="presParOf" srcId="{5C53AC1E-D2EC-AF4C-9CF6-83EB5852C8D7}" destId="{0D3DBE33-DB70-4A4E-B5F3-ACCAD2BDD58E}" srcOrd="1" destOrd="0" presId="urn:microsoft.com/office/officeart/2008/layout/LinedList"/>
    <dgm:cxn modelId="{F2C93472-ACDB-3B47-86B7-3143913E46DF}" type="presParOf" srcId="{0D3DBE33-DB70-4A4E-B5F3-ACCAD2BDD58E}" destId="{721A201B-4B5A-1147-9D7A-6E312F13D01F}" srcOrd="0" destOrd="0" presId="urn:microsoft.com/office/officeart/2008/layout/LinedList"/>
    <dgm:cxn modelId="{15F2D6B9-2257-C347-8C7A-9566A4E2CAF3}" type="presParOf" srcId="{0D3DBE33-DB70-4A4E-B5F3-ACCAD2BDD58E}" destId="{6ACF1B9A-2469-714A-9A1D-B2B1208C6BDC}" srcOrd="1" destOrd="0" presId="urn:microsoft.com/office/officeart/2008/layout/LinedList"/>
    <dgm:cxn modelId="{B39E1B6E-C371-3C4F-A827-D6C608C1FD8C}" type="presParOf" srcId="{6ACF1B9A-2469-714A-9A1D-B2B1208C6BDC}" destId="{6A6B9C69-862B-DF4C-B4E5-B37A546F52CC}" srcOrd="0" destOrd="0" presId="urn:microsoft.com/office/officeart/2008/layout/LinedList"/>
    <dgm:cxn modelId="{6A1C3CAA-34E0-D24D-B721-AA9926A09956}" type="presParOf" srcId="{6ACF1B9A-2469-714A-9A1D-B2B1208C6BDC}" destId="{B1995752-05D5-6042-9232-93A0C4D0D9CF}" srcOrd="1" destOrd="0" presId="urn:microsoft.com/office/officeart/2008/layout/LinedList"/>
    <dgm:cxn modelId="{FC6B9030-2922-294E-B131-9C01BEFECB6C}" type="presParOf" srcId="{6ACF1B9A-2469-714A-9A1D-B2B1208C6BDC}" destId="{DD23471C-97C2-DB47-8714-7D72CA2CD150}" srcOrd="2" destOrd="0" presId="urn:microsoft.com/office/officeart/2008/layout/LinedList"/>
    <dgm:cxn modelId="{0618E6DE-CBCC-1644-8C6B-A7299B78842F}" type="presParOf" srcId="{0D3DBE33-DB70-4A4E-B5F3-ACCAD2BDD58E}" destId="{088887CC-8A2C-9243-82B9-EFC4FB443C37}" srcOrd="2" destOrd="0" presId="urn:microsoft.com/office/officeart/2008/layout/LinedList"/>
    <dgm:cxn modelId="{530D3CD5-4D7C-524D-9C0E-B2D015FD567F}" type="presParOf" srcId="{0D3DBE33-DB70-4A4E-B5F3-ACCAD2BDD58E}" destId="{D76D9C46-73E9-484C-967C-48F53C01685A}" srcOrd="3" destOrd="0" presId="urn:microsoft.com/office/officeart/2008/layout/LinedList"/>
    <dgm:cxn modelId="{1773FF59-8809-2241-B9D4-EF3B7022916D}" type="presParOf" srcId="{0D3DBE33-DB70-4A4E-B5F3-ACCAD2BDD58E}" destId="{DBEDBCE7-0686-1D45-A1FB-7CA2AEC917C0}" srcOrd="4" destOrd="0" presId="urn:microsoft.com/office/officeart/2008/layout/LinedList"/>
    <dgm:cxn modelId="{F5876DE3-5D2C-784F-9E81-EC9D0690DAA0}" type="presParOf" srcId="{DBEDBCE7-0686-1D45-A1FB-7CA2AEC917C0}" destId="{C8ED83F0-CD7E-C343-A258-4EEEE6ED5067}" srcOrd="0" destOrd="0" presId="urn:microsoft.com/office/officeart/2008/layout/LinedList"/>
    <dgm:cxn modelId="{B3780442-CC00-3C46-B9BB-45E5643107CD}" type="presParOf" srcId="{DBEDBCE7-0686-1D45-A1FB-7CA2AEC917C0}" destId="{3D1B4A01-FB24-8E45-A761-93403574AF67}" srcOrd="1" destOrd="0" presId="urn:microsoft.com/office/officeart/2008/layout/LinedList"/>
    <dgm:cxn modelId="{112185D8-66B1-9749-9EF9-EF03A9EC0FCB}" type="presParOf" srcId="{DBEDBCE7-0686-1D45-A1FB-7CA2AEC917C0}" destId="{CA2B833C-0A17-704A-9726-9795CD21C4D6}" srcOrd="2" destOrd="0" presId="urn:microsoft.com/office/officeart/2008/layout/LinedList"/>
    <dgm:cxn modelId="{E0B658DC-22B3-474D-B45D-F4F7FB295A1C}" type="presParOf" srcId="{0D3DBE33-DB70-4A4E-B5F3-ACCAD2BDD58E}" destId="{3ECC7EB8-B8BB-1D48-BDF0-23055297D6B2}" srcOrd="5" destOrd="0" presId="urn:microsoft.com/office/officeart/2008/layout/LinedList"/>
    <dgm:cxn modelId="{ECF282A9-2696-6748-B336-D1B667153E90}" type="presParOf" srcId="{0D3DBE33-DB70-4A4E-B5F3-ACCAD2BDD58E}" destId="{C2882073-99C4-1446-A6C5-83E7DC5C3144}" srcOrd="6" destOrd="0" presId="urn:microsoft.com/office/officeart/2008/layout/LinedList"/>
    <dgm:cxn modelId="{E94CE1E8-7DFC-E544-A25A-9896B828D089}" type="presParOf" srcId="{1A424918-5027-7E45-A490-8B6FC5BDF8E1}" destId="{0CC23DE7-E9E1-FE44-BE1A-6E90F9E896A0}" srcOrd="2" destOrd="0" presId="urn:microsoft.com/office/officeart/2008/layout/LinedList"/>
    <dgm:cxn modelId="{AB4F8962-7703-4A4B-B1CF-262D1C4CD77F}" type="presParOf" srcId="{1A424918-5027-7E45-A490-8B6FC5BDF8E1}" destId="{03E54D3C-8AB0-B648-8140-9E25F4892F2F}" srcOrd="3" destOrd="0" presId="urn:microsoft.com/office/officeart/2008/layout/LinedList"/>
    <dgm:cxn modelId="{7B0F5BFF-6490-E94F-9301-DC79491A14DA}" type="presParOf" srcId="{03E54D3C-8AB0-B648-8140-9E25F4892F2F}" destId="{1C982902-E926-2E4C-93B4-871855708A5B}" srcOrd="0" destOrd="0" presId="urn:microsoft.com/office/officeart/2008/layout/LinedList"/>
    <dgm:cxn modelId="{01840327-1033-1748-BE0A-DD2111D4D9B9}" type="presParOf" srcId="{03E54D3C-8AB0-B648-8140-9E25F4892F2F}" destId="{1BBD11C7-5BF7-7E44-A07B-887133FF7A24}" srcOrd="1" destOrd="0" presId="urn:microsoft.com/office/officeart/2008/layout/LinedList"/>
    <dgm:cxn modelId="{45B64CD0-CF17-0845-BE87-E4FA718D9F6F}" type="presParOf" srcId="{1BBD11C7-5BF7-7E44-A07B-887133FF7A24}" destId="{0E8175A6-348F-794B-9D02-D31274C6F98D}" srcOrd="0" destOrd="0" presId="urn:microsoft.com/office/officeart/2008/layout/LinedList"/>
    <dgm:cxn modelId="{9047738B-6DB0-1E43-A2A1-628A53799BE6}" type="presParOf" srcId="{1BBD11C7-5BF7-7E44-A07B-887133FF7A24}" destId="{E0A8626F-887D-8043-A282-3C7ECA8CAE28}" srcOrd="1" destOrd="0" presId="urn:microsoft.com/office/officeart/2008/layout/LinedList"/>
    <dgm:cxn modelId="{7FB3C671-14E4-BB4B-811C-79B2CB393A6D}" type="presParOf" srcId="{E0A8626F-887D-8043-A282-3C7ECA8CAE28}" destId="{488976A2-CD04-664D-B63A-33D97FDB01C0}" srcOrd="0" destOrd="0" presId="urn:microsoft.com/office/officeart/2008/layout/LinedList"/>
    <dgm:cxn modelId="{1AB49033-D8A1-E843-A797-AC210CD4267F}" type="presParOf" srcId="{E0A8626F-887D-8043-A282-3C7ECA8CAE28}" destId="{85B5BB0B-D6E6-734F-9BA2-860F275916BC}" srcOrd="1" destOrd="0" presId="urn:microsoft.com/office/officeart/2008/layout/LinedList"/>
    <dgm:cxn modelId="{2225CA15-7A3C-A741-8409-E2262630946D}" type="presParOf" srcId="{E0A8626F-887D-8043-A282-3C7ECA8CAE28}" destId="{2EF27580-D9E9-0240-86F2-1E158C8B32E5}" srcOrd="2" destOrd="0" presId="urn:microsoft.com/office/officeart/2008/layout/LinedList"/>
    <dgm:cxn modelId="{FA1BA7C9-CE8B-BF47-8ED5-5A326DB27D0F}" type="presParOf" srcId="{1BBD11C7-5BF7-7E44-A07B-887133FF7A24}" destId="{3321767C-7E3D-764E-9337-2A8D993DB351}" srcOrd="2" destOrd="0" presId="urn:microsoft.com/office/officeart/2008/layout/LinedList"/>
    <dgm:cxn modelId="{7D7192FF-F588-224A-A8CB-7BE31BCF1FB7}" type="presParOf" srcId="{1BBD11C7-5BF7-7E44-A07B-887133FF7A24}" destId="{00898347-9C80-2E4A-9FEF-DC56B69A905B}" srcOrd="3" destOrd="0" presId="urn:microsoft.com/office/officeart/2008/layout/LinedList"/>
    <dgm:cxn modelId="{40664D13-3CB7-2E4A-AF04-E14975EA69F4}" type="presParOf" srcId="{1BBD11C7-5BF7-7E44-A07B-887133FF7A24}" destId="{EF81BC2F-12BF-CB44-A56B-FFB326AE5E34}" srcOrd="4" destOrd="0" presId="urn:microsoft.com/office/officeart/2008/layout/LinedList"/>
    <dgm:cxn modelId="{AF178EA6-41D2-5143-893F-77C80F7BC776}" type="presParOf" srcId="{EF81BC2F-12BF-CB44-A56B-FFB326AE5E34}" destId="{237AADCE-8937-284D-8BE9-E6E970FE0520}" srcOrd="0" destOrd="0" presId="urn:microsoft.com/office/officeart/2008/layout/LinedList"/>
    <dgm:cxn modelId="{5CB7C6E7-3E41-5842-BC90-CD4C0155D756}" type="presParOf" srcId="{EF81BC2F-12BF-CB44-A56B-FFB326AE5E34}" destId="{9260DD22-34EE-7C4D-9C6F-7A893A295F5C}" srcOrd="1" destOrd="0" presId="urn:microsoft.com/office/officeart/2008/layout/LinedList"/>
    <dgm:cxn modelId="{9095067A-6089-A54E-8E64-8A43587C5AF8}" type="presParOf" srcId="{EF81BC2F-12BF-CB44-A56B-FFB326AE5E34}" destId="{AF618F7A-B528-EC42-94AB-7D7B5324E392}" srcOrd="2" destOrd="0" presId="urn:microsoft.com/office/officeart/2008/layout/LinedList"/>
    <dgm:cxn modelId="{C6BD9A1D-6AC4-2C4C-B881-B90605948EB0}" type="presParOf" srcId="{1BBD11C7-5BF7-7E44-A07B-887133FF7A24}" destId="{AFBE5101-BF62-464C-A5A4-3A0F76E5A75E}" srcOrd="5" destOrd="0" presId="urn:microsoft.com/office/officeart/2008/layout/LinedList"/>
    <dgm:cxn modelId="{BDFC94FA-B4C5-1347-913A-95CCF3CC4281}" type="presParOf" srcId="{1BBD11C7-5BF7-7E44-A07B-887133FF7A24}" destId="{3FB55BA4-6D98-FD43-ADCB-AC1F09A42CBD}" srcOrd="6" destOrd="0" presId="urn:microsoft.com/office/officeart/2008/layout/LinedList"/>
    <dgm:cxn modelId="{8ADD313E-B514-304D-BDB5-853892AF0181}" type="presParOf" srcId="{1BBD11C7-5BF7-7E44-A07B-887133FF7A24}" destId="{C55CAF47-8AEA-864E-8D20-C5C558B32EA5}" srcOrd="7" destOrd="0" presId="urn:microsoft.com/office/officeart/2008/layout/LinedList"/>
    <dgm:cxn modelId="{E4567418-95CE-C649-87D5-70111760FCB8}" type="presParOf" srcId="{C55CAF47-8AEA-864E-8D20-C5C558B32EA5}" destId="{5DBA0EDE-3431-E84B-93FB-CB84E53D3233}" srcOrd="0" destOrd="0" presId="urn:microsoft.com/office/officeart/2008/layout/LinedList"/>
    <dgm:cxn modelId="{7FB471D7-9D22-AB4B-85A0-5444D63EE982}" type="presParOf" srcId="{C55CAF47-8AEA-864E-8D20-C5C558B32EA5}" destId="{F126E8D4-BBE3-5A4E-8F79-C3000602FFDC}" srcOrd="1" destOrd="0" presId="urn:microsoft.com/office/officeart/2008/layout/LinedList"/>
    <dgm:cxn modelId="{86B8DAEE-F145-4841-A027-A6EB951ABB6C}" type="presParOf" srcId="{C55CAF47-8AEA-864E-8D20-C5C558B32EA5}" destId="{C22E2470-7766-C344-97CF-D8BCEA3BA625}" srcOrd="2" destOrd="0" presId="urn:microsoft.com/office/officeart/2008/layout/LinedList"/>
    <dgm:cxn modelId="{48116E44-3DFA-8946-9F8C-679056780F17}" type="presParOf" srcId="{1BBD11C7-5BF7-7E44-A07B-887133FF7A24}" destId="{BBAED2E1-ED26-D24A-9771-B0EB2AC9C732}" srcOrd="8" destOrd="0" presId="urn:microsoft.com/office/officeart/2008/layout/LinedList"/>
    <dgm:cxn modelId="{B5E12D46-2ACC-8841-ABD8-2B4E048D63D3}" type="presParOf" srcId="{1BBD11C7-5BF7-7E44-A07B-887133FF7A24}" destId="{A5087324-384B-4445-8805-E87B97844698}" srcOrd="9" destOrd="0" presId="urn:microsoft.com/office/officeart/2008/layout/LinedList"/>
    <dgm:cxn modelId="{D74658FE-9E1A-9140-A7D8-BFD000F55186}" type="presParOf" srcId="{1A424918-5027-7E45-A490-8B6FC5BDF8E1}" destId="{9F18BF94-4CAC-3147-A28A-9918022F4C2F}" srcOrd="4" destOrd="0" presId="urn:microsoft.com/office/officeart/2008/layout/LinedList"/>
    <dgm:cxn modelId="{E3B2DA66-E3A7-0F42-8364-26129D3B167D}" type="presParOf" srcId="{1A424918-5027-7E45-A490-8B6FC5BDF8E1}" destId="{E0B9B1FE-022A-7549-8F3C-687ED187CF43}" srcOrd="5" destOrd="0" presId="urn:microsoft.com/office/officeart/2008/layout/LinedList"/>
    <dgm:cxn modelId="{E454C696-7F4A-5C4C-B681-3FB9D1775CDB}" type="presParOf" srcId="{E0B9B1FE-022A-7549-8F3C-687ED187CF43}" destId="{1E216301-7048-0646-8C64-33DE27F04383}" srcOrd="0" destOrd="0" presId="urn:microsoft.com/office/officeart/2008/layout/LinedList"/>
    <dgm:cxn modelId="{8E2D9F73-3C61-CA45-AFC6-5C04F1B3AD08}" type="presParOf" srcId="{E0B9B1FE-022A-7549-8F3C-687ED187CF43}" destId="{9100FA61-A629-6941-84B8-99476C701C28}" srcOrd="1" destOrd="0" presId="urn:microsoft.com/office/officeart/2008/layout/LinedList"/>
    <dgm:cxn modelId="{45DD4F59-3678-224F-82B1-C905CB2A77E3}" type="presParOf" srcId="{9100FA61-A629-6941-84B8-99476C701C28}" destId="{3691C6D7-B6D4-6D47-B8A6-D79C20924702}" srcOrd="0" destOrd="0" presId="urn:microsoft.com/office/officeart/2008/layout/LinedList"/>
    <dgm:cxn modelId="{4B796871-3D5C-2B43-81CE-63100C94EEF9}" type="presParOf" srcId="{9100FA61-A629-6941-84B8-99476C701C28}" destId="{0B0B0CFD-CE35-8F46-BB44-1059A92B58A7}" srcOrd="1" destOrd="0" presId="urn:microsoft.com/office/officeart/2008/layout/LinedList"/>
    <dgm:cxn modelId="{9C1AC7D3-9877-BE48-94BE-14FD1EC3995E}" type="presParOf" srcId="{0B0B0CFD-CE35-8F46-BB44-1059A92B58A7}" destId="{00AEFC4A-96E2-0049-A3F6-22F6D6BCDA48}" srcOrd="0" destOrd="0" presId="urn:microsoft.com/office/officeart/2008/layout/LinedList"/>
    <dgm:cxn modelId="{81F793C6-8F35-C24D-98DA-4BB6B49E9348}" type="presParOf" srcId="{0B0B0CFD-CE35-8F46-BB44-1059A92B58A7}" destId="{0A7DA13B-2069-5648-8083-14D2C9C1F4BA}" srcOrd="1" destOrd="0" presId="urn:microsoft.com/office/officeart/2008/layout/LinedList"/>
    <dgm:cxn modelId="{590C50FD-E707-E948-8899-E5D9F7791A56}" type="presParOf" srcId="{0B0B0CFD-CE35-8F46-BB44-1059A92B58A7}" destId="{DEB12BD4-9784-6542-9093-16D9D7B1155B}" srcOrd="2" destOrd="0" presId="urn:microsoft.com/office/officeart/2008/layout/LinedList"/>
    <dgm:cxn modelId="{339C15AF-3429-0848-8C05-9A1E76163002}" type="presParOf" srcId="{9100FA61-A629-6941-84B8-99476C701C28}" destId="{52A5A9E2-6182-BB4C-BC18-6D129E8B59C4}" srcOrd="2" destOrd="0" presId="urn:microsoft.com/office/officeart/2008/layout/LinedList"/>
    <dgm:cxn modelId="{38E26714-D24B-624B-BB13-32E30C2A5988}" type="presParOf" srcId="{9100FA61-A629-6941-84B8-99476C701C28}" destId="{8C31567F-EF8E-554C-AE5C-4A9418CF4991}" srcOrd="3" destOrd="0" presId="urn:microsoft.com/office/officeart/2008/layout/LinedList"/>
    <dgm:cxn modelId="{D86EF519-D4F9-AD42-9147-5363201C9157}" type="presParOf" srcId="{9100FA61-A629-6941-84B8-99476C701C28}" destId="{A3C2C123-A34F-034C-BDA2-704331B749F3}" srcOrd="4" destOrd="0" presId="urn:microsoft.com/office/officeart/2008/layout/LinedList"/>
    <dgm:cxn modelId="{563098CF-5747-474B-8CC5-3DA3593E220C}" type="presParOf" srcId="{A3C2C123-A34F-034C-BDA2-704331B749F3}" destId="{5D9FD83C-27D3-9B49-BC07-9007D8AFC1AA}" srcOrd="0" destOrd="0" presId="urn:microsoft.com/office/officeart/2008/layout/LinedList"/>
    <dgm:cxn modelId="{67F5486A-B272-E240-BDF9-02526943CE66}" type="presParOf" srcId="{A3C2C123-A34F-034C-BDA2-704331B749F3}" destId="{1B3AAED4-78EF-2D43-A47C-93A1603CF2B7}" srcOrd="1" destOrd="0" presId="urn:microsoft.com/office/officeart/2008/layout/LinedList"/>
    <dgm:cxn modelId="{58C1A4F7-8F19-014E-A168-7C383BA459A1}" type="presParOf" srcId="{A3C2C123-A34F-034C-BDA2-704331B749F3}" destId="{428AA01C-6A85-4646-BD5D-7B44F3F4A2A4}" srcOrd="2" destOrd="0" presId="urn:microsoft.com/office/officeart/2008/layout/LinedList"/>
    <dgm:cxn modelId="{F1B1349A-FD2A-664A-8BEB-9B2103C9CDFB}" type="presParOf" srcId="{9100FA61-A629-6941-84B8-99476C701C28}" destId="{E8C26DDC-F84F-B94B-8A0A-45DAF6E30EAB}" srcOrd="5" destOrd="0" presId="urn:microsoft.com/office/officeart/2008/layout/LinedList"/>
    <dgm:cxn modelId="{9AECEC89-B470-C840-85E8-F6F387697ACF}" type="presParOf" srcId="{9100FA61-A629-6941-84B8-99476C701C28}" destId="{07834E12-1D7A-2B4A-9CB1-D4B55340AEA4}" srcOrd="6" destOrd="0" presId="urn:microsoft.com/office/officeart/2008/layout/LinedList"/>
    <dgm:cxn modelId="{70855608-76CF-1B41-8318-FB03E99BCBBC}" type="presParOf" srcId="{9100FA61-A629-6941-84B8-99476C701C28}" destId="{688B38B9-B2EB-6B4B-9B61-5C2576DF3062}" srcOrd="7" destOrd="0" presId="urn:microsoft.com/office/officeart/2008/layout/LinedList"/>
    <dgm:cxn modelId="{CB409B34-F441-AC44-84FF-58483B40BA81}" type="presParOf" srcId="{688B38B9-B2EB-6B4B-9B61-5C2576DF3062}" destId="{984B11BF-DD7D-4749-9D01-9B5681C74DD8}" srcOrd="0" destOrd="0" presId="urn:microsoft.com/office/officeart/2008/layout/LinedList"/>
    <dgm:cxn modelId="{1A07CE6E-FA0B-754F-8228-1CFC861FDAF7}" type="presParOf" srcId="{688B38B9-B2EB-6B4B-9B61-5C2576DF3062}" destId="{D3AC7CEC-347F-B04B-9888-0640B8014740}" srcOrd="1" destOrd="0" presId="urn:microsoft.com/office/officeart/2008/layout/LinedList"/>
    <dgm:cxn modelId="{CC026D65-E30F-F142-BB8C-3C99608525ED}" type="presParOf" srcId="{688B38B9-B2EB-6B4B-9B61-5C2576DF3062}" destId="{17C64D04-4DD5-8C47-8D41-1A5206030DFE}" srcOrd="2" destOrd="0" presId="urn:microsoft.com/office/officeart/2008/layout/LinedList"/>
    <dgm:cxn modelId="{C26D30D1-6C22-734D-8559-AF6648DCE5AB}" type="presParOf" srcId="{9100FA61-A629-6941-84B8-99476C701C28}" destId="{F9673089-FBED-6C4B-92DD-A48697DB91B1}" srcOrd="8" destOrd="0" presId="urn:microsoft.com/office/officeart/2008/layout/LinedList"/>
    <dgm:cxn modelId="{A78F25D6-2592-774A-8B83-22556733AD61}" type="presParOf" srcId="{9100FA61-A629-6941-84B8-99476C701C28}" destId="{39FC7D1E-769B-5A48-94A0-FA5CB48D9AEE}" srcOrd="9" destOrd="0" presId="urn:microsoft.com/office/officeart/2008/layout/LinedList"/>
    <dgm:cxn modelId="{9DE8898A-32DB-8144-95E3-4FCEC0DBEF55}" type="presParOf" srcId="{9100FA61-A629-6941-84B8-99476C701C28}" destId="{D766394F-C5AE-DD41-846A-449B5CABFA2F}" srcOrd="10" destOrd="0" presId="urn:microsoft.com/office/officeart/2008/layout/LinedList"/>
    <dgm:cxn modelId="{204B3A70-3358-C14A-8861-5EE1081B14CE}" type="presParOf" srcId="{D766394F-C5AE-DD41-846A-449B5CABFA2F}" destId="{C37718ED-92DB-BE45-9E7D-4DCE3B54D7CF}" srcOrd="0" destOrd="0" presId="urn:microsoft.com/office/officeart/2008/layout/LinedList"/>
    <dgm:cxn modelId="{961BDE77-9C0C-7F46-A41C-989F20E88AF1}" type="presParOf" srcId="{D766394F-C5AE-DD41-846A-449B5CABFA2F}" destId="{930991FF-DBD9-1541-8218-B1265CDAAAEE}" srcOrd="1" destOrd="0" presId="urn:microsoft.com/office/officeart/2008/layout/LinedList"/>
    <dgm:cxn modelId="{E39236D1-FD67-5347-A2B0-AE007E90750C}" type="presParOf" srcId="{D766394F-C5AE-DD41-846A-449B5CABFA2F}" destId="{836A2862-49EE-C140-9072-B9FCB23F8566}" srcOrd="2" destOrd="0" presId="urn:microsoft.com/office/officeart/2008/layout/LinedList"/>
    <dgm:cxn modelId="{34058B45-2188-5F46-AAA0-68AC0663F829}" type="presParOf" srcId="{9100FA61-A629-6941-84B8-99476C701C28}" destId="{14F1AB43-FAD9-EA4E-80CF-565663E3E374}" srcOrd="11" destOrd="0" presId="urn:microsoft.com/office/officeart/2008/layout/LinedList"/>
    <dgm:cxn modelId="{FE130F50-C7D1-6C47-9244-B98F62E0BF3E}" type="presParOf" srcId="{9100FA61-A629-6941-84B8-99476C701C28}" destId="{E382F7BE-D792-E243-8455-9E71B681EB68}" srcOrd="12" destOrd="0" presId="urn:microsoft.com/office/officeart/2008/layout/LinedList"/>
    <dgm:cxn modelId="{C9B35F6F-7C6C-F044-A9DB-39743F3E1EE6}" type="presParOf" srcId="{9100FA61-A629-6941-84B8-99476C701C28}" destId="{B348D1D0-7B5E-1F40-BADF-CE87AE845662}" srcOrd="13" destOrd="0" presId="urn:microsoft.com/office/officeart/2008/layout/LinedList"/>
    <dgm:cxn modelId="{348655B7-AAC0-2243-AB74-341D720EC45C}" type="presParOf" srcId="{B348D1D0-7B5E-1F40-BADF-CE87AE845662}" destId="{43767A7A-847B-0848-98A1-0A826B254686}" srcOrd="0" destOrd="0" presId="urn:microsoft.com/office/officeart/2008/layout/LinedList"/>
    <dgm:cxn modelId="{781B34EB-3D7C-694B-8E2F-5E39EC6E364A}" type="presParOf" srcId="{B348D1D0-7B5E-1F40-BADF-CE87AE845662}" destId="{6602A0CE-DE35-6846-8D10-89A8CD10560C}" srcOrd="1" destOrd="0" presId="urn:microsoft.com/office/officeart/2008/layout/LinedList"/>
    <dgm:cxn modelId="{B616AB3C-52D3-D64B-BEFB-3081BC6B4419}" type="presParOf" srcId="{B348D1D0-7B5E-1F40-BADF-CE87AE845662}" destId="{815A338B-75FB-A041-B1D6-7144FBF0907A}" srcOrd="2" destOrd="0" presId="urn:microsoft.com/office/officeart/2008/layout/LinedList"/>
    <dgm:cxn modelId="{98A95693-F542-404A-B969-BC2E6E72C084}" type="presParOf" srcId="{9100FA61-A629-6941-84B8-99476C701C28}" destId="{DFF538C8-BD40-D34A-B4E6-9631D5912305}" srcOrd="14" destOrd="0" presId="urn:microsoft.com/office/officeart/2008/layout/LinedList"/>
    <dgm:cxn modelId="{0C31E2EE-4783-FF41-990C-7077C09D1FD1}" type="presParOf" srcId="{9100FA61-A629-6941-84B8-99476C701C28}" destId="{85872105-8B2D-5347-9A06-59E792D350A0}" srcOrd="15" destOrd="0" presId="urn:microsoft.com/office/officeart/2008/layout/LinedList"/>
    <dgm:cxn modelId="{9E57B7FA-3746-8647-A867-111968D86D60}" type="presParOf" srcId="{1A424918-5027-7E45-A490-8B6FC5BDF8E1}" destId="{380B2C2F-B795-774B-9396-9E628F55AAF6}" srcOrd="6" destOrd="0" presId="urn:microsoft.com/office/officeart/2008/layout/LinedList"/>
    <dgm:cxn modelId="{5892E360-F4CA-6741-B676-315F1A709BF1}" type="presParOf" srcId="{1A424918-5027-7E45-A490-8B6FC5BDF8E1}" destId="{1523CB41-AD4C-1B41-A247-59BEDA6299B9}" srcOrd="7" destOrd="0" presId="urn:microsoft.com/office/officeart/2008/layout/LinedList"/>
    <dgm:cxn modelId="{CD8691AC-ECB0-7A4F-9D9D-64BEBC753932}" type="presParOf" srcId="{1523CB41-AD4C-1B41-A247-59BEDA6299B9}" destId="{2262F023-871D-4D4D-96B2-7AF29D8B774D}" srcOrd="0" destOrd="0" presId="urn:microsoft.com/office/officeart/2008/layout/LinedList"/>
    <dgm:cxn modelId="{B521B636-3825-9E46-9B3B-DCD005A0FB4D}" type="presParOf" srcId="{1523CB41-AD4C-1B41-A247-59BEDA6299B9}" destId="{2242ACB1-D110-494E-A3BD-5F743588D7ED}" srcOrd="1" destOrd="0" presId="urn:microsoft.com/office/officeart/2008/layout/LinedList"/>
    <dgm:cxn modelId="{52C7D7FC-AABE-074E-B0D6-0D9F291CB453}" type="presParOf" srcId="{2242ACB1-D110-494E-A3BD-5F743588D7ED}" destId="{E052E6E8-64AD-5143-9D5C-602FF09CAD50}" srcOrd="0" destOrd="0" presId="urn:microsoft.com/office/officeart/2008/layout/LinedList"/>
    <dgm:cxn modelId="{AA6825F3-6C98-644C-9C7C-0F2CAB13BD97}" type="presParOf" srcId="{2242ACB1-D110-494E-A3BD-5F743588D7ED}" destId="{57AF69AC-361D-2843-983C-E88A586880D2}" srcOrd="1" destOrd="0" presId="urn:microsoft.com/office/officeart/2008/layout/LinedList"/>
    <dgm:cxn modelId="{6A5340F2-CA2D-824A-AD10-AF5FC3002378}" type="presParOf" srcId="{57AF69AC-361D-2843-983C-E88A586880D2}" destId="{C3C3BA09-4D76-2C48-8E3F-2BFF72A7EB79}" srcOrd="0" destOrd="0" presId="urn:microsoft.com/office/officeart/2008/layout/LinedList"/>
    <dgm:cxn modelId="{2B6C6A07-803F-5845-B0EF-0208FF3E7810}" type="presParOf" srcId="{57AF69AC-361D-2843-983C-E88A586880D2}" destId="{92946AFC-24A0-E44E-A3F0-D2AF148A8C1F}" srcOrd="1" destOrd="0" presId="urn:microsoft.com/office/officeart/2008/layout/LinedList"/>
    <dgm:cxn modelId="{F8D79CB0-1149-E14B-9B9A-653F338DD3E5}" type="presParOf" srcId="{57AF69AC-361D-2843-983C-E88A586880D2}" destId="{7181864A-6476-654F-A2FE-F32DA56D391D}" srcOrd="2" destOrd="0" presId="urn:microsoft.com/office/officeart/2008/layout/LinedList"/>
    <dgm:cxn modelId="{4CEE0DA5-D4E2-3B47-AB91-D5E9848EFABF}" type="presParOf" srcId="{2242ACB1-D110-494E-A3BD-5F743588D7ED}" destId="{4A50274D-6400-904C-9A1F-59454FA8D79F}" srcOrd="2" destOrd="0" presId="urn:microsoft.com/office/officeart/2008/layout/LinedList"/>
    <dgm:cxn modelId="{32AE3DFE-076B-4E4E-A30D-95AF81D66FB5}" type="presParOf" srcId="{2242ACB1-D110-494E-A3BD-5F743588D7ED}" destId="{DB4169AB-2860-A549-9DB1-F5C2E2B2A501}" srcOrd="3" destOrd="0" presId="urn:microsoft.com/office/officeart/2008/layout/LinedList"/>
    <dgm:cxn modelId="{B36867E1-F2D5-6549-B01F-1F0640CEF052}" type="presParOf" srcId="{2242ACB1-D110-494E-A3BD-5F743588D7ED}" destId="{65F275BC-4AD5-DC4D-B82B-CC1325735037}" srcOrd="4" destOrd="0" presId="urn:microsoft.com/office/officeart/2008/layout/LinedList"/>
    <dgm:cxn modelId="{1F27FC65-699B-F240-807B-D0CB8D9688FB}" type="presParOf" srcId="{65F275BC-4AD5-DC4D-B82B-CC1325735037}" destId="{A3214AAD-5A89-614D-B97F-A77425380E89}" srcOrd="0" destOrd="0" presId="urn:microsoft.com/office/officeart/2008/layout/LinedList"/>
    <dgm:cxn modelId="{C2F858AA-78B7-874B-ABEE-9A69C3899B5E}" type="presParOf" srcId="{65F275BC-4AD5-DC4D-B82B-CC1325735037}" destId="{926B1F3E-B0AF-E641-9390-1F9C2242A8EB}" srcOrd="1" destOrd="0" presId="urn:microsoft.com/office/officeart/2008/layout/LinedList"/>
    <dgm:cxn modelId="{B418A11D-179D-AB4A-AAB8-A88AB330452D}" type="presParOf" srcId="{65F275BC-4AD5-DC4D-B82B-CC1325735037}" destId="{A539E204-41B1-AF45-A552-4888C9EC51A8}" srcOrd="2" destOrd="0" presId="urn:microsoft.com/office/officeart/2008/layout/LinedList"/>
    <dgm:cxn modelId="{A93C3F39-8BFF-7541-81EB-9D26B844FC30}" type="presParOf" srcId="{2242ACB1-D110-494E-A3BD-5F743588D7ED}" destId="{D9DDBB1C-C0C1-2442-8EDA-7E65560693FC}" srcOrd="5" destOrd="0" presId="urn:microsoft.com/office/officeart/2008/layout/LinedList"/>
    <dgm:cxn modelId="{3B28A23E-720F-1A49-AB45-980C8C7C19B5}" type="presParOf" srcId="{2242ACB1-D110-494E-A3BD-5F743588D7ED}" destId="{BEE56B7C-60DF-2E4F-8649-2599B7DD0088}" srcOrd="6" destOrd="0" presId="urn:microsoft.com/office/officeart/2008/layout/LinedList"/>
    <dgm:cxn modelId="{A1AE5F0E-4716-4542-B87F-923BED4C0C8A}" type="presParOf" srcId="{2242ACB1-D110-494E-A3BD-5F743588D7ED}" destId="{66AF5FA3-15F9-AD4E-8B87-F68A0373E1FA}" srcOrd="7" destOrd="0" presId="urn:microsoft.com/office/officeart/2008/layout/LinedList"/>
    <dgm:cxn modelId="{36178CF7-269D-2248-BC99-3C2BDF2954CF}" type="presParOf" srcId="{66AF5FA3-15F9-AD4E-8B87-F68A0373E1FA}" destId="{229E3BFD-E28B-1643-AC45-9C57089E1D65}" srcOrd="0" destOrd="0" presId="urn:microsoft.com/office/officeart/2008/layout/LinedList"/>
    <dgm:cxn modelId="{B34D3B0E-4E31-FF4B-B93E-4B2D841F43AD}" type="presParOf" srcId="{66AF5FA3-15F9-AD4E-8B87-F68A0373E1FA}" destId="{F6113E08-A16A-5C47-8E84-9085562302D6}" srcOrd="1" destOrd="0" presId="urn:microsoft.com/office/officeart/2008/layout/LinedList"/>
    <dgm:cxn modelId="{D68C6921-8119-A043-845D-A3B0F2A81086}" type="presParOf" srcId="{66AF5FA3-15F9-AD4E-8B87-F68A0373E1FA}" destId="{4F81F0E4-2649-6848-BA9A-8CEBA916B5D0}" srcOrd="2" destOrd="0" presId="urn:microsoft.com/office/officeart/2008/layout/LinedList"/>
    <dgm:cxn modelId="{7D400CEF-EE96-B94C-B9C8-99662EC1EFE3}" type="presParOf" srcId="{2242ACB1-D110-494E-A3BD-5F743588D7ED}" destId="{BDC6D631-12C4-5D41-8D56-B6E7BD6EC2E0}" srcOrd="8" destOrd="0" presId="urn:microsoft.com/office/officeart/2008/layout/LinedList"/>
    <dgm:cxn modelId="{53D2B886-5B59-5B42-A7BA-7161DB8FEE95}" type="presParOf" srcId="{2242ACB1-D110-494E-A3BD-5F743588D7ED}" destId="{85E61F54-3F54-5749-9B67-6720D8FDF3D0}"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E1E6E33-0F4D-384E-B42F-D8CAF058753D}" type="doc">
      <dgm:prSet loTypeId="urn:microsoft.com/office/officeart/2008/layout/LinedList" loCatId="" qsTypeId="urn:microsoft.com/office/officeart/2005/8/quickstyle/simple1" qsCatId="simple" csTypeId="urn:microsoft.com/office/officeart/2005/8/colors/accent1_2" csCatId="accent1" phldr="1"/>
      <dgm:spPr/>
      <dgm:t>
        <a:bodyPr/>
        <a:lstStyle/>
        <a:p>
          <a:endParaRPr kumimoji="1" lang="ja-JP" altLang="en-US"/>
        </a:p>
      </dgm:t>
    </dgm:pt>
    <dgm:pt modelId="{6FB3A4C2-9118-9045-A76C-C13849FC156C}">
      <dgm:prSet custT="1"/>
      <dgm:spPr/>
      <dgm:t>
        <a:bodyPr/>
        <a:lstStyle/>
        <a:p>
          <a:r>
            <a:rPr kumimoji="1" lang="ja-JP" altLang="en-US" sz="2000" b="1"/>
            <a:t>何を推論するか</a:t>
          </a:r>
          <a:endParaRPr lang="ja-JP" altLang="en-US" sz="2000"/>
        </a:p>
      </dgm:t>
    </dgm:pt>
    <dgm:pt modelId="{E935619E-6D8D-8043-860D-7FE64B39BD33}" type="parTrans" cxnId="{E4A4AB25-4B52-DE48-8E36-A98EEAA3FA3C}">
      <dgm:prSet/>
      <dgm:spPr/>
      <dgm:t>
        <a:bodyPr/>
        <a:lstStyle/>
        <a:p>
          <a:endParaRPr kumimoji="1" lang="ja-JP" altLang="en-US"/>
        </a:p>
      </dgm:t>
    </dgm:pt>
    <dgm:pt modelId="{4AE38D98-9130-EF49-A1DE-2DBC68400D23}" type="sibTrans" cxnId="{E4A4AB25-4B52-DE48-8E36-A98EEAA3FA3C}">
      <dgm:prSet/>
      <dgm:spPr/>
      <dgm:t>
        <a:bodyPr/>
        <a:lstStyle/>
        <a:p>
          <a:endParaRPr kumimoji="1" lang="ja-JP" altLang="en-US"/>
        </a:p>
      </dgm:t>
    </dgm:pt>
    <dgm:pt modelId="{C3E7FA14-5C89-CC41-857F-D461A7B881AD}">
      <dgm:prSet/>
      <dgm:spPr/>
      <dgm:t>
        <a:bodyPr/>
        <a:lstStyle/>
        <a:p>
          <a:r>
            <a:rPr kumimoji="1" lang="ja-JP"/>
            <a:t>会話全体から「支配性（ターン占有率／割り込み頻度／応答遅延／沈黙支配）」を時系列で推定し、</a:t>
          </a:r>
          <a:r>
            <a:rPr kumimoji="1" lang="en-US" dirty="0"/>
            <a:t>D </a:t>
          </a:r>
          <a:r>
            <a:rPr kumimoji="1" lang="ja-JP"/>
            <a:t>を </a:t>
          </a:r>
          <a:r>
            <a:rPr kumimoji="1" lang="en-US" dirty="0"/>
            <a:t>0〜100 </a:t>
          </a:r>
          <a:r>
            <a:rPr kumimoji="1" lang="ja-JP"/>
            <a:t>にスコア化</a:t>
          </a:r>
          <a:endParaRPr lang="ja-JP"/>
        </a:p>
      </dgm:t>
    </dgm:pt>
    <dgm:pt modelId="{4C4291AC-8295-8A40-AC5A-E669A41D55DB}" type="parTrans" cxnId="{2CAD471C-3DAC-904B-8920-874DFD4ED96C}">
      <dgm:prSet/>
      <dgm:spPr/>
      <dgm:t>
        <a:bodyPr/>
        <a:lstStyle/>
        <a:p>
          <a:endParaRPr kumimoji="1" lang="ja-JP" altLang="en-US"/>
        </a:p>
      </dgm:t>
    </dgm:pt>
    <dgm:pt modelId="{9B6126DC-7CA5-964C-B854-BDB92B1D2431}" type="sibTrans" cxnId="{2CAD471C-3DAC-904B-8920-874DFD4ED96C}">
      <dgm:prSet/>
      <dgm:spPr/>
      <dgm:t>
        <a:bodyPr/>
        <a:lstStyle/>
        <a:p>
          <a:endParaRPr kumimoji="1" lang="ja-JP" altLang="en-US"/>
        </a:p>
      </dgm:t>
    </dgm:pt>
    <dgm:pt modelId="{354FA267-7016-5D42-8D81-2C9D6F09DF6C}">
      <dgm:prSet/>
      <dgm:spPr/>
      <dgm:t>
        <a:bodyPr/>
        <a:lstStyle/>
        <a:p>
          <a:r>
            <a:rPr kumimoji="1" lang="ja-JP"/>
            <a:t>対話内での“力の非対称性”や支配的行動の継続性を定量化</a:t>
          </a:r>
          <a:endParaRPr lang="ja-JP"/>
        </a:p>
      </dgm:t>
    </dgm:pt>
    <dgm:pt modelId="{EDA47DEF-EE04-8D42-882E-8143E4DDDE4F}" type="parTrans" cxnId="{CF94FD93-7D49-3D4E-A3EF-312961670C74}">
      <dgm:prSet/>
      <dgm:spPr/>
      <dgm:t>
        <a:bodyPr/>
        <a:lstStyle/>
        <a:p>
          <a:endParaRPr kumimoji="1" lang="ja-JP" altLang="en-US"/>
        </a:p>
      </dgm:t>
    </dgm:pt>
    <dgm:pt modelId="{E897E472-32DC-F14B-A99B-2D345D0AF7D2}" type="sibTrans" cxnId="{CF94FD93-7D49-3D4E-A3EF-312961670C74}">
      <dgm:prSet/>
      <dgm:spPr/>
      <dgm:t>
        <a:bodyPr/>
        <a:lstStyle/>
        <a:p>
          <a:endParaRPr kumimoji="1" lang="ja-JP" altLang="en-US"/>
        </a:p>
      </dgm:t>
    </dgm:pt>
    <dgm:pt modelId="{82F2DC89-A327-8D44-AF49-25BD6D3189CC}">
      <dgm:prSet custT="1"/>
      <dgm:spPr/>
      <dgm:t>
        <a:bodyPr/>
        <a:lstStyle/>
        <a:p>
          <a:r>
            <a:rPr kumimoji="1" lang="ja-JP" altLang="en-US" sz="2000" b="1"/>
            <a:t>技術的困難</a:t>
          </a:r>
          <a:endParaRPr lang="ja-JP" altLang="en-US" sz="2000"/>
        </a:p>
      </dgm:t>
    </dgm:pt>
    <dgm:pt modelId="{E0CD6545-9BE9-0B4F-8854-5C303CA23E08}" type="parTrans" cxnId="{F6A9B324-FC52-5C45-AA99-C2FAF7DDC852}">
      <dgm:prSet/>
      <dgm:spPr/>
      <dgm:t>
        <a:bodyPr/>
        <a:lstStyle/>
        <a:p>
          <a:endParaRPr kumimoji="1" lang="ja-JP" altLang="en-US"/>
        </a:p>
      </dgm:t>
    </dgm:pt>
    <dgm:pt modelId="{944C61AE-770C-6B4E-85BC-6B3F96D98D51}" type="sibTrans" cxnId="{F6A9B324-FC52-5C45-AA99-C2FAF7DDC852}">
      <dgm:prSet/>
      <dgm:spPr/>
      <dgm:t>
        <a:bodyPr/>
        <a:lstStyle/>
        <a:p>
          <a:endParaRPr kumimoji="1" lang="ja-JP" altLang="en-US"/>
        </a:p>
      </dgm:t>
    </dgm:pt>
    <dgm:pt modelId="{C45C8135-6A12-4E4C-8A57-99B8E9FA4FD1}">
      <dgm:prSet/>
      <dgm:spPr/>
      <dgm:t>
        <a:bodyPr/>
        <a:lstStyle/>
        <a:p>
          <a:r>
            <a:rPr kumimoji="1" lang="ja-JP"/>
            <a:t>発話ターン検出（話者分離＋発話境界）における誤認識が </a:t>
          </a:r>
          <a:r>
            <a:rPr kumimoji="1" lang="en-US" dirty="0"/>
            <a:t>downstream </a:t>
          </a:r>
          <a:r>
            <a:rPr kumimoji="1" lang="ja-JP"/>
            <a:t>を弱める</a:t>
          </a:r>
          <a:endParaRPr lang="ja-JP"/>
        </a:p>
      </dgm:t>
    </dgm:pt>
    <dgm:pt modelId="{5E714CFB-DE98-3647-82F4-1667F03AE22B}" type="parTrans" cxnId="{F61C700D-8D7E-1C4B-8107-70AE97DB792F}">
      <dgm:prSet/>
      <dgm:spPr/>
      <dgm:t>
        <a:bodyPr/>
        <a:lstStyle/>
        <a:p>
          <a:endParaRPr kumimoji="1" lang="ja-JP" altLang="en-US"/>
        </a:p>
      </dgm:t>
    </dgm:pt>
    <dgm:pt modelId="{83CC9AA5-AA0E-2B45-963C-83926D9B9274}" type="sibTrans" cxnId="{F61C700D-8D7E-1C4B-8107-70AE97DB792F}">
      <dgm:prSet/>
      <dgm:spPr/>
      <dgm:t>
        <a:bodyPr/>
        <a:lstStyle/>
        <a:p>
          <a:endParaRPr kumimoji="1" lang="ja-JP" altLang="en-US"/>
        </a:p>
      </dgm:t>
    </dgm:pt>
    <dgm:pt modelId="{18496EAB-592E-8141-BEC7-DAE1FDEB08A9}">
      <dgm:prSet/>
      <dgm:spPr/>
      <dgm:t>
        <a:bodyPr/>
        <a:lstStyle/>
        <a:p>
          <a:r>
            <a:rPr kumimoji="1" lang="ja-JP"/>
            <a:t>支配性の表現は文化・シーン依存（職場と友人間で基準が変わる）</a:t>
          </a:r>
          <a:endParaRPr lang="ja-JP"/>
        </a:p>
      </dgm:t>
    </dgm:pt>
    <dgm:pt modelId="{E9CF8D01-7C0C-1348-BB0B-A9F05C2718B2}" type="parTrans" cxnId="{1ACB201B-DCAA-C240-8832-B336ABD72AA6}">
      <dgm:prSet/>
      <dgm:spPr/>
      <dgm:t>
        <a:bodyPr/>
        <a:lstStyle/>
        <a:p>
          <a:endParaRPr kumimoji="1" lang="ja-JP" altLang="en-US"/>
        </a:p>
      </dgm:t>
    </dgm:pt>
    <dgm:pt modelId="{96EACA1A-CB40-B247-BBFC-481CBCAF4E9A}" type="sibTrans" cxnId="{1ACB201B-DCAA-C240-8832-B336ABD72AA6}">
      <dgm:prSet/>
      <dgm:spPr/>
      <dgm:t>
        <a:bodyPr/>
        <a:lstStyle/>
        <a:p>
          <a:endParaRPr kumimoji="1" lang="ja-JP" altLang="en-US"/>
        </a:p>
      </dgm:t>
    </dgm:pt>
    <dgm:pt modelId="{29D32B7F-9A6F-554C-BDC5-EFCD16CE398F}">
      <dgm:prSet/>
      <dgm:spPr/>
      <dgm:t>
        <a:bodyPr/>
        <a:lstStyle/>
        <a:p>
          <a:r>
            <a:rPr kumimoji="1" lang="ja-JP"/>
            <a:t>継続性や文脈（過去のやり取り）を考慮する長期依存性の扱いが必要</a:t>
          </a:r>
          <a:endParaRPr lang="ja-JP"/>
        </a:p>
      </dgm:t>
    </dgm:pt>
    <dgm:pt modelId="{BECDDE27-4736-7C4A-9F0E-FA9A2C44EEF4}" type="parTrans" cxnId="{DD10FF62-8EAD-A84B-A9A9-9A8FA1A87F15}">
      <dgm:prSet/>
      <dgm:spPr/>
      <dgm:t>
        <a:bodyPr/>
        <a:lstStyle/>
        <a:p>
          <a:endParaRPr kumimoji="1" lang="ja-JP" altLang="en-US"/>
        </a:p>
      </dgm:t>
    </dgm:pt>
    <dgm:pt modelId="{1E2F4A79-06F6-3B4F-A38D-B0C933792041}" type="sibTrans" cxnId="{DD10FF62-8EAD-A84B-A9A9-9A8FA1A87F15}">
      <dgm:prSet/>
      <dgm:spPr/>
      <dgm:t>
        <a:bodyPr/>
        <a:lstStyle/>
        <a:p>
          <a:endParaRPr kumimoji="1" lang="ja-JP" altLang="en-US"/>
        </a:p>
      </dgm:t>
    </dgm:pt>
    <dgm:pt modelId="{19DB579E-4D21-A347-A0D8-8C7E0A933804}">
      <dgm:prSet custT="1"/>
      <dgm:spPr/>
      <dgm:t>
        <a:bodyPr/>
        <a:lstStyle/>
        <a:p>
          <a:r>
            <a:rPr kumimoji="1" lang="ja-JP" altLang="en-US" sz="2000" b="1"/>
            <a:t>克服方法</a:t>
          </a:r>
          <a:endParaRPr kumimoji="1" lang="en-US" altLang="ja-JP" sz="2000" b="1" dirty="0"/>
        </a:p>
        <a:p>
          <a:r>
            <a:rPr kumimoji="1" lang="ja-JP" altLang="en-US" sz="2000" b="1"/>
            <a:t>（工夫）</a:t>
          </a:r>
          <a:endParaRPr lang="ja-JP" altLang="en-US" sz="2000"/>
        </a:p>
      </dgm:t>
    </dgm:pt>
    <dgm:pt modelId="{53A080CF-1B70-0844-880C-BDF2A9208A27}" type="parTrans" cxnId="{123A265D-FD0A-554F-A85E-EC70953EE889}">
      <dgm:prSet/>
      <dgm:spPr/>
      <dgm:t>
        <a:bodyPr/>
        <a:lstStyle/>
        <a:p>
          <a:endParaRPr kumimoji="1" lang="ja-JP" altLang="en-US"/>
        </a:p>
      </dgm:t>
    </dgm:pt>
    <dgm:pt modelId="{0FA24654-59CA-EA4F-BDE7-BA89128FAE89}" type="sibTrans" cxnId="{123A265D-FD0A-554F-A85E-EC70953EE889}">
      <dgm:prSet/>
      <dgm:spPr/>
      <dgm:t>
        <a:bodyPr/>
        <a:lstStyle/>
        <a:p>
          <a:endParaRPr kumimoji="1" lang="ja-JP" altLang="en-US"/>
        </a:p>
      </dgm:t>
    </dgm:pt>
    <dgm:pt modelId="{B310915D-6295-844E-8A28-E1366B2AA62B}">
      <dgm:prSet/>
      <dgm:spPr/>
      <dgm:t>
        <a:bodyPr/>
        <a:lstStyle/>
        <a:p>
          <a:r>
            <a:rPr kumimoji="1" lang="ja-JP"/>
            <a:t>高性能な音声／話者分離（</a:t>
          </a:r>
          <a:r>
            <a:rPr kumimoji="1" lang="en-US" dirty="0"/>
            <a:t>VAD</a:t>
          </a:r>
          <a:r>
            <a:rPr kumimoji="1" lang="ja-JP"/>
            <a:t>＋</a:t>
          </a:r>
          <a:r>
            <a:rPr kumimoji="1" lang="en-US" dirty="0"/>
            <a:t>speaker </a:t>
          </a:r>
          <a:r>
            <a:rPr kumimoji="1" lang="en-US" dirty="0" err="1"/>
            <a:t>diarization</a:t>
          </a:r>
          <a:r>
            <a:rPr kumimoji="1" lang="ja-JP"/>
            <a:t>）を組合せて精度確保（オンデバイスは軽量化）</a:t>
          </a:r>
          <a:endParaRPr lang="ja-JP"/>
        </a:p>
      </dgm:t>
    </dgm:pt>
    <dgm:pt modelId="{E12EE890-EA7C-9343-A436-480FDB4F7668}" type="parTrans" cxnId="{DE7C19B7-001C-BE46-9E48-B21AD24AC9D2}">
      <dgm:prSet/>
      <dgm:spPr/>
      <dgm:t>
        <a:bodyPr/>
        <a:lstStyle/>
        <a:p>
          <a:endParaRPr kumimoji="1" lang="ja-JP" altLang="en-US"/>
        </a:p>
      </dgm:t>
    </dgm:pt>
    <dgm:pt modelId="{9FDEFDE1-21E2-944F-BE99-0B251DAFF49A}" type="sibTrans" cxnId="{DE7C19B7-001C-BE46-9E48-B21AD24AC9D2}">
      <dgm:prSet/>
      <dgm:spPr/>
      <dgm:t>
        <a:bodyPr/>
        <a:lstStyle/>
        <a:p>
          <a:endParaRPr kumimoji="1" lang="ja-JP" altLang="en-US"/>
        </a:p>
      </dgm:t>
    </dgm:pt>
    <dgm:pt modelId="{9E96F639-ABC8-2E4D-AE45-96A53F41AFD8}">
      <dgm:prSet/>
      <dgm:spPr/>
      <dgm:t>
        <a:bodyPr/>
        <a:lstStyle/>
        <a:p>
          <a:r>
            <a:rPr kumimoji="1" lang="ja-JP"/>
            <a:t>ターンテイキング解析器（</a:t>
          </a:r>
          <a:r>
            <a:rPr kumimoji="1" lang="en-US" dirty="0"/>
            <a:t>Turn-taking Parser</a:t>
          </a:r>
          <a:r>
            <a:rPr kumimoji="1" lang="ja-JP"/>
            <a:t>）を構築し、割り込み・遮断イベントを検出</a:t>
          </a:r>
          <a:endParaRPr lang="ja-JP"/>
        </a:p>
      </dgm:t>
    </dgm:pt>
    <dgm:pt modelId="{86B195C8-D37C-714E-A065-E6BCD2AF9100}" type="parTrans" cxnId="{A02DA1F6-BC76-4B4A-A8CF-0432A5498C9C}">
      <dgm:prSet/>
      <dgm:spPr/>
      <dgm:t>
        <a:bodyPr/>
        <a:lstStyle/>
        <a:p>
          <a:endParaRPr kumimoji="1" lang="ja-JP" altLang="en-US"/>
        </a:p>
      </dgm:t>
    </dgm:pt>
    <dgm:pt modelId="{413317D4-3B26-F949-A474-F1B2B6BEDAB7}" type="sibTrans" cxnId="{A02DA1F6-BC76-4B4A-A8CF-0432A5498C9C}">
      <dgm:prSet/>
      <dgm:spPr/>
      <dgm:t>
        <a:bodyPr/>
        <a:lstStyle/>
        <a:p>
          <a:endParaRPr kumimoji="1" lang="ja-JP" altLang="en-US"/>
        </a:p>
      </dgm:t>
    </dgm:pt>
    <dgm:pt modelId="{C2D511AE-EB92-9848-B146-67E24429EA1A}">
      <dgm:prSet/>
      <dgm:spPr/>
      <dgm:t>
        <a:bodyPr/>
        <a:lstStyle/>
        <a:p>
          <a:r>
            <a:rPr kumimoji="1" lang="ja-JP"/>
            <a:t>支配指標（占有率、平均割り込み間隔、応答遅延分布、遮断率など）を多変量特徴量として定義</a:t>
          </a:r>
          <a:endParaRPr lang="ja-JP"/>
        </a:p>
      </dgm:t>
    </dgm:pt>
    <dgm:pt modelId="{AABA37F6-1902-614B-AA43-D73573210837}" type="parTrans" cxnId="{982AAD55-78E9-9649-B01B-795C41D1C4FB}">
      <dgm:prSet/>
      <dgm:spPr/>
      <dgm:t>
        <a:bodyPr/>
        <a:lstStyle/>
        <a:p>
          <a:endParaRPr kumimoji="1" lang="ja-JP" altLang="en-US"/>
        </a:p>
      </dgm:t>
    </dgm:pt>
    <dgm:pt modelId="{30BE2E98-7872-9742-B2F1-3052344F7E25}" type="sibTrans" cxnId="{982AAD55-78E9-9649-B01B-795C41D1C4FB}">
      <dgm:prSet/>
      <dgm:spPr/>
      <dgm:t>
        <a:bodyPr/>
        <a:lstStyle/>
        <a:p>
          <a:endParaRPr kumimoji="1" lang="ja-JP" altLang="en-US"/>
        </a:p>
      </dgm:t>
    </dgm:pt>
    <dgm:pt modelId="{E5F6E0C3-7857-A24D-BBDE-EE6919D98ADB}">
      <dgm:prSet/>
      <dgm:spPr/>
      <dgm:t>
        <a:bodyPr/>
        <a:lstStyle/>
        <a:p>
          <a:r>
            <a:rPr kumimoji="1" lang="ja-JP"/>
            <a:t>シーン識別モジュール（職場／家庭／顧客対応）を導入し、シーンごとに正規化された</a:t>
          </a:r>
          <a:r>
            <a:rPr kumimoji="1" lang="en-US" dirty="0"/>
            <a:t>D</a:t>
          </a:r>
          <a:r>
            <a:rPr kumimoji="1" lang="ja-JP"/>
            <a:t>を出力</a:t>
          </a:r>
          <a:endParaRPr lang="ja-JP"/>
        </a:p>
      </dgm:t>
    </dgm:pt>
    <dgm:pt modelId="{54B9129C-32AA-7840-A93E-93C0406941E0}" type="parTrans" cxnId="{DE9B27DC-73B1-8141-9C6A-5E86C6BF8C29}">
      <dgm:prSet/>
      <dgm:spPr/>
      <dgm:t>
        <a:bodyPr/>
        <a:lstStyle/>
        <a:p>
          <a:endParaRPr kumimoji="1" lang="ja-JP" altLang="en-US"/>
        </a:p>
      </dgm:t>
    </dgm:pt>
    <dgm:pt modelId="{3C9102D9-5CFE-B04A-91E5-CB0F33A18DF1}" type="sibTrans" cxnId="{DE9B27DC-73B1-8141-9C6A-5E86C6BF8C29}">
      <dgm:prSet/>
      <dgm:spPr/>
      <dgm:t>
        <a:bodyPr/>
        <a:lstStyle/>
        <a:p>
          <a:endParaRPr kumimoji="1" lang="ja-JP" altLang="en-US"/>
        </a:p>
      </dgm:t>
    </dgm:pt>
    <dgm:pt modelId="{FAB4B508-6D0A-B145-BA07-DD8E72E29CDF}">
      <dgm:prSet/>
      <dgm:spPr/>
      <dgm:t>
        <a:bodyPr/>
        <a:lstStyle/>
        <a:p>
          <a:r>
            <a:rPr kumimoji="1" lang="ja-JP"/>
            <a:t>長期依存は時系列モデル（</a:t>
          </a:r>
          <a:r>
            <a:rPr kumimoji="1" lang="en-US" dirty="0"/>
            <a:t>Transformer/Temporal Convnets</a:t>
          </a:r>
          <a:r>
            <a:rPr kumimoji="1" lang="ja-JP"/>
            <a:t>）で扱い、過去 </a:t>
          </a:r>
          <a:r>
            <a:rPr kumimoji="1" lang="en-US" dirty="0"/>
            <a:t>N </a:t>
          </a:r>
          <a:r>
            <a:rPr kumimoji="1" lang="ja-JP"/>
            <a:t>分の行動履歴を考慮</a:t>
          </a:r>
          <a:endParaRPr lang="ja-JP"/>
        </a:p>
      </dgm:t>
    </dgm:pt>
    <dgm:pt modelId="{CB2EF607-319D-FA46-A2F9-E00CA55CED65}" type="parTrans" cxnId="{44743C5E-D0AB-0B41-8F5B-BCA97C73D44B}">
      <dgm:prSet/>
      <dgm:spPr/>
      <dgm:t>
        <a:bodyPr/>
        <a:lstStyle/>
        <a:p>
          <a:endParaRPr kumimoji="1" lang="ja-JP" altLang="en-US"/>
        </a:p>
      </dgm:t>
    </dgm:pt>
    <dgm:pt modelId="{2998806F-CC04-1346-BCBA-9D726AB6EF0F}" type="sibTrans" cxnId="{44743C5E-D0AB-0B41-8F5B-BCA97C73D44B}">
      <dgm:prSet/>
      <dgm:spPr/>
      <dgm:t>
        <a:bodyPr/>
        <a:lstStyle/>
        <a:p>
          <a:endParaRPr kumimoji="1" lang="ja-JP" altLang="en-US"/>
        </a:p>
      </dgm:t>
    </dgm:pt>
    <dgm:pt modelId="{2E5F483A-6661-B540-A525-615949DC4471}">
      <dgm:prSet custT="1"/>
      <dgm:spPr/>
      <dgm:t>
        <a:bodyPr/>
        <a:lstStyle/>
        <a:p>
          <a:r>
            <a:rPr kumimoji="1" lang="ja-JP" sz="2000" b="1"/>
            <a:t>期待成果 </a:t>
          </a:r>
          <a:r>
            <a:rPr kumimoji="1" lang="en-US" sz="2000" b="1" dirty="0"/>
            <a:t>&amp; </a:t>
          </a:r>
          <a:r>
            <a:rPr kumimoji="1" lang="ja-JP" sz="2000" b="1"/>
            <a:t>評価指標</a:t>
          </a:r>
          <a:endParaRPr lang="ja-JP" sz="2000"/>
        </a:p>
      </dgm:t>
    </dgm:pt>
    <dgm:pt modelId="{D39669EB-4314-3D46-A3D4-2C07D3407C6C}" type="parTrans" cxnId="{16922284-5686-254F-BF3B-ABE011D2E8FF}">
      <dgm:prSet/>
      <dgm:spPr/>
      <dgm:t>
        <a:bodyPr/>
        <a:lstStyle/>
        <a:p>
          <a:endParaRPr kumimoji="1" lang="ja-JP" altLang="en-US"/>
        </a:p>
      </dgm:t>
    </dgm:pt>
    <dgm:pt modelId="{5640DC5A-DF61-0B4C-82C7-F7C18CAF5261}" type="sibTrans" cxnId="{16922284-5686-254F-BF3B-ABE011D2E8FF}">
      <dgm:prSet/>
      <dgm:spPr/>
      <dgm:t>
        <a:bodyPr/>
        <a:lstStyle/>
        <a:p>
          <a:endParaRPr kumimoji="1" lang="ja-JP" altLang="en-US"/>
        </a:p>
      </dgm:t>
    </dgm:pt>
    <dgm:pt modelId="{20B5B654-19D6-0B4C-9472-3A81F25E63C3}">
      <dgm:prSet/>
      <dgm:spPr/>
      <dgm:t>
        <a:bodyPr/>
        <a:lstStyle/>
        <a:p>
          <a:r>
            <a:rPr kumimoji="1" lang="ja-JP"/>
            <a:t>専門家（心理士）評価との相関 </a:t>
          </a:r>
          <a:r>
            <a:rPr kumimoji="1" lang="en-US" dirty="0"/>
            <a:t>r ≥ 0.7</a:t>
          </a:r>
          <a:r>
            <a:rPr kumimoji="1" lang="ja-JP"/>
            <a:t>（</a:t>
          </a:r>
          <a:r>
            <a:rPr kumimoji="1" lang="en-US" dirty="0"/>
            <a:t>D</a:t>
          </a:r>
          <a:r>
            <a:rPr kumimoji="1" lang="ja-JP"/>
            <a:t>スコア）</a:t>
          </a:r>
          <a:endParaRPr lang="ja-JP"/>
        </a:p>
      </dgm:t>
    </dgm:pt>
    <dgm:pt modelId="{B0924AA4-85DE-FF4B-B1A4-8CF17D9EACCE}" type="parTrans" cxnId="{75987616-9CB2-584F-9920-0A0C79FAE6CB}">
      <dgm:prSet/>
      <dgm:spPr/>
      <dgm:t>
        <a:bodyPr/>
        <a:lstStyle/>
        <a:p>
          <a:endParaRPr kumimoji="1" lang="ja-JP" altLang="en-US"/>
        </a:p>
      </dgm:t>
    </dgm:pt>
    <dgm:pt modelId="{1722BC07-BC23-284A-938E-2072D1C5194B}" type="sibTrans" cxnId="{75987616-9CB2-584F-9920-0A0C79FAE6CB}">
      <dgm:prSet/>
      <dgm:spPr/>
      <dgm:t>
        <a:bodyPr/>
        <a:lstStyle/>
        <a:p>
          <a:endParaRPr kumimoji="1" lang="ja-JP" altLang="en-US"/>
        </a:p>
      </dgm:t>
    </dgm:pt>
    <dgm:pt modelId="{D7A185FE-C271-E047-8947-DEAF6C90C0E9}">
      <dgm:prSet/>
      <dgm:spPr/>
      <dgm:t>
        <a:bodyPr/>
        <a:lstStyle/>
        <a:p>
          <a:r>
            <a:rPr kumimoji="1" lang="ja-JP"/>
            <a:t>ターン境界検出 </a:t>
          </a:r>
          <a:r>
            <a:rPr kumimoji="1" lang="en-US" dirty="0"/>
            <a:t>F1 ≥ 0.85</a:t>
          </a:r>
          <a:r>
            <a:rPr kumimoji="1" lang="ja-JP"/>
            <a:t>（基盤性能）</a:t>
          </a:r>
          <a:endParaRPr lang="ja-JP"/>
        </a:p>
      </dgm:t>
    </dgm:pt>
    <dgm:pt modelId="{5CB20EDB-5187-AF4F-A95B-FB93F2766692}" type="parTrans" cxnId="{0B7F6963-9644-F94D-951C-B1B1D56E0337}">
      <dgm:prSet/>
      <dgm:spPr/>
      <dgm:t>
        <a:bodyPr/>
        <a:lstStyle/>
        <a:p>
          <a:endParaRPr kumimoji="1" lang="ja-JP" altLang="en-US"/>
        </a:p>
      </dgm:t>
    </dgm:pt>
    <dgm:pt modelId="{A07BFD94-9D37-FA4D-AEFB-BFCE4295E266}" type="sibTrans" cxnId="{0B7F6963-9644-F94D-951C-B1B1D56E0337}">
      <dgm:prSet/>
      <dgm:spPr/>
      <dgm:t>
        <a:bodyPr/>
        <a:lstStyle/>
        <a:p>
          <a:endParaRPr kumimoji="1" lang="ja-JP" altLang="en-US"/>
        </a:p>
      </dgm:t>
    </dgm:pt>
    <dgm:pt modelId="{3FD77922-A1D0-494F-A27E-9E6F9EDAB7BB}">
      <dgm:prSet/>
      <dgm:spPr/>
      <dgm:t>
        <a:bodyPr/>
        <a:lstStyle/>
        <a:p>
          <a:r>
            <a:rPr kumimoji="1" lang="ja-JP"/>
            <a:t>シーン識別 </a:t>
          </a:r>
          <a:r>
            <a:rPr kumimoji="1" lang="en-US" dirty="0"/>
            <a:t>Accuracy ≥ 0.80(</a:t>
          </a:r>
          <a:r>
            <a:rPr kumimoji="1" lang="en-US" dirty="0" err="1"/>
            <a:t>成功率は指標にならない可能性有り</a:t>
          </a:r>
          <a:r>
            <a:rPr kumimoji="1" lang="ja-JP" altLang="en-US"/>
            <a:t>　</a:t>
          </a:r>
          <a:r>
            <a:rPr kumimoji="1" lang="en-US" dirty="0"/>
            <a:t>→</a:t>
          </a:r>
          <a:r>
            <a:rPr kumimoji="1" lang="ja-JP" altLang="en-US"/>
            <a:t>　</a:t>
          </a:r>
          <a:r>
            <a:rPr kumimoji="1" lang="en-US" dirty="0" err="1"/>
            <a:t>要検討</a:t>
          </a:r>
          <a:r>
            <a:rPr kumimoji="1" lang="en-US" dirty="0"/>
            <a:t>)</a:t>
          </a:r>
          <a:endParaRPr lang="ja-JP"/>
        </a:p>
      </dgm:t>
    </dgm:pt>
    <dgm:pt modelId="{41650B4A-B8B5-C849-958D-EC098F09D19F}" type="parTrans" cxnId="{F80ACF3D-BDFA-D64A-8F38-D34E572EAB73}">
      <dgm:prSet/>
      <dgm:spPr/>
      <dgm:t>
        <a:bodyPr/>
        <a:lstStyle/>
        <a:p>
          <a:endParaRPr kumimoji="1" lang="ja-JP" altLang="en-US"/>
        </a:p>
      </dgm:t>
    </dgm:pt>
    <dgm:pt modelId="{31FCFD99-884F-1E44-B81F-1A464798C530}" type="sibTrans" cxnId="{F80ACF3D-BDFA-D64A-8F38-D34E572EAB73}">
      <dgm:prSet/>
      <dgm:spPr/>
      <dgm:t>
        <a:bodyPr/>
        <a:lstStyle/>
        <a:p>
          <a:endParaRPr kumimoji="1" lang="ja-JP" altLang="en-US"/>
        </a:p>
      </dgm:t>
    </dgm:pt>
    <dgm:pt modelId="{A698948C-A689-B34A-9A94-34E79918C428}" type="pres">
      <dgm:prSet presAssocID="{6E1E6E33-0F4D-384E-B42F-D8CAF058753D}" presName="vert0" presStyleCnt="0">
        <dgm:presLayoutVars>
          <dgm:dir/>
          <dgm:animOne val="branch"/>
          <dgm:animLvl val="lvl"/>
        </dgm:presLayoutVars>
      </dgm:prSet>
      <dgm:spPr/>
    </dgm:pt>
    <dgm:pt modelId="{DBA5C45B-5C97-4A45-ADF6-21DEFEAA301E}" type="pres">
      <dgm:prSet presAssocID="{6FB3A4C2-9118-9045-A76C-C13849FC156C}" presName="thickLine" presStyleLbl="alignNode1" presStyleIdx="0" presStyleCnt="4"/>
      <dgm:spPr/>
    </dgm:pt>
    <dgm:pt modelId="{94754951-2561-7945-8BFE-5712C225154B}" type="pres">
      <dgm:prSet presAssocID="{6FB3A4C2-9118-9045-A76C-C13849FC156C}" presName="horz1" presStyleCnt="0"/>
      <dgm:spPr/>
    </dgm:pt>
    <dgm:pt modelId="{28C3C848-44DA-B14E-B2E4-7878511F54C4}" type="pres">
      <dgm:prSet presAssocID="{6FB3A4C2-9118-9045-A76C-C13849FC156C}" presName="tx1" presStyleLbl="revTx" presStyleIdx="0" presStyleCnt="17"/>
      <dgm:spPr/>
    </dgm:pt>
    <dgm:pt modelId="{F3D6D937-1AC8-BD4E-ABE1-E92F6AA5032F}" type="pres">
      <dgm:prSet presAssocID="{6FB3A4C2-9118-9045-A76C-C13849FC156C}" presName="vert1" presStyleCnt="0"/>
      <dgm:spPr/>
    </dgm:pt>
    <dgm:pt modelId="{8485C2DD-A086-5E48-9872-6786A2BAFE07}" type="pres">
      <dgm:prSet presAssocID="{C3E7FA14-5C89-CC41-857F-D461A7B881AD}" presName="vertSpace2a" presStyleCnt="0"/>
      <dgm:spPr/>
    </dgm:pt>
    <dgm:pt modelId="{E78FF312-7CCA-724C-B5FE-7087E3729AB4}" type="pres">
      <dgm:prSet presAssocID="{C3E7FA14-5C89-CC41-857F-D461A7B881AD}" presName="horz2" presStyleCnt="0"/>
      <dgm:spPr/>
    </dgm:pt>
    <dgm:pt modelId="{4CE5AF64-F4EB-6E49-B7F8-5F79CB866FD9}" type="pres">
      <dgm:prSet presAssocID="{C3E7FA14-5C89-CC41-857F-D461A7B881AD}" presName="horzSpace2" presStyleCnt="0"/>
      <dgm:spPr/>
    </dgm:pt>
    <dgm:pt modelId="{7E4A979B-08EA-9D45-A762-48B9717BE322}" type="pres">
      <dgm:prSet presAssocID="{C3E7FA14-5C89-CC41-857F-D461A7B881AD}" presName="tx2" presStyleLbl="revTx" presStyleIdx="1" presStyleCnt="17"/>
      <dgm:spPr/>
    </dgm:pt>
    <dgm:pt modelId="{ED63559D-632F-7348-80EC-536036D1F3B6}" type="pres">
      <dgm:prSet presAssocID="{C3E7FA14-5C89-CC41-857F-D461A7B881AD}" presName="vert2" presStyleCnt="0"/>
      <dgm:spPr/>
    </dgm:pt>
    <dgm:pt modelId="{7E235F02-1E53-2D4C-8905-02C8F24F8A96}" type="pres">
      <dgm:prSet presAssocID="{C3E7FA14-5C89-CC41-857F-D461A7B881AD}" presName="thinLine2b" presStyleLbl="callout" presStyleIdx="0" presStyleCnt="13"/>
      <dgm:spPr/>
    </dgm:pt>
    <dgm:pt modelId="{638C7F57-DCA8-8049-9256-CDADDD66E82B}" type="pres">
      <dgm:prSet presAssocID="{C3E7FA14-5C89-CC41-857F-D461A7B881AD}" presName="vertSpace2b" presStyleCnt="0"/>
      <dgm:spPr/>
    </dgm:pt>
    <dgm:pt modelId="{EF2FAE24-EE88-9441-AE56-ED1E9AF3CA0B}" type="pres">
      <dgm:prSet presAssocID="{354FA267-7016-5D42-8D81-2C9D6F09DF6C}" presName="horz2" presStyleCnt="0"/>
      <dgm:spPr/>
    </dgm:pt>
    <dgm:pt modelId="{7A054CA1-FE54-0E45-A5C4-1BC2C9B233BF}" type="pres">
      <dgm:prSet presAssocID="{354FA267-7016-5D42-8D81-2C9D6F09DF6C}" presName="horzSpace2" presStyleCnt="0"/>
      <dgm:spPr/>
    </dgm:pt>
    <dgm:pt modelId="{912D46B1-94DC-6D4C-B428-5B2B265031C8}" type="pres">
      <dgm:prSet presAssocID="{354FA267-7016-5D42-8D81-2C9D6F09DF6C}" presName="tx2" presStyleLbl="revTx" presStyleIdx="2" presStyleCnt="17"/>
      <dgm:spPr/>
    </dgm:pt>
    <dgm:pt modelId="{FE20EC6C-E573-9243-BC10-46C290C9A3C4}" type="pres">
      <dgm:prSet presAssocID="{354FA267-7016-5D42-8D81-2C9D6F09DF6C}" presName="vert2" presStyleCnt="0"/>
      <dgm:spPr/>
    </dgm:pt>
    <dgm:pt modelId="{F0B247EB-30CF-8441-A151-49F999176957}" type="pres">
      <dgm:prSet presAssocID="{354FA267-7016-5D42-8D81-2C9D6F09DF6C}" presName="thinLine2b" presStyleLbl="callout" presStyleIdx="1" presStyleCnt="13"/>
      <dgm:spPr/>
    </dgm:pt>
    <dgm:pt modelId="{943722A9-B01A-3D4B-AC1E-79EAEB3A78A8}" type="pres">
      <dgm:prSet presAssocID="{354FA267-7016-5D42-8D81-2C9D6F09DF6C}" presName="vertSpace2b" presStyleCnt="0"/>
      <dgm:spPr/>
    </dgm:pt>
    <dgm:pt modelId="{3293163A-15C2-B142-9022-4AD1AF5010CD}" type="pres">
      <dgm:prSet presAssocID="{82F2DC89-A327-8D44-AF49-25BD6D3189CC}" presName="thickLine" presStyleLbl="alignNode1" presStyleIdx="1" presStyleCnt="4"/>
      <dgm:spPr/>
    </dgm:pt>
    <dgm:pt modelId="{74B3EC17-E908-404A-989E-581FE0F532DA}" type="pres">
      <dgm:prSet presAssocID="{82F2DC89-A327-8D44-AF49-25BD6D3189CC}" presName="horz1" presStyleCnt="0"/>
      <dgm:spPr/>
    </dgm:pt>
    <dgm:pt modelId="{817A8C3A-8437-FD46-AC2B-20CBE7F05C6A}" type="pres">
      <dgm:prSet presAssocID="{82F2DC89-A327-8D44-AF49-25BD6D3189CC}" presName="tx1" presStyleLbl="revTx" presStyleIdx="3" presStyleCnt="17"/>
      <dgm:spPr/>
    </dgm:pt>
    <dgm:pt modelId="{6732EA8A-085E-4340-917C-EEE2FA1B829C}" type="pres">
      <dgm:prSet presAssocID="{82F2DC89-A327-8D44-AF49-25BD6D3189CC}" presName="vert1" presStyleCnt="0"/>
      <dgm:spPr/>
    </dgm:pt>
    <dgm:pt modelId="{5749FC22-81C1-7F44-B3FC-F88B0CB0A4FD}" type="pres">
      <dgm:prSet presAssocID="{C45C8135-6A12-4E4C-8A57-99B8E9FA4FD1}" presName="vertSpace2a" presStyleCnt="0"/>
      <dgm:spPr/>
    </dgm:pt>
    <dgm:pt modelId="{6B3EC24E-A3B0-E441-A1B4-262D35630D30}" type="pres">
      <dgm:prSet presAssocID="{C45C8135-6A12-4E4C-8A57-99B8E9FA4FD1}" presName="horz2" presStyleCnt="0"/>
      <dgm:spPr/>
    </dgm:pt>
    <dgm:pt modelId="{A885CD62-8655-B646-A5C9-45FA5DDA4404}" type="pres">
      <dgm:prSet presAssocID="{C45C8135-6A12-4E4C-8A57-99B8E9FA4FD1}" presName="horzSpace2" presStyleCnt="0"/>
      <dgm:spPr/>
    </dgm:pt>
    <dgm:pt modelId="{6C0B1E06-C9A1-814E-820C-461696735319}" type="pres">
      <dgm:prSet presAssocID="{C45C8135-6A12-4E4C-8A57-99B8E9FA4FD1}" presName="tx2" presStyleLbl="revTx" presStyleIdx="4" presStyleCnt="17"/>
      <dgm:spPr/>
    </dgm:pt>
    <dgm:pt modelId="{0F3494A4-099F-EF42-ADA6-95A243B1F590}" type="pres">
      <dgm:prSet presAssocID="{C45C8135-6A12-4E4C-8A57-99B8E9FA4FD1}" presName="vert2" presStyleCnt="0"/>
      <dgm:spPr/>
    </dgm:pt>
    <dgm:pt modelId="{4DA1BBDD-D5DE-F949-BEF7-0D073ABEE016}" type="pres">
      <dgm:prSet presAssocID="{C45C8135-6A12-4E4C-8A57-99B8E9FA4FD1}" presName="thinLine2b" presStyleLbl="callout" presStyleIdx="2" presStyleCnt="13"/>
      <dgm:spPr/>
    </dgm:pt>
    <dgm:pt modelId="{A3DF9F06-8A9D-834E-9427-71C6FA21360E}" type="pres">
      <dgm:prSet presAssocID="{C45C8135-6A12-4E4C-8A57-99B8E9FA4FD1}" presName="vertSpace2b" presStyleCnt="0"/>
      <dgm:spPr/>
    </dgm:pt>
    <dgm:pt modelId="{F847C2E5-35A2-C24B-A3F9-86D01E4866AD}" type="pres">
      <dgm:prSet presAssocID="{18496EAB-592E-8141-BEC7-DAE1FDEB08A9}" presName="horz2" presStyleCnt="0"/>
      <dgm:spPr/>
    </dgm:pt>
    <dgm:pt modelId="{1C1CE040-1829-4B4D-8149-581B72DE552F}" type="pres">
      <dgm:prSet presAssocID="{18496EAB-592E-8141-BEC7-DAE1FDEB08A9}" presName="horzSpace2" presStyleCnt="0"/>
      <dgm:spPr/>
    </dgm:pt>
    <dgm:pt modelId="{7858756A-4814-014B-A6DE-2C6EB42273EC}" type="pres">
      <dgm:prSet presAssocID="{18496EAB-592E-8141-BEC7-DAE1FDEB08A9}" presName="tx2" presStyleLbl="revTx" presStyleIdx="5" presStyleCnt="17"/>
      <dgm:spPr/>
    </dgm:pt>
    <dgm:pt modelId="{E113A1FA-68C8-C24F-9F8C-5F34EB84B3F3}" type="pres">
      <dgm:prSet presAssocID="{18496EAB-592E-8141-BEC7-DAE1FDEB08A9}" presName="vert2" presStyleCnt="0"/>
      <dgm:spPr/>
    </dgm:pt>
    <dgm:pt modelId="{24546798-EC51-5C48-80BA-855027CA4349}" type="pres">
      <dgm:prSet presAssocID="{18496EAB-592E-8141-BEC7-DAE1FDEB08A9}" presName="thinLine2b" presStyleLbl="callout" presStyleIdx="3" presStyleCnt="13"/>
      <dgm:spPr/>
    </dgm:pt>
    <dgm:pt modelId="{CEBCD93B-AC1C-604E-90C1-B0EF4DFEECDE}" type="pres">
      <dgm:prSet presAssocID="{18496EAB-592E-8141-BEC7-DAE1FDEB08A9}" presName="vertSpace2b" presStyleCnt="0"/>
      <dgm:spPr/>
    </dgm:pt>
    <dgm:pt modelId="{1132BA8D-0E73-B147-BCC8-F26F29D1C3B0}" type="pres">
      <dgm:prSet presAssocID="{29D32B7F-9A6F-554C-BDC5-EFCD16CE398F}" presName="horz2" presStyleCnt="0"/>
      <dgm:spPr/>
    </dgm:pt>
    <dgm:pt modelId="{8E3C4FA1-B247-0048-844A-E1393DE15CEA}" type="pres">
      <dgm:prSet presAssocID="{29D32B7F-9A6F-554C-BDC5-EFCD16CE398F}" presName="horzSpace2" presStyleCnt="0"/>
      <dgm:spPr/>
    </dgm:pt>
    <dgm:pt modelId="{051B4948-6F4A-934E-A7B7-F13EE19D2826}" type="pres">
      <dgm:prSet presAssocID="{29D32B7F-9A6F-554C-BDC5-EFCD16CE398F}" presName="tx2" presStyleLbl="revTx" presStyleIdx="6" presStyleCnt="17"/>
      <dgm:spPr/>
    </dgm:pt>
    <dgm:pt modelId="{6125703E-67A1-304F-AFCC-DA68E79880DF}" type="pres">
      <dgm:prSet presAssocID="{29D32B7F-9A6F-554C-BDC5-EFCD16CE398F}" presName="vert2" presStyleCnt="0"/>
      <dgm:spPr/>
    </dgm:pt>
    <dgm:pt modelId="{8FD4DA45-1819-0540-9E9B-2E087DBBC605}" type="pres">
      <dgm:prSet presAssocID="{29D32B7F-9A6F-554C-BDC5-EFCD16CE398F}" presName="thinLine2b" presStyleLbl="callout" presStyleIdx="4" presStyleCnt="13"/>
      <dgm:spPr/>
    </dgm:pt>
    <dgm:pt modelId="{5006ED6C-0557-6C4C-9AD8-9BD3056EA4C4}" type="pres">
      <dgm:prSet presAssocID="{29D32B7F-9A6F-554C-BDC5-EFCD16CE398F}" presName="vertSpace2b" presStyleCnt="0"/>
      <dgm:spPr/>
    </dgm:pt>
    <dgm:pt modelId="{9F1E79DF-D727-B345-8937-99D09FA7E4A1}" type="pres">
      <dgm:prSet presAssocID="{19DB579E-4D21-A347-A0D8-8C7E0A933804}" presName="thickLine" presStyleLbl="alignNode1" presStyleIdx="2" presStyleCnt="4"/>
      <dgm:spPr/>
    </dgm:pt>
    <dgm:pt modelId="{3A1D8824-289A-DF40-B733-D71D405165F9}" type="pres">
      <dgm:prSet presAssocID="{19DB579E-4D21-A347-A0D8-8C7E0A933804}" presName="horz1" presStyleCnt="0"/>
      <dgm:spPr/>
    </dgm:pt>
    <dgm:pt modelId="{FBB4F9F7-20AC-1045-BC72-90BD13EEA1C5}" type="pres">
      <dgm:prSet presAssocID="{19DB579E-4D21-A347-A0D8-8C7E0A933804}" presName="tx1" presStyleLbl="revTx" presStyleIdx="7" presStyleCnt="17"/>
      <dgm:spPr/>
    </dgm:pt>
    <dgm:pt modelId="{2E0E5F3D-2F14-324E-B282-C2AF3A330455}" type="pres">
      <dgm:prSet presAssocID="{19DB579E-4D21-A347-A0D8-8C7E0A933804}" presName="vert1" presStyleCnt="0"/>
      <dgm:spPr/>
    </dgm:pt>
    <dgm:pt modelId="{42478F07-6186-894D-9212-5DFC77E3FB06}" type="pres">
      <dgm:prSet presAssocID="{B310915D-6295-844E-8A28-E1366B2AA62B}" presName="vertSpace2a" presStyleCnt="0"/>
      <dgm:spPr/>
    </dgm:pt>
    <dgm:pt modelId="{E5C3855D-1F8A-E041-9D8A-CF6A3EFC42EC}" type="pres">
      <dgm:prSet presAssocID="{B310915D-6295-844E-8A28-E1366B2AA62B}" presName="horz2" presStyleCnt="0"/>
      <dgm:spPr/>
    </dgm:pt>
    <dgm:pt modelId="{6923ECEF-2921-BE46-B0FE-C3AEAA9A88E9}" type="pres">
      <dgm:prSet presAssocID="{B310915D-6295-844E-8A28-E1366B2AA62B}" presName="horzSpace2" presStyleCnt="0"/>
      <dgm:spPr/>
    </dgm:pt>
    <dgm:pt modelId="{4C69C2D3-46BA-834B-95C3-7461DDD5CD60}" type="pres">
      <dgm:prSet presAssocID="{B310915D-6295-844E-8A28-E1366B2AA62B}" presName="tx2" presStyleLbl="revTx" presStyleIdx="8" presStyleCnt="17"/>
      <dgm:spPr/>
    </dgm:pt>
    <dgm:pt modelId="{D2ADC187-7674-3C4C-8226-6A579DAAF8CB}" type="pres">
      <dgm:prSet presAssocID="{B310915D-6295-844E-8A28-E1366B2AA62B}" presName="vert2" presStyleCnt="0"/>
      <dgm:spPr/>
    </dgm:pt>
    <dgm:pt modelId="{54EE4F08-1D43-8749-AC2D-39CC77D57278}" type="pres">
      <dgm:prSet presAssocID="{B310915D-6295-844E-8A28-E1366B2AA62B}" presName="thinLine2b" presStyleLbl="callout" presStyleIdx="5" presStyleCnt="13"/>
      <dgm:spPr/>
    </dgm:pt>
    <dgm:pt modelId="{077020F9-3FAF-2049-8C6D-0303C6C4B18D}" type="pres">
      <dgm:prSet presAssocID="{B310915D-6295-844E-8A28-E1366B2AA62B}" presName="vertSpace2b" presStyleCnt="0"/>
      <dgm:spPr/>
    </dgm:pt>
    <dgm:pt modelId="{126D52A3-D4AA-D04E-A54A-D65DEBF6F41A}" type="pres">
      <dgm:prSet presAssocID="{9E96F639-ABC8-2E4D-AE45-96A53F41AFD8}" presName="horz2" presStyleCnt="0"/>
      <dgm:spPr/>
    </dgm:pt>
    <dgm:pt modelId="{C4F1578C-0B41-5449-B4CD-0F364FD30924}" type="pres">
      <dgm:prSet presAssocID="{9E96F639-ABC8-2E4D-AE45-96A53F41AFD8}" presName="horzSpace2" presStyleCnt="0"/>
      <dgm:spPr/>
    </dgm:pt>
    <dgm:pt modelId="{8665497B-6C68-9848-8246-CC667DCBA7DE}" type="pres">
      <dgm:prSet presAssocID="{9E96F639-ABC8-2E4D-AE45-96A53F41AFD8}" presName="tx2" presStyleLbl="revTx" presStyleIdx="9" presStyleCnt="17"/>
      <dgm:spPr/>
    </dgm:pt>
    <dgm:pt modelId="{4D5F0494-029D-3C47-94E6-822094EAE0CE}" type="pres">
      <dgm:prSet presAssocID="{9E96F639-ABC8-2E4D-AE45-96A53F41AFD8}" presName="vert2" presStyleCnt="0"/>
      <dgm:spPr/>
    </dgm:pt>
    <dgm:pt modelId="{28E5AC91-897F-6349-BE71-E096C5C8E72D}" type="pres">
      <dgm:prSet presAssocID="{9E96F639-ABC8-2E4D-AE45-96A53F41AFD8}" presName="thinLine2b" presStyleLbl="callout" presStyleIdx="6" presStyleCnt="13"/>
      <dgm:spPr/>
    </dgm:pt>
    <dgm:pt modelId="{D5CD7F78-7C6F-264D-B92F-3E2E523F685C}" type="pres">
      <dgm:prSet presAssocID="{9E96F639-ABC8-2E4D-AE45-96A53F41AFD8}" presName="vertSpace2b" presStyleCnt="0"/>
      <dgm:spPr/>
    </dgm:pt>
    <dgm:pt modelId="{462A7C4A-5021-924E-BE67-9BDCF8133CEA}" type="pres">
      <dgm:prSet presAssocID="{C2D511AE-EB92-9848-B146-67E24429EA1A}" presName="horz2" presStyleCnt="0"/>
      <dgm:spPr/>
    </dgm:pt>
    <dgm:pt modelId="{972FC80D-562F-C64F-97EB-2D7A9FA0623B}" type="pres">
      <dgm:prSet presAssocID="{C2D511AE-EB92-9848-B146-67E24429EA1A}" presName="horzSpace2" presStyleCnt="0"/>
      <dgm:spPr/>
    </dgm:pt>
    <dgm:pt modelId="{AFAA9A10-F41B-4E4A-A20B-6267D61ABF87}" type="pres">
      <dgm:prSet presAssocID="{C2D511AE-EB92-9848-B146-67E24429EA1A}" presName="tx2" presStyleLbl="revTx" presStyleIdx="10" presStyleCnt="17"/>
      <dgm:spPr/>
    </dgm:pt>
    <dgm:pt modelId="{DD7608B0-2FCC-F245-BBFE-972EC09CEAE1}" type="pres">
      <dgm:prSet presAssocID="{C2D511AE-EB92-9848-B146-67E24429EA1A}" presName="vert2" presStyleCnt="0"/>
      <dgm:spPr/>
    </dgm:pt>
    <dgm:pt modelId="{FE2A7142-82E0-AA4D-AD2B-3DE45D62A490}" type="pres">
      <dgm:prSet presAssocID="{C2D511AE-EB92-9848-B146-67E24429EA1A}" presName="thinLine2b" presStyleLbl="callout" presStyleIdx="7" presStyleCnt="13"/>
      <dgm:spPr/>
    </dgm:pt>
    <dgm:pt modelId="{9BC08331-724D-3F4E-B66C-D82AC621B5D0}" type="pres">
      <dgm:prSet presAssocID="{C2D511AE-EB92-9848-B146-67E24429EA1A}" presName="vertSpace2b" presStyleCnt="0"/>
      <dgm:spPr/>
    </dgm:pt>
    <dgm:pt modelId="{F53BBDCE-5659-6446-91CD-A9CE5309F2A1}" type="pres">
      <dgm:prSet presAssocID="{E5F6E0C3-7857-A24D-BBDE-EE6919D98ADB}" presName="horz2" presStyleCnt="0"/>
      <dgm:spPr/>
    </dgm:pt>
    <dgm:pt modelId="{B3ED6D8A-AAB8-3A45-94B4-ED4E2D0D4237}" type="pres">
      <dgm:prSet presAssocID="{E5F6E0C3-7857-A24D-BBDE-EE6919D98ADB}" presName="horzSpace2" presStyleCnt="0"/>
      <dgm:spPr/>
    </dgm:pt>
    <dgm:pt modelId="{080F393C-46B6-DC48-BA52-85B06C8B119C}" type="pres">
      <dgm:prSet presAssocID="{E5F6E0C3-7857-A24D-BBDE-EE6919D98ADB}" presName="tx2" presStyleLbl="revTx" presStyleIdx="11" presStyleCnt="17"/>
      <dgm:spPr/>
    </dgm:pt>
    <dgm:pt modelId="{E7815643-B370-1F4B-8D24-9F1583A25E6E}" type="pres">
      <dgm:prSet presAssocID="{E5F6E0C3-7857-A24D-BBDE-EE6919D98ADB}" presName="vert2" presStyleCnt="0"/>
      <dgm:spPr/>
    </dgm:pt>
    <dgm:pt modelId="{C980CB0D-D030-1540-87CF-0EF30E2225A5}" type="pres">
      <dgm:prSet presAssocID="{E5F6E0C3-7857-A24D-BBDE-EE6919D98ADB}" presName="thinLine2b" presStyleLbl="callout" presStyleIdx="8" presStyleCnt="13"/>
      <dgm:spPr/>
    </dgm:pt>
    <dgm:pt modelId="{C0EA90D7-735B-424A-BBDA-1607849CEAA6}" type="pres">
      <dgm:prSet presAssocID="{E5F6E0C3-7857-A24D-BBDE-EE6919D98ADB}" presName="vertSpace2b" presStyleCnt="0"/>
      <dgm:spPr/>
    </dgm:pt>
    <dgm:pt modelId="{F24EE2BA-11FB-1D4A-8D39-9B676196A0D3}" type="pres">
      <dgm:prSet presAssocID="{FAB4B508-6D0A-B145-BA07-DD8E72E29CDF}" presName="horz2" presStyleCnt="0"/>
      <dgm:spPr/>
    </dgm:pt>
    <dgm:pt modelId="{4B040B19-37EE-7046-9EFA-33E1DAC509B8}" type="pres">
      <dgm:prSet presAssocID="{FAB4B508-6D0A-B145-BA07-DD8E72E29CDF}" presName="horzSpace2" presStyleCnt="0"/>
      <dgm:spPr/>
    </dgm:pt>
    <dgm:pt modelId="{3C2CBE17-401B-1943-A3C7-7BD9713261A1}" type="pres">
      <dgm:prSet presAssocID="{FAB4B508-6D0A-B145-BA07-DD8E72E29CDF}" presName="tx2" presStyleLbl="revTx" presStyleIdx="12" presStyleCnt="17"/>
      <dgm:spPr/>
    </dgm:pt>
    <dgm:pt modelId="{76300D74-16CE-8441-A30F-DF2C172DBB48}" type="pres">
      <dgm:prSet presAssocID="{FAB4B508-6D0A-B145-BA07-DD8E72E29CDF}" presName="vert2" presStyleCnt="0"/>
      <dgm:spPr/>
    </dgm:pt>
    <dgm:pt modelId="{3471E277-FB21-E94A-B83E-A71962395771}" type="pres">
      <dgm:prSet presAssocID="{FAB4B508-6D0A-B145-BA07-DD8E72E29CDF}" presName="thinLine2b" presStyleLbl="callout" presStyleIdx="9" presStyleCnt="13"/>
      <dgm:spPr/>
    </dgm:pt>
    <dgm:pt modelId="{ADCF9079-1FC3-7A40-B2BE-042899C4FC8E}" type="pres">
      <dgm:prSet presAssocID="{FAB4B508-6D0A-B145-BA07-DD8E72E29CDF}" presName="vertSpace2b" presStyleCnt="0"/>
      <dgm:spPr/>
    </dgm:pt>
    <dgm:pt modelId="{9549AB6E-6F82-C04A-B4E8-3FE47AB86720}" type="pres">
      <dgm:prSet presAssocID="{2E5F483A-6661-B540-A525-615949DC4471}" presName="thickLine" presStyleLbl="alignNode1" presStyleIdx="3" presStyleCnt="4"/>
      <dgm:spPr/>
    </dgm:pt>
    <dgm:pt modelId="{736EDAFC-8DA7-BB43-A33F-BC3F2F90235E}" type="pres">
      <dgm:prSet presAssocID="{2E5F483A-6661-B540-A525-615949DC4471}" presName="horz1" presStyleCnt="0"/>
      <dgm:spPr/>
    </dgm:pt>
    <dgm:pt modelId="{49021F29-5208-A64D-BBBC-3D02DB9F888B}" type="pres">
      <dgm:prSet presAssocID="{2E5F483A-6661-B540-A525-615949DC4471}" presName="tx1" presStyleLbl="revTx" presStyleIdx="13" presStyleCnt="17"/>
      <dgm:spPr/>
    </dgm:pt>
    <dgm:pt modelId="{9F75FB86-E1E9-C641-AD5E-FBFD1CD6B3CB}" type="pres">
      <dgm:prSet presAssocID="{2E5F483A-6661-B540-A525-615949DC4471}" presName="vert1" presStyleCnt="0"/>
      <dgm:spPr/>
    </dgm:pt>
    <dgm:pt modelId="{5AADCC34-878D-9346-A6C9-09548C55D695}" type="pres">
      <dgm:prSet presAssocID="{20B5B654-19D6-0B4C-9472-3A81F25E63C3}" presName="vertSpace2a" presStyleCnt="0"/>
      <dgm:spPr/>
    </dgm:pt>
    <dgm:pt modelId="{DE11CFEF-D4A0-2A44-A5D9-9F6B43093DD6}" type="pres">
      <dgm:prSet presAssocID="{20B5B654-19D6-0B4C-9472-3A81F25E63C3}" presName="horz2" presStyleCnt="0"/>
      <dgm:spPr/>
    </dgm:pt>
    <dgm:pt modelId="{52985596-D6FF-A148-9A58-F9214D1922EE}" type="pres">
      <dgm:prSet presAssocID="{20B5B654-19D6-0B4C-9472-3A81F25E63C3}" presName="horzSpace2" presStyleCnt="0"/>
      <dgm:spPr/>
    </dgm:pt>
    <dgm:pt modelId="{B157479D-28C6-C843-88E1-667022ACC8BB}" type="pres">
      <dgm:prSet presAssocID="{20B5B654-19D6-0B4C-9472-3A81F25E63C3}" presName="tx2" presStyleLbl="revTx" presStyleIdx="14" presStyleCnt="17"/>
      <dgm:spPr/>
    </dgm:pt>
    <dgm:pt modelId="{5B697CAA-7266-1641-9454-26BCF02D3671}" type="pres">
      <dgm:prSet presAssocID="{20B5B654-19D6-0B4C-9472-3A81F25E63C3}" presName="vert2" presStyleCnt="0"/>
      <dgm:spPr/>
    </dgm:pt>
    <dgm:pt modelId="{DC6B3EF7-B6D4-ED49-9376-00F0831A1272}" type="pres">
      <dgm:prSet presAssocID="{20B5B654-19D6-0B4C-9472-3A81F25E63C3}" presName="thinLine2b" presStyleLbl="callout" presStyleIdx="10" presStyleCnt="13"/>
      <dgm:spPr/>
    </dgm:pt>
    <dgm:pt modelId="{DA76A0FB-7E0C-364A-A908-33016665595E}" type="pres">
      <dgm:prSet presAssocID="{20B5B654-19D6-0B4C-9472-3A81F25E63C3}" presName="vertSpace2b" presStyleCnt="0"/>
      <dgm:spPr/>
    </dgm:pt>
    <dgm:pt modelId="{B603EF2C-4B0F-264B-AAA9-449CEE73A8E9}" type="pres">
      <dgm:prSet presAssocID="{D7A185FE-C271-E047-8947-DEAF6C90C0E9}" presName="horz2" presStyleCnt="0"/>
      <dgm:spPr/>
    </dgm:pt>
    <dgm:pt modelId="{4E82BC47-8D82-2943-ABBD-473ED0B56DF0}" type="pres">
      <dgm:prSet presAssocID="{D7A185FE-C271-E047-8947-DEAF6C90C0E9}" presName="horzSpace2" presStyleCnt="0"/>
      <dgm:spPr/>
    </dgm:pt>
    <dgm:pt modelId="{516CAB83-5E6A-4043-B142-E55A2937A0C8}" type="pres">
      <dgm:prSet presAssocID="{D7A185FE-C271-E047-8947-DEAF6C90C0E9}" presName="tx2" presStyleLbl="revTx" presStyleIdx="15" presStyleCnt="17"/>
      <dgm:spPr/>
    </dgm:pt>
    <dgm:pt modelId="{50DA711F-E31C-5E42-B544-FE7D54B18322}" type="pres">
      <dgm:prSet presAssocID="{D7A185FE-C271-E047-8947-DEAF6C90C0E9}" presName="vert2" presStyleCnt="0"/>
      <dgm:spPr/>
    </dgm:pt>
    <dgm:pt modelId="{88562692-0228-E84C-8185-8001DE136C24}" type="pres">
      <dgm:prSet presAssocID="{D7A185FE-C271-E047-8947-DEAF6C90C0E9}" presName="thinLine2b" presStyleLbl="callout" presStyleIdx="11" presStyleCnt="13"/>
      <dgm:spPr/>
    </dgm:pt>
    <dgm:pt modelId="{9698F71A-2C95-5447-9EE2-7375C6A026A0}" type="pres">
      <dgm:prSet presAssocID="{D7A185FE-C271-E047-8947-DEAF6C90C0E9}" presName="vertSpace2b" presStyleCnt="0"/>
      <dgm:spPr/>
    </dgm:pt>
    <dgm:pt modelId="{9EBC5F45-83F9-6C48-B890-83BFE667D024}" type="pres">
      <dgm:prSet presAssocID="{3FD77922-A1D0-494F-A27E-9E6F9EDAB7BB}" presName="horz2" presStyleCnt="0"/>
      <dgm:spPr/>
    </dgm:pt>
    <dgm:pt modelId="{A669532D-BAFB-0D46-8D46-6A307F1E2824}" type="pres">
      <dgm:prSet presAssocID="{3FD77922-A1D0-494F-A27E-9E6F9EDAB7BB}" presName="horzSpace2" presStyleCnt="0"/>
      <dgm:spPr/>
    </dgm:pt>
    <dgm:pt modelId="{0EE1E3F8-5A93-854F-83CA-62B5E18180A0}" type="pres">
      <dgm:prSet presAssocID="{3FD77922-A1D0-494F-A27E-9E6F9EDAB7BB}" presName="tx2" presStyleLbl="revTx" presStyleIdx="16" presStyleCnt="17"/>
      <dgm:spPr/>
    </dgm:pt>
    <dgm:pt modelId="{DDE743C6-51C2-8640-A659-A0EE340D258B}" type="pres">
      <dgm:prSet presAssocID="{3FD77922-A1D0-494F-A27E-9E6F9EDAB7BB}" presName="vert2" presStyleCnt="0"/>
      <dgm:spPr/>
    </dgm:pt>
    <dgm:pt modelId="{27CFC97C-3F21-A441-B5DD-0329AD7C5012}" type="pres">
      <dgm:prSet presAssocID="{3FD77922-A1D0-494F-A27E-9E6F9EDAB7BB}" presName="thinLine2b" presStyleLbl="callout" presStyleIdx="12" presStyleCnt="13"/>
      <dgm:spPr/>
    </dgm:pt>
    <dgm:pt modelId="{7552AB4C-6BF9-0343-B17A-766489FA5534}" type="pres">
      <dgm:prSet presAssocID="{3FD77922-A1D0-494F-A27E-9E6F9EDAB7BB}" presName="vertSpace2b" presStyleCnt="0"/>
      <dgm:spPr/>
    </dgm:pt>
  </dgm:ptLst>
  <dgm:cxnLst>
    <dgm:cxn modelId="{986E6508-FB5E-EC4A-B2EB-1EEFCF58079B}" type="presOf" srcId="{82F2DC89-A327-8D44-AF49-25BD6D3189CC}" destId="{817A8C3A-8437-FD46-AC2B-20CBE7F05C6A}" srcOrd="0" destOrd="0" presId="urn:microsoft.com/office/officeart/2008/layout/LinedList"/>
    <dgm:cxn modelId="{F61C700D-8D7E-1C4B-8107-70AE97DB792F}" srcId="{82F2DC89-A327-8D44-AF49-25BD6D3189CC}" destId="{C45C8135-6A12-4E4C-8A57-99B8E9FA4FD1}" srcOrd="0" destOrd="0" parTransId="{5E714CFB-DE98-3647-82F4-1667F03AE22B}" sibTransId="{83CC9AA5-AA0E-2B45-963C-83926D9B9274}"/>
    <dgm:cxn modelId="{92226614-8C93-3C45-BC0D-895617ED834F}" type="presOf" srcId="{6E1E6E33-0F4D-384E-B42F-D8CAF058753D}" destId="{A698948C-A689-B34A-9A94-34E79918C428}" srcOrd="0" destOrd="0" presId="urn:microsoft.com/office/officeart/2008/layout/LinedList"/>
    <dgm:cxn modelId="{75987616-9CB2-584F-9920-0A0C79FAE6CB}" srcId="{2E5F483A-6661-B540-A525-615949DC4471}" destId="{20B5B654-19D6-0B4C-9472-3A81F25E63C3}" srcOrd="0" destOrd="0" parTransId="{B0924AA4-85DE-FF4B-B1A4-8CF17D9EACCE}" sibTransId="{1722BC07-BC23-284A-938E-2072D1C5194B}"/>
    <dgm:cxn modelId="{D4925718-C2BA-694A-ACD6-056339C497BE}" type="presOf" srcId="{19DB579E-4D21-A347-A0D8-8C7E0A933804}" destId="{FBB4F9F7-20AC-1045-BC72-90BD13EEA1C5}" srcOrd="0" destOrd="0" presId="urn:microsoft.com/office/officeart/2008/layout/LinedList"/>
    <dgm:cxn modelId="{1ACB201B-DCAA-C240-8832-B336ABD72AA6}" srcId="{82F2DC89-A327-8D44-AF49-25BD6D3189CC}" destId="{18496EAB-592E-8141-BEC7-DAE1FDEB08A9}" srcOrd="1" destOrd="0" parTransId="{E9CF8D01-7C0C-1348-BB0B-A9F05C2718B2}" sibTransId="{96EACA1A-CB40-B247-BBFC-481CBCAF4E9A}"/>
    <dgm:cxn modelId="{2CAD471C-3DAC-904B-8920-874DFD4ED96C}" srcId="{6FB3A4C2-9118-9045-A76C-C13849FC156C}" destId="{C3E7FA14-5C89-CC41-857F-D461A7B881AD}" srcOrd="0" destOrd="0" parTransId="{4C4291AC-8295-8A40-AC5A-E669A41D55DB}" sibTransId="{9B6126DC-7CA5-964C-B854-BDB92B1D2431}"/>
    <dgm:cxn modelId="{DEF9B11F-A7A6-7D4A-9AA9-448CEE753208}" type="presOf" srcId="{FAB4B508-6D0A-B145-BA07-DD8E72E29CDF}" destId="{3C2CBE17-401B-1943-A3C7-7BD9713261A1}" srcOrd="0" destOrd="0" presId="urn:microsoft.com/office/officeart/2008/layout/LinedList"/>
    <dgm:cxn modelId="{F6A9B324-FC52-5C45-AA99-C2FAF7DDC852}" srcId="{6E1E6E33-0F4D-384E-B42F-D8CAF058753D}" destId="{82F2DC89-A327-8D44-AF49-25BD6D3189CC}" srcOrd="1" destOrd="0" parTransId="{E0CD6545-9BE9-0B4F-8854-5C303CA23E08}" sibTransId="{944C61AE-770C-6B4E-85BC-6B3F96D98D51}"/>
    <dgm:cxn modelId="{E4A4AB25-4B52-DE48-8E36-A98EEAA3FA3C}" srcId="{6E1E6E33-0F4D-384E-B42F-D8CAF058753D}" destId="{6FB3A4C2-9118-9045-A76C-C13849FC156C}" srcOrd="0" destOrd="0" parTransId="{E935619E-6D8D-8043-860D-7FE64B39BD33}" sibTransId="{4AE38D98-9130-EF49-A1DE-2DBC68400D23}"/>
    <dgm:cxn modelId="{056E2E39-8A66-0F48-8630-22441F81BBFD}" type="presOf" srcId="{9E96F639-ABC8-2E4D-AE45-96A53F41AFD8}" destId="{8665497B-6C68-9848-8246-CC667DCBA7DE}" srcOrd="0" destOrd="0" presId="urn:microsoft.com/office/officeart/2008/layout/LinedList"/>
    <dgm:cxn modelId="{F80ACF3D-BDFA-D64A-8F38-D34E572EAB73}" srcId="{2E5F483A-6661-B540-A525-615949DC4471}" destId="{3FD77922-A1D0-494F-A27E-9E6F9EDAB7BB}" srcOrd="2" destOrd="0" parTransId="{41650B4A-B8B5-C849-958D-EC098F09D19F}" sibTransId="{31FCFD99-884F-1E44-B81F-1A464798C530}"/>
    <dgm:cxn modelId="{8753B543-331C-894D-96C8-2BF922761166}" type="presOf" srcId="{2E5F483A-6661-B540-A525-615949DC4471}" destId="{49021F29-5208-A64D-BBBC-3D02DB9F888B}" srcOrd="0" destOrd="0" presId="urn:microsoft.com/office/officeart/2008/layout/LinedList"/>
    <dgm:cxn modelId="{982AAD55-78E9-9649-B01B-795C41D1C4FB}" srcId="{19DB579E-4D21-A347-A0D8-8C7E0A933804}" destId="{C2D511AE-EB92-9848-B146-67E24429EA1A}" srcOrd="2" destOrd="0" parTransId="{AABA37F6-1902-614B-AA43-D73573210837}" sibTransId="{30BE2E98-7872-9742-B2F1-3052344F7E25}"/>
    <dgm:cxn modelId="{34B62859-D7B7-2C48-B7D3-38091E45B548}" type="presOf" srcId="{E5F6E0C3-7857-A24D-BBDE-EE6919D98ADB}" destId="{080F393C-46B6-DC48-BA52-85B06C8B119C}" srcOrd="0" destOrd="0" presId="urn:microsoft.com/office/officeart/2008/layout/LinedList"/>
    <dgm:cxn modelId="{123A265D-FD0A-554F-A85E-EC70953EE889}" srcId="{6E1E6E33-0F4D-384E-B42F-D8CAF058753D}" destId="{19DB579E-4D21-A347-A0D8-8C7E0A933804}" srcOrd="2" destOrd="0" parTransId="{53A080CF-1B70-0844-880C-BDF2A9208A27}" sibTransId="{0FA24654-59CA-EA4F-BDE7-BA89128FAE89}"/>
    <dgm:cxn modelId="{44743C5E-D0AB-0B41-8F5B-BCA97C73D44B}" srcId="{19DB579E-4D21-A347-A0D8-8C7E0A933804}" destId="{FAB4B508-6D0A-B145-BA07-DD8E72E29CDF}" srcOrd="4" destOrd="0" parTransId="{CB2EF607-319D-FA46-A2F9-E00CA55CED65}" sibTransId="{2998806F-CC04-1346-BCBA-9D726AB6EF0F}"/>
    <dgm:cxn modelId="{59F24962-6C3F-2740-92AD-0203B4B4E7AB}" type="presOf" srcId="{18496EAB-592E-8141-BEC7-DAE1FDEB08A9}" destId="{7858756A-4814-014B-A6DE-2C6EB42273EC}" srcOrd="0" destOrd="0" presId="urn:microsoft.com/office/officeart/2008/layout/LinedList"/>
    <dgm:cxn modelId="{DD10FF62-8EAD-A84B-A9A9-9A8FA1A87F15}" srcId="{82F2DC89-A327-8D44-AF49-25BD6D3189CC}" destId="{29D32B7F-9A6F-554C-BDC5-EFCD16CE398F}" srcOrd="2" destOrd="0" parTransId="{BECDDE27-4736-7C4A-9F0E-FA9A2C44EEF4}" sibTransId="{1E2F4A79-06F6-3B4F-A38D-B0C933792041}"/>
    <dgm:cxn modelId="{0B7F6963-9644-F94D-951C-B1B1D56E0337}" srcId="{2E5F483A-6661-B540-A525-615949DC4471}" destId="{D7A185FE-C271-E047-8947-DEAF6C90C0E9}" srcOrd="1" destOrd="0" parTransId="{5CB20EDB-5187-AF4F-A95B-FB93F2766692}" sibTransId="{A07BFD94-9D37-FA4D-AEFB-BFCE4295E266}"/>
    <dgm:cxn modelId="{AFF4E063-7F3A-C741-A3EE-2F5A1B804FD3}" type="presOf" srcId="{C3E7FA14-5C89-CC41-857F-D461A7B881AD}" destId="{7E4A979B-08EA-9D45-A762-48B9717BE322}" srcOrd="0" destOrd="0" presId="urn:microsoft.com/office/officeart/2008/layout/LinedList"/>
    <dgm:cxn modelId="{E282D778-BAB8-354E-9B34-D8944B9B741B}" type="presOf" srcId="{C2D511AE-EB92-9848-B146-67E24429EA1A}" destId="{AFAA9A10-F41B-4E4A-A20B-6267D61ABF87}" srcOrd="0" destOrd="0" presId="urn:microsoft.com/office/officeart/2008/layout/LinedList"/>
    <dgm:cxn modelId="{16922284-5686-254F-BF3B-ABE011D2E8FF}" srcId="{6E1E6E33-0F4D-384E-B42F-D8CAF058753D}" destId="{2E5F483A-6661-B540-A525-615949DC4471}" srcOrd="3" destOrd="0" parTransId="{D39669EB-4314-3D46-A3D4-2C07D3407C6C}" sibTransId="{5640DC5A-DF61-0B4C-82C7-F7C18CAF5261}"/>
    <dgm:cxn modelId="{B1344F86-08A1-374C-B1FE-EB8EE5E4ACF4}" type="presOf" srcId="{3FD77922-A1D0-494F-A27E-9E6F9EDAB7BB}" destId="{0EE1E3F8-5A93-854F-83CA-62B5E18180A0}" srcOrd="0" destOrd="0" presId="urn:microsoft.com/office/officeart/2008/layout/LinedList"/>
    <dgm:cxn modelId="{502E3592-7295-4F40-8EAB-3DB67570CEDB}" type="presOf" srcId="{20B5B654-19D6-0B4C-9472-3A81F25E63C3}" destId="{B157479D-28C6-C843-88E1-667022ACC8BB}" srcOrd="0" destOrd="0" presId="urn:microsoft.com/office/officeart/2008/layout/LinedList"/>
    <dgm:cxn modelId="{CF94FD93-7D49-3D4E-A3EF-312961670C74}" srcId="{6FB3A4C2-9118-9045-A76C-C13849FC156C}" destId="{354FA267-7016-5D42-8D81-2C9D6F09DF6C}" srcOrd="1" destOrd="0" parTransId="{EDA47DEF-EE04-8D42-882E-8143E4DDDE4F}" sibTransId="{E897E472-32DC-F14B-A99B-2D345D0AF7D2}"/>
    <dgm:cxn modelId="{62652F99-5F36-5140-B03F-5E622DDBF79A}" type="presOf" srcId="{354FA267-7016-5D42-8D81-2C9D6F09DF6C}" destId="{912D46B1-94DC-6D4C-B428-5B2B265031C8}" srcOrd="0" destOrd="0" presId="urn:microsoft.com/office/officeart/2008/layout/LinedList"/>
    <dgm:cxn modelId="{FA39709C-CFA8-C54C-B1DA-2E174F8BF735}" type="presOf" srcId="{C45C8135-6A12-4E4C-8A57-99B8E9FA4FD1}" destId="{6C0B1E06-C9A1-814E-820C-461696735319}" srcOrd="0" destOrd="0" presId="urn:microsoft.com/office/officeart/2008/layout/LinedList"/>
    <dgm:cxn modelId="{D0F2BEB2-9815-114E-A9E4-55102121E158}" type="presOf" srcId="{6FB3A4C2-9118-9045-A76C-C13849FC156C}" destId="{28C3C848-44DA-B14E-B2E4-7878511F54C4}" srcOrd="0" destOrd="0" presId="urn:microsoft.com/office/officeart/2008/layout/LinedList"/>
    <dgm:cxn modelId="{DE7C19B7-001C-BE46-9E48-B21AD24AC9D2}" srcId="{19DB579E-4D21-A347-A0D8-8C7E0A933804}" destId="{B310915D-6295-844E-8A28-E1366B2AA62B}" srcOrd="0" destOrd="0" parTransId="{E12EE890-EA7C-9343-A436-480FDB4F7668}" sibTransId="{9FDEFDE1-21E2-944F-BE99-0B251DAFF49A}"/>
    <dgm:cxn modelId="{DBFE66BC-4CF2-8840-81B1-A5A23E84BCC5}" type="presOf" srcId="{29D32B7F-9A6F-554C-BDC5-EFCD16CE398F}" destId="{051B4948-6F4A-934E-A7B7-F13EE19D2826}" srcOrd="0" destOrd="0" presId="urn:microsoft.com/office/officeart/2008/layout/LinedList"/>
    <dgm:cxn modelId="{5C4C47CB-4813-5444-819C-2AFABB7F9B50}" type="presOf" srcId="{D7A185FE-C271-E047-8947-DEAF6C90C0E9}" destId="{516CAB83-5E6A-4043-B142-E55A2937A0C8}" srcOrd="0" destOrd="0" presId="urn:microsoft.com/office/officeart/2008/layout/LinedList"/>
    <dgm:cxn modelId="{D1F409D8-3F8F-2D40-BFDB-0985826B640B}" type="presOf" srcId="{B310915D-6295-844E-8A28-E1366B2AA62B}" destId="{4C69C2D3-46BA-834B-95C3-7461DDD5CD60}" srcOrd="0" destOrd="0" presId="urn:microsoft.com/office/officeart/2008/layout/LinedList"/>
    <dgm:cxn modelId="{DE9B27DC-73B1-8141-9C6A-5E86C6BF8C29}" srcId="{19DB579E-4D21-A347-A0D8-8C7E0A933804}" destId="{E5F6E0C3-7857-A24D-BBDE-EE6919D98ADB}" srcOrd="3" destOrd="0" parTransId="{54B9129C-32AA-7840-A93E-93C0406941E0}" sibTransId="{3C9102D9-5CFE-B04A-91E5-CB0F33A18DF1}"/>
    <dgm:cxn modelId="{A02DA1F6-BC76-4B4A-A8CF-0432A5498C9C}" srcId="{19DB579E-4D21-A347-A0D8-8C7E0A933804}" destId="{9E96F639-ABC8-2E4D-AE45-96A53F41AFD8}" srcOrd="1" destOrd="0" parTransId="{86B195C8-D37C-714E-A065-E6BCD2AF9100}" sibTransId="{413317D4-3B26-F949-A474-F1B2B6BEDAB7}"/>
    <dgm:cxn modelId="{4173732A-D1D6-8945-9D47-4056E4D33C82}" type="presParOf" srcId="{A698948C-A689-B34A-9A94-34E79918C428}" destId="{DBA5C45B-5C97-4A45-ADF6-21DEFEAA301E}" srcOrd="0" destOrd="0" presId="urn:microsoft.com/office/officeart/2008/layout/LinedList"/>
    <dgm:cxn modelId="{E841BB59-9865-7F4C-B3BB-C0470D086EDE}" type="presParOf" srcId="{A698948C-A689-B34A-9A94-34E79918C428}" destId="{94754951-2561-7945-8BFE-5712C225154B}" srcOrd="1" destOrd="0" presId="urn:microsoft.com/office/officeart/2008/layout/LinedList"/>
    <dgm:cxn modelId="{FC93C7FB-0844-D74B-84DB-F346AB4B84CD}" type="presParOf" srcId="{94754951-2561-7945-8BFE-5712C225154B}" destId="{28C3C848-44DA-B14E-B2E4-7878511F54C4}" srcOrd="0" destOrd="0" presId="urn:microsoft.com/office/officeart/2008/layout/LinedList"/>
    <dgm:cxn modelId="{AC478DB3-1A74-BD46-808C-A732E437B9A4}" type="presParOf" srcId="{94754951-2561-7945-8BFE-5712C225154B}" destId="{F3D6D937-1AC8-BD4E-ABE1-E92F6AA5032F}" srcOrd="1" destOrd="0" presId="urn:microsoft.com/office/officeart/2008/layout/LinedList"/>
    <dgm:cxn modelId="{1DC5CA15-41C3-F841-B4B0-9CD492A66EDF}" type="presParOf" srcId="{F3D6D937-1AC8-BD4E-ABE1-E92F6AA5032F}" destId="{8485C2DD-A086-5E48-9872-6786A2BAFE07}" srcOrd="0" destOrd="0" presId="urn:microsoft.com/office/officeart/2008/layout/LinedList"/>
    <dgm:cxn modelId="{60422D08-0650-324C-A257-CD1DD113CDD1}" type="presParOf" srcId="{F3D6D937-1AC8-BD4E-ABE1-E92F6AA5032F}" destId="{E78FF312-7CCA-724C-B5FE-7087E3729AB4}" srcOrd="1" destOrd="0" presId="urn:microsoft.com/office/officeart/2008/layout/LinedList"/>
    <dgm:cxn modelId="{E0A1D775-3311-E54E-97ED-696E666DA749}" type="presParOf" srcId="{E78FF312-7CCA-724C-B5FE-7087E3729AB4}" destId="{4CE5AF64-F4EB-6E49-B7F8-5F79CB866FD9}" srcOrd="0" destOrd="0" presId="urn:microsoft.com/office/officeart/2008/layout/LinedList"/>
    <dgm:cxn modelId="{C5151297-1BB3-6048-9A0A-555FE59E9439}" type="presParOf" srcId="{E78FF312-7CCA-724C-B5FE-7087E3729AB4}" destId="{7E4A979B-08EA-9D45-A762-48B9717BE322}" srcOrd="1" destOrd="0" presId="urn:microsoft.com/office/officeart/2008/layout/LinedList"/>
    <dgm:cxn modelId="{EEB603DF-A146-734B-818B-63660C227F84}" type="presParOf" srcId="{E78FF312-7CCA-724C-B5FE-7087E3729AB4}" destId="{ED63559D-632F-7348-80EC-536036D1F3B6}" srcOrd="2" destOrd="0" presId="urn:microsoft.com/office/officeart/2008/layout/LinedList"/>
    <dgm:cxn modelId="{CFD07676-FB51-E745-86B4-46D5BBC9B1ED}" type="presParOf" srcId="{F3D6D937-1AC8-BD4E-ABE1-E92F6AA5032F}" destId="{7E235F02-1E53-2D4C-8905-02C8F24F8A96}" srcOrd="2" destOrd="0" presId="urn:microsoft.com/office/officeart/2008/layout/LinedList"/>
    <dgm:cxn modelId="{49EFA18A-4F92-5247-8307-03D73C4C912C}" type="presParOf" srcId="{F3D6D937-1AC8-BD4E-ABE1-E92F6AA5032F}" destId="{638C7F57-DCA8-8049-9256-CDADDD66E82B}" srcOrd="3" destOrd="0" presId="urn:microsoft.com/office/officeart/2008/layout/LinedList"/>
    <dgm:cxn modelId="{6ACD05E0-7CDD-A446-97A5-08C178FB4017}" type="presParOf" srcId="{F3D6D937-1AC8-BD4E-ABE1-E92F6AA5032F}" destId="{EF2FAE24-EE88-9441-AE56-ED1E9AF3CA0B}" srcOrd="4" destOrd="0" presId="urn:microsoft.com/office/officeart/2008/layout/LinedList"/>
    <dgm:cxn modelId="{02821233-2121-4E48-AF5F-E32A53B5D8C3}" type="presParOf" srcId="{EF2FAE24-EE88-9441-AE56-ED1E9AF3CA0B}" destId="{7A054CA1-FE54-0E45-A5C4-1BC2C9B233BF}" srcOrd="0" destOrd="0" presId="urn:microsoft.com/office/officeart/2008/layout/LinedList"/>
    <dgm:cxn modelId="{BD22D3C1-2CA5-C04C-A7E6-A56258D4A99A}" type="presParOf" srcId="{EF2FAE24-EE88-9441-AE56-ED1E9AF3CA0B}" destId="{912D46B1-94DC-6D4C-B428-5B2B265031C8}" srcOrd="1" destOrd="0" presId="urn:microsoft.com/office/officeart/2008/layout/LinedList"/>
    <dgm:cxn modelId="{B1B4FCF0-E632-F04A-9EAC-E8C7F1705C1D}" type="presParOf" srcId="{EF2FAE24-EE88-9441-AE56-ED1E9AF3CA0B}" destId="{FE20EC6C-E573-9243-BC10-46C290C9A3C4}" srcOrd="2" destOrd="0" presId="urn:microsoft.com/office/officeart/2008/layout/LinedList"/>
    <dgm:cxn modelId="{D8F76782-3159-C647-B03A-AFD6A36C2D42}" type="presParOf" srcId="{F3D6D937-1AC8-BD4E-ABE1-E92F6AA5032F}" destId="{F0B247EB-30CF-8441-A151-49F999176957}" srcOrd="5" destOrd="0" presId="urn:microsoft.com/office/officeart/2008/layout/LinedList"/>
    <dgm:cxn modelId="{6C8E4781-67B7-DA43-AA88-8217A290DDC2}" type="presParOf" srcId="{F3D6D937-1AC8-BD4E-ABE1-E92F6AA5032F}" destId="{943722A9-B01A-3D4B-AC1E-79EAEB3A78A8}" srcOrd="6" destOrd="0" presId="urn:microsoft.com/office/officeart/2008/layout/LinedList"/>
    <dgm:cxn modelId="{10CFD7DE-F8B7-CA4E-BCF6-E3EB3F39B232}" type="presParOf" srcId="{A698948C-A689-B34A-9A94-34E79918C428}" destId="{3293163A-15C2-B142-9022-4AD1AF5010CD}" srcOrd="2" destOrd="0" presId="urn:microsoft.com/office/officeart/2008/layout/LinedList"/>
    <dgm:cxn modelId="{B53AF4C3-6226-E441-BA55-3D909EBA590E}" type="presParOf" srcId="{A698948C-A689-B34A-9A94-34E79918C428}" destId="{74B3EC17-E908-404A-989E-581FE0F532DA}" srcOrd="3" destOrd="0" presId="urn:microsoft.com/office/officeart/2008/layout/LinedList"/>
    <dgm:cxn modelId="{A08C343F-48B4-F440-AD72-1ADDDB980B90}" type="presParOf" srcId="{74B3EC17-E908-404A-989E-581FE0F532DA}" destId="{817A8C3A-8437-FD46-AC2B-20CBE7F05C6A}" srcOrd="0" destOrd="0" presId="urn:microsoft.com/office/officeart/2008/layout/LinedList"/>
    <dgm:cxn modelId="{28EDB9B8-5318-DA42-8E1F-9D5A173ABA70}" type="presParOf" srcId="{74B3EC17-E908-404A-989E-581FE0F532DA}" destId="{6732EA8A-085E-4340-917C-EEE2FA1B829C}" srcOrd="1" destOrd="0" presId="urn:microsoft.com/office/officeart/2008/layout/LinedList"/>
    <dgm:cxn modelId="{32B1E07B-DC74-5F4D-807D-2FDFCEB6633E}" type="presParOf" srcId="{6732EA8A-085E-4340-917C-EEE2FA1B829C}" destId="{5749FC22-81C1-7F44-B3FC-F88B0CB0A4FD}" srcOrd="0" destOrd="0" presId="urn:microsoft.com/office/officeart/2008/layout/LinedList"/>
    <dgm:cxn modelId="{084F17BF-73B6-D04A-95E3-E45F4A333605}" type="presParOf" srcId="{6732EA8A-085E-4340-917C-EEE2FA1B829C}" destId="{6B3EC24E-A3B0-E441-A1B4-262D35630D30}" srcOrd="1" destOrd="0" presId="urn:microsoft.com/office/officeart/2008/layout/LinedList"/>
    <dgm:cxn modelId="{B07BE966-CFAA-7748-A115-65A8B30EADD7}" type="presParOf" srcId="{6B3EC24E-A3B0-E441-A1B4-262D35630D30}" destId="{A885CD62-8655-B646-A5C9-45FA5DDA4404}" srcOrd="0" destOrd="0" presId="urn:microsoft.com/office/officeart/2008/layout/LinedList"/>
    <dgm:cxn modelId="{E476CE38-13FD-D347-9F40-03B457E5A2F5}" type="presParOf" srcId="{6B3EC24E-A3B0-E441-A1B4-262D35630D30}" destId="{6C0B1E06-C9A1-814E-820C-461696735319}" srcOrd="1" destOrd="0" presId="urn:microsoft.com/office/officeart/2008/layout/LinedList"/>
    <dgm:cxn modelId="{00AEACC1-3440-704F-95C9-463DB9ACCC1B}" type="presParOf" srcId="{6B3EC24E-A3B0-E441-A1B4-262D35630D30}" destId="{0F3494A4-099F-EF42-ADA6-95A243B1F590}" srcOrd="2" destOrd="0" presId="urn:microsoft.com/office/officeart/2008/layout/LinedList"/>
    <dgm:cxn modelId="{0C761A7F-78D9-8744-82BE-AFD9C8CA59A3}" type="presParOf" srcId="{6732EA8A-085E-4340-917C-EEE2FA1B829C}" destId="{4DA1BBDD-D5DE-F949-BEF7-0D073ABEE016}" srcOrd="2" destOrd="0" presId="urn:microsoft.com/office/officeart/2008/layout/LinedList"/>
    <dgm:cxn modelId="{22659016-96B4-604C-ADEF-3EEBB1D7D1D0}" type="presParOf" srcId="{6732EA8A-085E-4340-917C-EEE2FA1B829C}" destId="{A3DF9F06-8A9D-834E-9427-71C6FA21360E}" srcOrd="3" destOrd="0" presId="urn:microsoft.com/office/officeart/2008/layout/LinedList"/>
    <dgm:cxn modelId="{FA1EE6AF-C401-A74A-9718-F1C1C7538C9F}" type="presParOf" srcId="{6732EA8A-085E-4340-917C-EEE2FA1B829C}" destId="{F847C2E5-35A2-C24B-A3F9-86D01E4866AD}" srcOrd="4" destOrd="0" presId="urn:microsoft.com/office/officeart/2008/layout/LinedList"/>
    <dgm:cxn modelId="{82AA3B0C-5539-EB46-83E6-B85CD249344C}" type="presParOf" srcId="{F847C2E5-35A2-C24B-A3F9-86D01E4866AD}" destId="{1C1CE040-1829-4B4D-8149-581B72DE552F}" srcOrd="0" destOrd="0" presId="urn:microsoft.com/office/officeart/2008/layout/LinedList"/>
    <dgm:cxn modelId="{ABC387D8-F903-CE4B-BD12-56E7F825E421}" type="presParOf" srcId="{F847C2E5-35A2-C24B-A3F9-86D01E4866AD}" destId="{7858756A-4814-014B-A6DE-2C6EB42273EC}" srcOrd="1" destOrd="0" presId="urn:microsoft.com/office/officeart/2008/layout/LinedList"/>
    <dgm:cxn modelId="{A6D43AE2-DEF7-0B47-9BD2-07648D3574E8}" type="presParOf" srcId="{F847C2E5-35A2-C24B-A3F9-86D01E4866AD}" destId="{E113A1FA-68C8-C24F-9F8C-5F34EB84B3F3}" srcOrd="2" destOrd="0" presId="urn:microsoft.com/office/officeart/2008/layout/LinedList"/>
    <dgm:cxn modelId="{C6CE6E73-FA8C-8243-89C1-07C76E7EEB27}" type="presParOf" srcId="{6732EA8A-085E-4340-917C-EEE2FA1B829C}" destId="{24546798-EC51-5C48-80BA-855027CA4349}" srcOrd="5" destOrd="0" presId="urn:microsoft.com/office/officeart/2008/layout/LinedList"/>
    <dgm:cxn modelId="{3F2B6875-5B48-874B-8A82-5D6415DCDF51}" type="presParOf" srcId="{6732EA8A-085E-4340-917C-EEE2FA1B829C}" destId="{CEBCD93B-AC1C-604E-90C1-B0EF4DFEECDE}" srcOrd="6" destOrd="0" presId="urn:microsoft.com/office/officeart/2008/layout/LinedList"/>
    <dgm:cxn modelId="{EB8D6B22-8D34-D940-B7FF-6D37EEB1B943}" type="presParOf" srcId="{6732EA8A-085E-4340-917C-EEE2FA1B829C}" destId="{1132BA8D-0E73-B147-BCC8-F26F29D1C3B0}" srcOrd="7" destOrd="0" presId="urn:microsoft.com/office/officeart/2008/layout/LinedList"/>
    <dgm:cxn modelId="{C8C487C9-E1DA-8A46-91F3-775CE82F52CC}" type="presParOf" srcId="{1132BA8D-0E73-B147-BCC8-F26F29D1C3B0}" destId="{8E3C4FA1-B247-0048-844A-E1393DE15CEA}" srcOrd="0" destOrd="0" presId="urn:microsoft.com/office/officeart/2008/layout/LinedList"/>
    <dgm:cxn modelId="{272E6636-152D-0046-A80E-0E2D4CFB8353}" type="presParOf" srcId="{1132BA8D-0E73-B147-BCC8-F26F29D1C3B0}" destId="{051B4948-6F4A-934E-A7B7-F13EE19D2826}" srcOrd="1" destOrd="0" presId="urn:microsoft.com/office/officeart/2008/layout/LinedList"/>
    <dgm:cxn modelId="{CCF1E5B7-9B14-7848-8993-F5DEFCAF7E7D}" type="presParOf" srcId="{1132BA8D-0E73-B147-BCC8-F26F29D1C3B0}" destId="{6125703E-67A1-304F-AFCC-DA68E79880DF}" srcOrd="2" destOrd="0" presId="urn:microsoft.com/office/officeart/2008/layout/LinedList"/>
    <dgm:cxn modelId="{6B4D1A5E-9709-334B-B356-3EA1B018A097}" type="presParOf" srcId="{6732EA8A-085E-4340-917C-EEE2FA1B829C}" destId="{8FD4DA45-1819-0540-9E9B-2E087DBBC605}" srcOrd="8" destOrd="0" presId="urn:microsoft.com/office/officeart/2008/layout/LinedList"/>
    <dgm:cxn modelId="{0E48C14E-CDA7-1549-9D17-699FE86EDACC}" type="presParOf" srcId="{6732EA8A-085E-4340-917C-EEE2FA1B829C}" destId="{5006ED6C-0557-6C4C-9AD8-9BD3056EA4C4}" srcOrd="9" destOrd="0" presId="urn:microsoft.com/office/officeart/2008/layout/LinedList"/>
    <dgm:cxn modelId="{8C38BD13-0E06-594D-93AE-C566EEE2D2C2}" type="presParOf" srcId="{A698948C-A689-B34A-9A94-34E79918C428}" destId="{9F1E79DF-D727-B345-8937-99D09FA7E4A1}" srcOrd="4" destOrd="0" presId="urn:microsoft.com/office/officeart/2008/layout/LinedList"/>
    <dgm:cxn modelId="{0B17EAF5-3CD0-5843-B81D-0351666E1D0A}" type="presParOf" srcId="{A698948C-A689-B34A-9A94-34E79918C428}" destId="{3A1D8824-289A-DF40-B733-D71D405165F9}" srcOrd="5" destOrd="0" presId="urn:microsoft.com/office/officeart/2008/layout/LinedList"/>
    <dgm:cxn modelId="{B71A0197-3356-1E47-A2CF-4A3DCFCA30B2}" type="presParOf" srcId="{3A1D8824-289A-DF40-B733-D71D405165F9}" destId="{FBB4F9F7-20AC-1045-BC72-90BD13EEA1C5}" srcOrd="0" destOrd="0" presId="urn:microsoft.com/office/officeart/2008/layout/LinedList"/>
    <dgm:cxn modelId="{FFB930A7-FA94-AE40-A8B4-FA06ACB1D687}" type="presParOf" srcId="{3A1D8824-289A-DF40-B733-D71D405165F9}" destId="{2E0E5F3D-2F14-324E-B282-C2AF3A330455}" srcOrd="1" destOrd="0" presId="urn:microsoft.com/office/officeart/2008/layout/LinedList"/>
    <dgm:cxn modelId="{C9FB85D1-9E2C-A942-B043-4787B0264E4E}" type="presParOf" srcId="{2E0E5F3D-2F14-324E-B282-C2AF3A330455}" destId="{42478F07-6186-894D-9212-5DFC77E3FB06}" srcOrd="0" destOrd="0" presId="urn:microsoft.com/office/officeart/2008/layout/LinedList"/>
    <dgm:cxn modelId="{35D21617-6363-8E47-9C45-E96906A149FE}" type="presParOf" srcId="{2E0E5F3D-2F14-324E-B282-C2AF3A330455}" destId="{E5C3855D-1F8A-E041-9D8A-CF6A3EFC42EC}" srcOrd="1" destOrd="0" presId="urn:microsoft.com/office/officeart/2008/layout/LinedList"/>
    <dgm:cxn modelId="{84DFA047-0D79-B341-9B2C-5EB79E60A763}" type="presParOf" srcId="{E5C3855D-1F8A-E041-9D8A-CF6A3EFC42EC}" destId="{6923ECEF-2921-BE46-B0FE-C3AEAA9A88E9}" srcOrd="0" destOrd="0" presId="urn:microsoft.com/office/officeart/2008/layout/LinedList"/>
    <dgm:cxn modelId="{E1301FC7-8A8A-6F49-8245-BB1785E3397E}" type="presParOf" srcId="{E5C3855D-1F8A-E041-9D8A-CF6A3EFC42EC}" destId="{4C69C2D3-46BA-834B-95C3-7461DDD5CD60}" srcOrd="1" destOrd="0" presId="urn:microsoft.com/office/officeart/2008/layout/LinedList"/>
    <dgm:cxn modelId="{B2A77F14-B5C2-184B-9867-39A2CC895C6F}" type="presParOf" srcId="{E5C3855D-1F8A-E041-9D8A-CF6A3EFC42EC}" destId="{D2ADC187-7674-3C4C-8226-6A579DAAF8CB}" srcOrd="2" destOrd="0" presId="urn:microsoft.com/office/officeart/2008/layout/LinedList"/>
    <dgm:cxn modelId="{64749D08-9099-7A41-9582-D607034E529C}" type="presParOf" srcId="{2E0E5F3D-2F14-324E-B282-C2AF3A330455}" destId="{54EE4F08-1D43-8749-AC2D-39CC77D57278}" srcOrd="2" destOrd="0" presId="urn:microsoft.com/office/officeart/2008/layout/LinedList"/>
    <dgm:cxn modelId="{4D47F397-51A0-9B46-B5B0-9059650D239A}" type="presParOf" srcId="{2E0E5F3D-2F14-324E-B282-C2AF3A330455}" destId="{077020F9-3FAF-2049-8C6D-0303C6C4B18D}" srcOrd="3" destOrd="0" presId="urn:microsoft.com/office/officeart/2008/layout/LinedList"/>
    <dgm:cxn modelId="{0271A5D0-34E7-7C42-9A3B-EBCF0EC9284A}" type="presParOf" srcId="{2E0E5F3D-2F14-324E-B282-C2AF3A330455}" destId="{126D52A3-D4AA-D04E-A54A-D65DEBF6F41A}" srcOrd="4" destOrd="0" presId="urn:microsoft.com/office/officeart/2008/layout/LinedList"/>
    <dgm:cxn modelId="{B42137D3-E139-2B42-AF35-98D361067A71}" type="presParOf" srcId="{126D52A3-D4AA-D04E-A54A-D65DEBF6F41A}" destId="{C4F1578C-0B41-5449-B4CD-0F364FD30924}" srcOrd="0" destOrd="0" presId="urn:microsoft.com/office/officeart/2008/layout/LinedList"/>
    <dgm:cxn modelId="{1B8CCF48-B56D-6242-9570-B5B7E9D6FFE0}" type="presParOf" srcId="{126D52A3-D4AA-D04E-A54A-D65DEBF6F41A}" destId="{8665497B-6C68-9848-8246-CC667DCBA7DE}" srcOrd="1" destOrd="0" presId="urn:microsoft.com/office/officeart/2008/layout/LinedList"/>
    <dgm:cxn modelId="{0B300DD3-DC53-D54F-9F0F-B2EE49BC1AF5}" type="presParOf" srcId="{126D52A3-D4AA-D04E-A54A-D65DEBF6F41A}" destId="{4D5F0494-029D-3C47-94E6-822094EAE0CE}" srcOrd="2" destOrd="0" presId="urn:microsoft.com/office/officeart/2008/layout/LinedList"/>
    <dgm:cxn modelId="{F95F2A56-798E-1246-BB0F-8EDBCC3F24D1}" type="presParOf" srcId="{2E0E5F3D-2F14-324E-B282-C2AF3A330455}" destId="{28E5AC91-897F-6349-BE71-E096C5C8E72D}" srcOrd="5" destOrd="0" presId="urn:microsoft.com/office/officeart/2008/layout/LinedList"/>
    <dgm:cxn modelId="{66FAC801-67AB-B44A-ADA9-5A2B3084FF07}" type="presParOf" srcId="{2E0E5F3D-2F14-324E-B282-C2AF3A330455}" destId="{D5CD7F78-7C6F-264D-B92F-3E2E523F685C}" srcOrd="6" destOrd="0" presId="urn:microsoft.com/office/officeart/2008/layout/LinedList"/>
    <dgm:cxn modelId="{6B9C4FA6-AB4F-914F-82BC-B36ABB45CFA3}" type="presParOf" srcId="{2E0E5F3D-2F14-324E-B282-C2AF3A330455}" destId="{462A7C4A-5021-924E-BE67-9BDCF8133CEA}" srcOrd="7" destOrd="0" presId="urn:microsoft.com/office/officeart/2008/layout/LinedList"/>
    <dgm:cxn modelId="{6E63C05C-B704-F246-8FC8-0C212E3A0C30}" type="presParOf" srcId="{462A7C4A-5021-924E-BE67-9BDCF8133CEA}" destId="{972FC80D-562F-C64F-97EB-2D7A9FA0623B}" srcOrd="0" destOrd="0" presId="urn:microsoft.com/office/officeart/2008/layout/LinedList"/>
    <dgm:cxn modelId="{105B2AA6-FF10-224D-A0C5-C298F8158922}" type="presParOf" srcId="{462A7C4A-5021-924E-BE67-9BDCF8133CEA}" destId="{AFAA9A10-F41B-4E4A-A20B-6267D61ABF87}" srcOrd="1" destOrd="0" presId="urn:microsoft.com/office/officeart/2008/layout/LinedList"/>
    <dgm:cxn modelId="{38C467B0-53F2-0F4A-A1EA-6239C929BF08}" type="presParOf" srcId="{462A7C4A-5021-924E-BE67-9BDCF8133CEA}" destId="{DD7608B0-2FCC-F245-BBFE-972EC09CEAE1}" srcOrd="2" destOrd="0" presId="urn:microsoft.com/office/officeart/2008/layout/LinedList"/>
    <dgm:cxn modelId="{1ED01E6C-51A9-8F42-A138-529FCD722350}" type="presParOf" srcId="{2E0E5F3D-2F14-324E-B282-C2AF3A330455}" destId="{FE2A7142-82E0-AA4D-AD2B-3DE45D62A490}" srcOrd="8" destOrd="0" presId="urn:microsoft.com/office/officeart/2008/layout/LinedList"/>
    <dgm:cxn modelId="{030236E3-F6CB-FD46-AC47-1E4A3E717EFA}" type="presParOf" srcId="{2E0E5F3D-2F14-324E-B282-C2AF3A330455}" destId="{9BC08331-724D-3F4E-B66C-D82AC621B5D0}" srcOrd="9" destOrd="0" presId="urn:microsoft.com/office/officeart/2008/layout/LinedList"/>
    <dgm:cxn modelId="{37C4A0F9-62EB-3E4B-9DD6-B62A616387AF}" type="presParOf" srcId="{2E0E5F3D-2F14-324E-B282-C2AF3A330455}" destId="{F53BBDCE-5659-6446-91CD-A9CE5309F2A1}" srcOrd="10" destOrd="0" presId="urn:microsoft.com/office/officeart/2008/layout/LinedList"/>
    <dgm:cxn modelId="{6ACCEC77-1F0A-344D-A9DF-58E9D2E077A2}" type="presParOf" srcId="{F53BBDCE-5659-6446-91CD-A9CE5309F2A1}" destId="{B3ED6D8A-AAB8-3A45-94B4-ED4E2D0D4237}" srcOrd="0" destOrd="0" presId="urn:microsoft.com/office/officeart/2008/layout/LinedList"/>
    <dgm:cxn modelId="{E6804538-9432-E449-B345-394562DC69BE}" type="presParOf" srcId="{F53BBDCE-5659-6446-91CD-A9CE5309F2A1}" destId="{080F393C-46B6-DC48-BA52-85B06C8B119C}" srcOrd="1" destOrd="0" presId="urn:microsoft.com/office/officeart/2008/layout/LinedList"/>
    <dgm:cxn modelId="{7D363F9C-7678-B44F-8545-694DE70EFDEE}" type="presParOf" srcId="{F53BBDCE-5659-6446-91CD-A9CE5309F2A1}" destId="{E7815643-B370-1F4B-8D24-9F1583A25E6E}" srcOrd="2" destOrd="0" presId="urn:microsoft.com/office/officeart/2008/layout/LinedList"/>
    <dgm:cxn modelId="{3504404E-41A7-F843-BDC0-BD83DD13B802}" type="presParOf" srcId="{2E0E5F3D-2F14-324E-B282-C2AF3A330455}" destId="{C980CB0D-D030-1540-87CF-0EF30E2225A5}" srcOrd="11" destOrd="0" presId="urn:microsoft.com/office/officeart/2008/layout/LinedList"/>
    <dgm:cxn modelId="{13D1BFE0-8D01-984A-B768-BC944558F470}" type="presParOf" srcId="{2E0E5F3D-2F14-324E-B282-C2AF3A330455}" destId="{C0EA90D7-735B-424A-BBDA-1607849CEAA6}" srcOrd="12" destOrd="0" presId="urn:microsoft.com/office/officeart/2008/layout/LinedList"/>
    <dgm:cxn modelId="{2F6B9AD6-03D1-5744-A41C-7CFDE81DBEBA}" type="presParOf" srcId="{2E0E5F3D-2F14-324E-B282-C2AF3A330455}" destId="{F24EE2BA-11FB-1D4A-8D39-9B676196A0D3}" srcOrd="13" destOrd="0" presId="urn:microsoft.com/office/officeart/2008/layout/LinedList"/>
    <dgm:cxn modelId="{D99C6389-79CA-2646-A92E-8DA052B16E99}" type="presParOf" srcId="{F24EE2BA-11FB-1D4A-8D39-9B676196A0D3}" destId="{4B040B19-37EE-7046-9EFA-33E1DAC509B8}" srcOrd="0" destOrd="0" presId="urn:microsoft.com/office/officeart/2008/layout/LinedList"/>
    <dgm:cxn modelId="{DC0E7C8E-E235-514A-8288-9093F34CD3B1}" type="presParOf" srcId="{F24EE2BA-11FB-1D4A-8D39-9B676196A0D3}" destId="{3C2CBE17-401B-1943-A3C7-7BD9713261A1}" srcOrd="1" destOrd="0" presId="urn:microsoft.com/office/officeart/2008/layout/LinedList"/>
    <dgm:cxn modelId="{ADBC521A-4573-434D-BF50-1950FA8FAFB6}" type="presParOf" srcId="{F24EE2BA-11FB-1D4A-8D39-9B676196A0D3}" destId="{76300D74-16CE-8441-A30F-DF2C172DBB48}" srcOrd="2" destOrd="0" presId="urn:microsoft.com/office/officeart/2008/layout/LinedList"/>
    <dgm:cxn modelId="{06A0C412-306E-954D-BAC4-228E2A173BDE}" type="presParOf" srcId="{2E0E5F3D-2F14-324E-B282-C2AF3A330455}" destId="{3471E277-FB21-E94A-B83E-A71962395771}" srcOrd="14" destOrd="0" presId="urn:microsoft.com/office/officeart/2008/layout/LinedList"/>
    <dgm:cxn modelId="{867E6400-DA3B-4847-A0C8-BE5F003AAF1F}" type="presParOf" srcId="{2E0E5F3D-2F14-324E-B282-C2AF3A330455}" destId="{ADCF9079-1FC3-7A40-B2BE-042899C4FC8E}" srcOrd="15" destOrd="0" presId="urn:microsoft.com/office/officeart/2008/layout/LinedList"/>
    <dgm:cxn modelId="{67B5080C-ECB8-3040-AFAE-22E1A20AF53E}" type="presParOf" srcId="{A698948C-A689-B34A-9A94-34E79918C428}" destId="{9549AB6E-6F82-C04A-B4E8-3FE47AB86720}" srcOrd="6" destOrd="0" presId="urn:microsoft.com/office/officeart/2008/layout/LinedList"/>
    <dgm:cxn modelId="{CED22A86-0E3B-C34A-BF1F-154D1141E27C}" type="presParOf" srcId="{A698948C-A689-B34A-9A94-34E79918C428}" destId="{736EDAFC-8DA7-BB43-A33F-BC3F2F90235E}" srcOrd="7" destOrd="0" presId="urn:microsoft.com/office/officeart/2008/layout/LinedList"/>
    <dgm:cxn modelId="{12B6154D-9EF1-1F4E-8442-FA58945B0701}" type="presParOf" srcId="{736EDAFC-8DA7-BB43-A33F-BC3F2F90235E}" destId="{49021F29-5208-A64D-BBBC-3D02DB9F888B}" srcOrd="0" destOrd="0" presId="urn:microsoft.com/office/officeart/2008/layout/LinedList"/>
    <dgm:cxn modelId="{44042ED8-2B8D-3045-BE28-3EBD4F4FF643}" type="presParOf" srcId="{736EDAFC-8DA7-BB43-A33F-BC3F2F90235E}" destId="{9F75FB86-E1E9-C641-AD5E-FBFD1CD6B3CB}" srcOrd="1" destOrd="0" presId="urn:microsoft.com/office/officeart/2008/layout/LinedList"/>
    <dgm:cxn modelId="{12F13FB4-EC72-5547-A9C3-9510C21D2012}" type="presParOf" srcId="{9F75FB86-E1E9-C641-AD5E-FBFD1CD6B3CB}" destId="{5AADCC34-878D-9346-A6C9-09548C55D695}" srcOrd="0" destOrd="0" presId="urn:microsoft.com/office/officeart/2008/layout/LinedList"/>
    <dgm:cxn modelId="{0E8C3D1F-9AAF-274F-AD37-B24503D84068}" type="presParOf" srcId="{9F75FB86-E1E9-C641-AD5E-FBFD1CD6B3CB}" destId="{DE11CFEF-D4A0-2A44-A5D9-9F6B43093DD6}" srcOrd="1" destOrd="0" presId="urn:microsoft.com/office/officeart/2008/layout/LinedList"/>
    <dgm:cxn modelId="{6B4184F9-E490-454E-9587-1DF32B44BE58}" type="presParOf" srcId="{DE11CFEF-D4A0-2A44-A5D9-9F6B43093DD6}" destId="{52985596-D6FF-A148-9A58-F9214D1922EE}" srcOrd="0" destOrd="0" presId="urn:microsoft.com/office/officeart/2008/layout/LinedList"/>
    <dgm:cxn modelId="{717B5D07-E46C-C04B-8902-41AEADBA9796}" type="presParOf" srcId="{DE11CFEF-D4A0-2A44-A5D9-9F6B43093DD6}" destId="{B157479D-28C6-C843-88E1-667022ACC8BB}" srcOrd="1" destOrd="0" presId="urn:microsoft.com/office/officeart/2008/layout/LinedList"/>
    <dgm:cxn modelId="{B8B43F1B-C8E9-0044-8065-27B601F78B2D}" type="presParOf" srcId="{DE11CFEF-D4A0-2A44-A5D9-9F6B43093DD6}" destId="{5B697CAA-7266-1641-9454-26BCF02D3671}" srcOrd="2" destOrd="0" presId="urn:microsoft.com/office/officeart/2008/layout/LinedList"/>
    <dgm:cxn modelId="{FA6741C2-A560-6045-854E-7CB64B3AC489}" type="presParOf" srcId="{9F75FB86-E1E9-C641-AD5E-FBFD1CD6B3CB}" destId="{DC6B3EF7-B6D4-ED49-9376-00F0831A1272}" srcOrd="2" destOrd="0" presId="urn:microsoft.com/office/officeart/2008/layout/LinedList"/>
    <dgm:cxn modelId="{DB02A15F-1BD8-FC45-A8B9-FE4BD74CE7AB}" type="presParOf" srcId="{9F75FB86-E1E9-C641-AD5E-FBFD1CD6B3CB}" destId="{DA76A0FB-7E0C-364A-A908-33016665595E}" srcOrd="3" destOrd="0" presId="urn:microsoft.com/office/officeart/2008/layout/LinedList"/>
    <dgm:cxn modelId="{6D11FFD0-F0E1-C240-9E78-51C085C8C57D}" type="presParOf" srcId="{9F75FB86-E1E9-C641-AD5E-FBFD1CD6B3CB}" destId="{B603EF2C-4B0F-264B-AAA9-449CEE73A8E9}" srcOrd="4" destOrd="0" presId="urn:microsoft.com/office/officeart/2008/layout/LinedList"/>
    <dgm:cxn modelId="{D8560A20-3312-9144-B688-CC4F0F4959CA}" type="presParOf" srcId="{B603EF2C-4B0F-264B-AAA9-449CEE73A8E9}" destId="{4E82BC47-8D82-2943-ABBD-473ED0B56DF0}" srcOrd="0" destOrd="0" presId="urn:microsoft.com/office/officeart/2008/layout/LinedList"/>
    <dgm:cxn modelId="{7C7E2F13-3E2D-F249-9464-49799AEC1413}" type="presParOf" srcId="{B603EF2C-4B0F-264B-AAA9-449CEE73A8E9}" destId="{516CAB83-5E6A-4043-B142-E55A2937A0C8}" srcOrd="1" destOrd="0" presId="urn:microsoft.com/office/officeart/2008/layout/LinedList"/>
    <dgm:cxn modelId="{E3EE664C-D800-414C-984B-C6C49984132C}" type="presParOf" srcId="{B603EF2C-4B0F-264B-AAA9-449CEE73A8E9}" destId="{50DA711F-E31C-5E42-B544-FE7D54B18322}" srcOrd="2" destOrd="0" presId="urn:microsoft.com/office/officeart/2008/layout/LinedList"/>
    <dgm:cxn modelId="{71BA846F-269B-8245-8E02-DAAEF8A93EFD}" type="presParOf" srcId="{9F75FB86-E1E9-C641-AD5E-FBFD1CD6B3CB}" destId="{88562692-0228-E84C-8185-8001DE136C24}" srcOrd="5" destOrd="0" presId="urn:microsoft.com/office/officeart/2008/layout/LinedList"/>
    <dgm:cxn modelId="{B678A4C6-5CDC-D34C-A8A2-D02126F3646A}" type="presParOf" srcId="{9F75FB86-E1E9-C641-AD5E-FBFD1CD6B3CB}" destId="{9698F71A-2C95-5447-9EE2-7375C6A026A0}" srcOrd="6" destOrd="0" presId="urn:microsoft.com/office/officeart/2008/layout/LinedList"/>
    <dgm:cxn modelId="{A645C8B4-1525-A542-8955-DB8F00FE95DA}" type="presParOf" srcId="{9F75FB86-E1E9-C641-AD5E-FBFD1CD6B3CB}" destId="{9EBC5F45-83F9-6C48-B890-83BFE667D024}" srcOrd="7" destOrd="0" presId="urn:microsoft.com/office/officeart/2008/layout/LinedList"/>
    <dgm:cxn modelId="{76176F8A-A3F5-F541-BE75-B16DD8E85290}" type="presParOf" srcId="{9EBC5F45-83F9-6C48-B890-83BFE667D024}" destId="{A669532D-BAFB-0D46-8D46-6A307F1E2824}" srcOrd="0" destOrd="0" presId="urn:microsoft.com/office/officeart/2008/layout/LinedList"/>
    <dgm:cxn modelId="{1FE820AA-6B10-994C-A958-139F6C0BD110}" type="presParOf" srcId="{9EBC5F45-83F9-6C48-B890-83BFE667D024}" destId="{0EE1E3F8-5A93-854F-83CA-62B5E18180A0}" srcOrd="1" destOrd="0" presId="urn:microsoft.com/office/officeart/2008/layout/LinedList"/>
    <dgm:cxn modelId="{90D5B69D-4EE9-C44F-A683-F29ED5EAAFDF}" type="presParOf" srcId="{9EBC5F45-83F9-6C48-B890-83BFE667D024}" destId="{DDE743C6-51C2-8640-A659-A0EE340D258B}" srcOrd="2" destOrd="0" presId="urn:microsoft.com/office/officeart/2008/layout/LinedList"/>
    <dgm:cxn modelId="{E77192A1-9B02-9E49-ABA6-8506708F82B2}" type="presParOf" srcId="{9F75FB86-E1E9-C641-AD5E-FBFD1CD6B3CB}" destId="{27CFC97C-3F21-A441-B5DD-0329AD7C5012}" srcOrd="8" destOrd="0" presId="urn:microsoft.com/office/officeart/2008/layout/LinedList"/>
    <dgm:cxn modelId="{E62E8FA2-EEFA-D746-98C8-F636D3535678}" type="presParOf" srcId="{9F75FB86-E1E9-C641-AD5E-FBFD1CD6B3CB}" destId="{7552AB4C-6BF9-0343-B17A-766489FA5534}"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EFA040B-5F04-5047-B818-0845611A0223}" type="doc">
      <dgm:prSet loTypeId="urn:microsoft.com/office/officeart/2008/layout/LinedList" loCatId="" qsTypeId="urn:microsoft.com/office/officeart/2005/8/quickstyle/simple1" qsCatId="simple" csTypeId="urn:microsoft.com/office/officeart/2005/8/colors/accent1_2" csCatId="accent1" phldr="1"/>
      <dgm:spPr/>
      <dgm:t>
        <a:bodyPr/>
        <a:lstStyle/>
        <a:p>
          <a:endParaRPr kumimoji="1" lang="ja-JP" altLang="en-US"/>
        </a:p>
      </dgm:t>
    </dgm:pt>
    <dgm:pt modelId="{5839BDBE-CB82-2F41-BD7C-7A4E7E662709}">
      <dgm:prSet custT="1"/>
      <dgm:spPr/>
      <dgm:t>
        <a:bodyPr/>
        <a:lstStyle/>
        <a:p>
          <a:r>
            <a:rPr kumimoji="1" lang="ja-JP" altLang="en-US" sz="2000" b="1"/>
            <a:t>何を推論するか</a:t>
          </a:r>
          <a:endParaRPr lang="ja-JP" altLang="en-US" sz="2000"/>
        </a:p>
      </dgm:t>
    </dgm:pt>
    <dgm:pt modelId="{69B0AB0E-69D5-C147-A932-4C6412DCBE56}" type="parTrans" cxnId="{464ED5F3-67C1-3640-AD4F-0DBF912438D6}">
      <dgm:prSet/>
      <dgm:spPr/>
      <dgm:t>
        <a:bodyPr/>
        <a:lstStyle/>
        <a:p>
          <a:endParaRPr kumimoji="1" lang="ja-JP" altLang="en-US"/>
        </a:p>
      </dgm:t>
    </dgm:pt>
    <dgm:pt modelId="{E8F648DF-7CEB-124D-8309-F6A0768B5692}" type="sibTrans" cxnId="{464ED5F3-67C1-3640-AD4F-0DBF912438D6}">
      <dgm:prSet/>
      <dgm:spPr/>
      <dgm:t>
        <a:bodyPr/>
        <a:lstStyle/>
        <a:p>
          <a:endParaRPr kumimoji="1" lang="ja-JP" altLang="en-US"/>
        </a:p>
      </dgm:t>
    </dgm:pt>
    <dgm:pt modelId="{D83E718A-3442-104D-9EF1-0450ED3721C0}">
      <dgm:prSet/>
      <dgm:spPr/>
      <dgm:t>
        <a:bodyPr/>
        <a:lstStyle/>
        <a:p>
          <a:r>
            <a:rPr kumimoji="1" lang="ja-JP"/>
            <a:t>発話テキストから人格否定・能力否定・脅迫・婉曲的侮辱などを検出し </a:t>
          </a:r>
          <a:r>
            <a:rPr kumimoji="1" lang="en-US" dirty="0"/>
            <a:t>L </a:t>
          </a:r>
          <a:r>
            <a:rPr kumimoji="1" lang="ja-JP"/>
            <a:t>を </a:t>
          </a:r>
          <a:r>
            <a:rPr kumimoji="1" lang="en-US" dirty="0"/>
            <a:t>0〜100 </a:t>
          </a:r>
          <a:r>
            <a:rPr kumimoji="1" lang="ja-JP"/>
            <a:t>で表現</a:t>
          </a:r>
          <a:endParaRPr lang="ja-JP"/>
        </a:p>
      </dgm:t>
    </dgm:pt>
    <dgm:pt modelId="{185E5DA6-6C28-1B41-9FA2-23F7F5690B9E}" type="parTrans" cxnId="{9851E392-0A2B-234C-901C-95D543D9B26A}">
      <dgm:prSet/>
      <dgm:spPr/>
      <dgm:t>
        <a:bodyPr/>
        <a:lstStyle/>
        <a:p>
          <a:endParaRPr kumimoji="1" lang="ja-JP" altLang="en-US"/>
        </a:p>
      </dgm:t>
    </dgm:pt>
    <dgm:pt modelId="{6DDF61AA-30DC-F946-B4FF-4EB718B21CD4}" type="sibTrans" cxnId="{9851E392-0A2B-234C-901C-95D543D9B26A}">
      <dgm:prSet/>
      <dgm:spPr/>
      <dgm:t>
        <a:bodyPr/>
        <a:lstStyle/>
        <a:p>
          <a:endParaRPr kumimoji="1" lang="ja-JP" altLang="en-US"/>
        </a:p>
      </dgm:t>
    </dgm:pt>
    <dgm:pt modelId="{30061EBF-47A3-1846-A8E5-5B2DED7FF74C}">
      <dgm:prSet/>
      <dgm:spPr/>
      <dgm:t>
        <a:bodyPr/>
        <a:lstStyle/>
        <a:p>
          <a:r>
            <a:rPr kumimoji="1" lang="ja-JP"/>
            <a:t>「個人攻撃（</a:t>
          </a:r>
          <a:r>
            <a:rPr kumimoji="1" lang="en-US" dirty="0"/>
            <a:t>Targeting</a:t>
          </a:r>
          <a:r>
            <a:rPr kumimoji="1" lang="ja-JP"/>
            <a:t>）」判定を行い、個人宛の攻撃は重み増し</a:t>
          </a:r>
          <a:endParaRPr lang="ja-JP"/>
        </a:p>
      </dgm:t>
    </dgm:pt>
    <dgm:pt modelId="{8B078D1D-9247-874A-BE47-A2E369AEE246}" type="parTrans" cxnId="{A0E13EF5-7ACE-FC46-ACD5-074237ECABF5}">
      <dgm:prSet/>
      <dgm:spPr/>
      <dgm:t>
        <a:bodyPr/>
        <a:lstStyle/>
        <a:p>
          <a:endParaRPr kumimoji="1" lang="ja-JP" altLang="en-US"/>
        </a:p>
      </dgm:t>
    </dgm:pt>
    <dgm:pt modelId="{0EF5D112-702B-984F-AD57-77AC0276D102}" type="sibTrans" cxnId="{A0E13EF5-7ACE-FC46-ACD5-074237ECABF5}">
      <dgm:prSet/>
      <dgm:spPr/>
      <dgm:t>
        <a:bodyPr/>
        <a:lstStyle/>
        <a:p>
          <a:endParaRPr kumimoji="1" lang="ja-JP" altLang="en-US"/>
        </a:p>
      </dgm:t>
    </dgm:pt>
    <dgm:pt modelId="{6755D4F0-F211-AA46-895E-877D3DFF9636}">
      <dgm:prSet custT="1"/>
      <dgm:spPr/>
      <dgm:t>
        <a:bodyPr/>
        <a:lstStyle/>
        <a:p>
          <a:r>
            <a:rPr kumimoji="1" lang="ja-JP" altLang="en-US" sz="2000" b="1"/>
            <a:t>技術的困難</a:t>
          </a:r>
          <a:endParaRPr lang="ja-JP" altLang="en-US" sz="2000"/>
        </a:p>
      </dgm:t>
    </dgm:pt>
    <dgm:pt modelId="{98DD0E62-EDCE-6948-9924-4977F4FC726D}" type="parTrans" cxnId="{4A6103C7-F1F8-7046-A049-670AF46459D4}">
      <dgm:prSet/>
      <dgm:spPr/>
      <dgm:t>
        <a:bodyPr/>
        <a:lstStyle/>
        <a:p>
          <a:endParaRPr kumimoji="1" lang="ja-JP" altLang="en-US"/>
        </a:p>
      </dgm:t>
    </dgm:pt>
    <dgm:pt modelId="{7C8FEE9C-CF45-6948-920F-830C7C7F6D75}" type="sibTrans" cxnId="{4A6103C7-F1F8-7046-A049-670AF46459D4}">
      <dgm:prSet/>
      <dgm:spPr/>
      <dgm:t>
        <a:bodyPr/>
        <a:lstStyle/>
        <a:p>
          <a:endParaRPr kumimoji="1" lang="ja-JP" altLang="en-US"/>
        </a:p>
      </dgm:t>
    </dgm:pt>
    <dgm:pt modelId="{9A493B58-033F-E74E-9D01-501E82CC4C32}">
      <dgm:prSet/>
      <dgm:spPr/>
      <dgm:t>
        <a:bodyPr/>
        <a:lstStyle/>
        <a:p>
          <a:r>
            <a:rPr kumimoji="1" lang="ja-JP"/>
            <a:t>日本語特有の婉曲表現・敬語表現に潜む攻撃性を検出するのが困難</a:t>
          </a:r>
          <a:endParaRPr lang="ja-JP"/>
        </a:p>
      </dgm:t>
    </dgm:pt>
    <dgm:pt modelId="{778B079A-72BE-8940-B348-D74E7FF8560B}" type="parTrans" cxnId="{1ADE50B0-B60E-D143-AA3C-B9A7B2C5FD38}">
      <dgm:prSet/>
      <dgm:spPr/>
      <dgm:t>
        <a:bodyPr/>
        <a:lstStyle/>
        <a:p>
          <a:endParaRPr kumimoji="1" lang="ja-JP" altLang="en-US"/>
        </a:p>
      </dgm:t>
    </dgm:pt>
    <dgm:pt modelId="{9BB962E3-0B2F-764E-AE11-7FE5E3E4E920}" type="sibTrans" cxnId="{1ADE50B0-B60E-D143-AA3C-B9A7B2C5FD38}">
      <dgm:prSet/>
      <dgm:spPr/>
      <dgm:t>
        <a:bodyPr/>
        <a:lstStyle/>
        <a:p>
          <a:endParaRPr kumimoji="1" lang="ja-JP" altLang="en-US"/>
        </a:p>
      </dgm:t>
    </dgm:pt>
    <dgm:pt modelId="{BA436574-B059-5C4B-83A6-138315CD7F4C}">
      <dgm:prSet/>
      <dgm:spPr/>
      <dgm:t>
        <a:bodyPr/>
        <a:lstStyle/>
        <a:p>
          <a:r>
            <a:rPr kumimoji="1" lang="ja-JP"/>
            <a:t>専門家間で「人格否定」のラベリングが割れやすく教師データの安定性が低い</a:t>
          </a:r>
          <a:endParaRPr lang="ja-JP"/>
        </a:p>
      </dgm:t>
    </dgm:pt>
    <dgm:pt modelId="{3F98109F-15E3-814F-AB44-953D31A5ED59}" type="parTrans" cxnId="{519A6A26-E75F-E04F-AB7D-8C7C2C6243F0}">
      <dgm:prSet/>
      <dgm:spPr/>
      <dgm:t>
        <a:bodyPr/>
        <a:lstStyle/>
        <a:p>
          <a:endParaRPr kumimoji="1" lang="ja-JP" altLang="en-US"/>
        </a:p>
      </dgm:t>
    </dgm:pt>
    <dgm:pt modelId="{ED034D09-B217-8241-9C38-79C9274D401B}" type="sibTrans" cxnId="{519A6A26-E75F-E04F-AB7D-8C7C2C6243F0}">
      <dgm:prSet/>
      <dgm:spPr/>
      <dgm:t>
        <a:bodyPr/>
        <a:lstStyle/>
        <a:p>
          <a:endParaRPr kumimoji="1" lang="ja-JP" altLang="en-US"/>
        </a:p>
      </dgm:t>
    </dgm:pt>
    <dgm:pt modelId="{9C51F24C-9E3E-AA46-9186-14FC478AAE6D}">
      <dgm:prSet/>
      <dgm:spPr/>
      <dgm:t>
        <a:bodyPr/>
        <a:lstStyle/>
        <a:p>
          <a:r>
            <a:rPr kumimoji="1" lang="ja-JP"/>
            <a:t>一般的な </a:t>
          </a:r>
          <a:r>
            <a:rPr kumimoji="1" lang="en-US" dirty="0"/>
            <a:t>Toxicity </a:t>
          </a:r>
          <a:r>
            <a:rPr kumimoji="1" lang="ja-JP"/>
            <a:t>モデルは英語中心・データ分布が異なるため転用できない</a:t>
          </a:r>
          <a:endParaRPr lang="ja-JP"/>
        </a:p>
      </dgm:t>
    </dgm:pt>
    <dgm:pt modelId="{8FE95F71-9C15-114B-B217-14D591F03650}" type="parTrans" cxnId="{7C3068D9-017E-2249-9F4B-CB6BDA2855BC}">
      <dgm:prSet/>
      <dgm:spPr/>
      <dgm:t>
        <a:bodyPr/>
        <a:lstStyle/>
        <a:p>
          <a:endParaRPr kumimoji="1" lang="ja-JP" altLang="en-US"/>
        </a:p>
      </dgm:t>
    </dgm:pt>
    <dgm:pt modelId="{C07AD417-2486-2F44-879C-A8CF70795C4D}" type="sibTrans" cxnId="{7C3068D9-017E-2249-9F4B-CB6BDA2855BC}">
      <dgm:prSet/>
      <dgm:spPr/>
      <dgm:t>
        <a:bodyPr/>
        <a:lstStyle/>
        <a:p>
          <a:endParaRPr kumimoji="1" lang="ja-JP" altLang="en-US"/>
        </a:p>
      </dgm:t>
    </dgm:pt>
    <dgm:pt modelId="{B7C002B4-4471-D942-ABB9-AC85A69CDB1F}">
      <dgm:prSet custT="1"/>
      <dgm:spPr/>
      <dgm:t>
        <a:bodyPr/>
        <a:lstStyle/>
        <a:p>
          <a:r>
            <a:rPr kumimoji="1" lang="ja-JP" altLang="en-US" sz="2000" b="1"/>
            <a:t>克服方法</a:t>
          </a:r>
          <a:endParaRPr kumimoji="1" lang="en-US" altLang="ja-JP" sz="2000" b="1" dirty="0"/>
        </a:p>
        <a:p>
          <a:r>
            <a:rPr kumimoji="1" lang="ja-JP" altLang="en-US" sz="2000" b="1"/>
            <a:t>（工夫）</a:t>
          </a:r>
          <a:endParaRPr lang="ja-JP" altLang="en-US" sz="2000"/>
        </a:p>
      </dgm:t>
    </dgm:pt>
    <dgm:pt modelId="{4AEDDD04-7BB2-F14A-8B79-71394902AAFB}" type="parTrans" cxnId="{CEC715F7-E53E-6046-8043-2D7BB89B8FF8}">
      <dgm:prSet/>
      <dgm:spPr/>
      <dgm:t>
        <a:bodyPr/>
        <a:lstStyle/>
        <a:p>
          <a:endParaRPr kumimoji="1" lang="ja-JP" altLang="en-US"/>
        </a:p>
      </dgm:t>
    </dgm:pt>
    <dgm:pt modelId="{73B0D79C-E709-4646-A71B-E3EB3D8360B5}" type="sibTrans" cxnId="{CEC715F7-E53E-6046-8043-2D7BB89B8FF8}">
      <dgm:prSet/>
      <dgm:spPr/>
      <dgm:t>
        <a:bodyPr/>
        <a:lstStyle/>
        <a:p>
          <a:endParaRPr kumimoji="1" lang="ja-JP" altLang="en-US"/>
        </a:p>
      </dgm:t>
    </dgm:pt>
    <dgm:pt modelId="{D462F20D-CDA8-254C-A2C3-DDF1825D8B08}">
      <dgm:prSet/>
      <dgm:spPr/>
      <dgm:t>
        <a:bodyPr/>
        <a:lstStyle/>
        <a:p>
          <a:r>
            <a:rPr kumimoji="1" lang="ja-JP"/>
            <a:t>日本語ハラスメント特化コーパスを収集・整備（</a:t>
          </a:r>
          <a:r>
            <a:rPr kumimoji="1" lang="en-US" dirty="0"/>
            <a:t>SNS</a:t>
          </a:r>
          <a:r>
            <a:rPr kumimoji="1" lang="ja-JP"/>
            <a:t>匿名化データ </a:t>
          </a:r>
          <a:r>
            <a:rPr kumimoji="1" lang="en-US" dirty="0"/>
            <a:t>+ </a:t>
          </a:r>
          <a:r>
            <a:rPr kumimoji="1" lang="ja-JP"/>
            <a:t>シミュレーション対話 </a:t>
          </a:r>
          <a:r>
            <a:rPr kumimoji="1" lang="en-US" dirty="0"/>
            <a:t>+ </a:t>
          </a:r>
          <a:r>
            <a:rPr kumimoji="1" lang="ja-JP"/>
            <a:t>判例要旨の抽出）</a:t>
          </a:r>
          <a:endParaRPr lang="ja-JP"/>
        </a:p>
      </dgm:t>
    </dgm:pt>
    <dgm:pt modelId="{F0E6DCC2-60BA-B442-B603-E84B418C0098}" type="parTrans" cxnId="{81940304-1B78-2945-8FBC-E98C47893E3E}">
      <dgm:prSet/>
      <dgm:spPr/>
      <dgm:t>
        <a:bodyPr/>
        <a:lstStyle/>
        <a:p>
          <a:endParaRPr kumimoji="1" lang="ja-JP" altLang="en-US"/>
        </a:p>
      </dgm:t>
    </dgm:pt>
    <dgm:pt modelId="{AA6AB31A-8F44-7247-8F52-BDA0D5F3154D}" type="sibTrans" cxnId="{81940304-1B78-2945-8FBC-E98C47893E3E}">
      <dgm:prSet/>
      <dgm:spPr/>
      <dgm:t>
        <a:bodyPr/>
        <a:lstStyle/>
        <a:p>
          <a:endParaRPr kumimoji="1" lang="ja-JP" altLang="en-US"/>
        </a:p>
      </dgm:t>
    </dgm:pt>
    <dgm:pt modelId="{565ADEE9-BF7D-3542-959B-5B89EB1E1F5A}">
      <dgm:prSet/>
      <dgm:spPr/>
      <dgm:t>
        <a:bodyPr/>
        <a:lstStyle/>
        <a:p>
          <a:r>
            <a:rPr kumimoji="1" lang="ja-JP"/>
            <a:t>心理士＋弁護士による二層アノテーションで高品質ラベル（</a:t>
          </a:r>
          <a:r>
            <a:rPr kumimoji="1" lang="en-US" dirty="0"/>
            <a:t>Cohen’s </a:t>
          </a:r>
          <a:r>
            <a:rPr kumimoji="1" lang="el-GR" dirty="0"/>
            <a:t>κ </a:t>
          </a:r>
          <a:r>
            <a:rPr kumimoji="1" lang="ja-JP"/>
            <a:t>を計測し低一致ラベルは除外）</a:t>
          </a:r>
          <a:endParaRPr lang="ja-JP"/>
        </a:p>
      </dgm:t>
    </dgm:pt>
    <dgm:pt modelId="{4A92C369-3758-FB48-8D96-0F3AA6CD285B}" type="parTrans" cxnId="{B3613479-6ABF-774B-B49A-E8C3602B634B}">
      <dgm:prSet/>
      <dgm:spPr/>
      <dgm:t>
        <a:bodyPr/>
        <a:lstStyle/>
        <a:p>
          <a:endParaRPr kumimoji="1" lang="ja-JP" altLang="en-US"/>
        </a:p>
      </dgm:t>
    </dgm:pt>
    <dgm:pt modelId="{15B9156D-31B7-FB42-842D-C88FCF537F3E}" type="sibTrans" cxnId="{B3613479-6ABF-774B-B49A-E8C3602B634B}">
      <dgm:prSet/>
      <dgm:spPr/>
      <dgm:t>
        <a:bodyPr/>
        <a:lstStyle/>
        <a:p>
          <a:endParaRPr kumimoji="1" lang="ja-JP" altLang="en-US"/>
        </a:p>
      </dgm:t>
    </dgm:pt>
    <dgm:pt modelId="{42701B7C-2645-F548-948D-99980D1B562C}">
      <dgm:prSet/>
      <dgm:spPr/>
      <dgm:t>
        <a:bodyPr/>
        <a:lstStyle/>
        <a:p>
          <a:r>
            <a:rPr kumimoji="1" lang="en-US" dirty="0"/>
            <a:t>Lexicon</a:t>
          </a:r>
          <a:r>
            <a:rPr kumimoji="1" lang="ja-JP"/>
            <a:t>（攻撃語）＋</a:t>
          </a:r>
          <a:r>
            <a:rPr kumimoji="1" lang="en-US" dirty="0"/>
            <a:t>Transformer</a:t>
          </a:r>
          <a:r>
            <a:rPr kumimoji="1" lang="ja-JP"/>
            <a:t>（文脈判定）のハイブリッドモデル（</a:t>
          </a:r>
          <a:r>
            <a:rPr kumimoji="1" lang="en-US" dirty="0" err="1"/>
            <a:t>DeBERTa</a:t>
          </a:r>
          <a:r>
            <a:rPr kumimoji="1" lang="en-US" dirty="0"/>
            <a:t>/Cl-</a:t>
          </a:r>
          <a:r>
            <a:rPr kumimoji="1" lang="en-US" dirty="0" err="1"/>
            <a:t>tohoku</a:t>
          </a:r>
          <a:r>
            <a:rPr kumimoji="1" lang="ja-JP"/>
            <a:t>）をドメイン適応微調整</a:t>
          </a:r>
          <a:endParaRPr lang="ja-JP"/>
        </a:p>
      </dgm:t>
    </dgm:pt>
    <dgm:pt modelId="{39AE46D4-73AC-BA4E-94C2-0814AA44EFEA}" type="parTrans" cxnId="{BAA4AF72-1327-474D-A1C2-D1600970EC7A}">
      <dgm:prSet/>
      <dgm:spPr/>
      <dgm:t>
        <a:bodyPr/>
        <a:lstStyle/>
        <a:p>
          <a:endParaRPr kumimoji="1" lang="ja-JP" altLang="en-US"/>
        </a:p>
      </dgm:t>
    </dgm:pt>
    <dgm:pt modelId="{E70161E7-D50C-E64D-A87C-A1531AEAAB4D}" type="sibTrans" cxnId="{BAA4AF72-1327-474D-A1C2-D1600970EC7A}">
      <dgm:prSet/>
      <dgm:spPr/>
      <dgm:t>
        <a:bodyPr/>
        <a:lstStyle/>
        <a:p>
          <a:endParaRPr kumimoji="1" lang="ja-JP" altLang="en-US"/>
        </a:p>
      </dgm:t>
    </dgm:pt>
    <dgm:pt modelId="{1396EAA5-BB3A-2844-B9D3-8ED15A5D7A2E}">
      <dgm:prSet/>
      <dgm:spPr/>
      <dgm:t>
        <a:bodyPr/>
        <a:lstStyle/>
        <a:p>
          <a:r>
            <a:rPr kumimoji="1" lang="ja-JP"/>
            <a:t>依存構造解析で攻撃構文パターンを抽出しルールベースで補正（</a:t>
          </a:r>
          <a:r>
            <a:rPr kumimoji="1" lang="en-US" dirty="0"/>
            <a:t>Targeting</a:t>
          </a:r>
          <a:r>
            <a:rPr kumimoji="1" lang="ja-JP"/>
            <a:t>判定に利用）</a:t>
          </a:r>
          <a:endParaRPr lang="ja-JP"/>
        </a:p>
      </dgm:t>
    </dgm:pt>
    <dgm:pt modelId="{877CADB8-616D-D749-BF7B-58C2E52BB5B3}" type="parTrans" cxnId="{D15C7754-8A52-F944-91B0-58A2080D5263}">
      <dgm:prSet/>
      <dgm:spPr/>
      <dgm:t>
        <a:bodyPr/>
        <a:lstStyle/>
        <a:p>
          <a:endParaRPr kumimoji="1" lang="ja-JP" altLang="en-US"/>
        </a:p>
      </dgm:t>
    </dgm:pt>
    <dgm:pt modelId="{D9FD2654-C1C9-AC40-BFE3-393ACF9ED1CD}" type="sibTrans" cxnId="{D15C7754-8A52-F944-91B0-58A2080D5263}">
      <dgm:prSet/>
      <dgm:spPr/>
      <dgm:t>
        <a:bodyPr/>
        <a:lstStyle/>
        <a:p>
          <a:endParaRPr kumimoji="1" lang="ja-JP" altLang="en-US"/>
        </a:p>
      </dgm:t>
    </dgm:pt>
    <dgm:pt modelId="{EF6481C0-312C-C841-A968-0E54323CDA56}">
      <dgm:prSet/>
      <dgm:spPr/>
      <dgm:t>
        <a:bodyPr/>
        <a:lstStyle/>
        <a:p>
          <a:r>
            <a:rPr kumimoji="1" lang="ja-JP"/>
            <a:t>データ不均衡に対しリサンプリング・コスト敏感学習・</a:t>
          </a:r>
          <a:r>
            <a:rPr kumimoji="1" lang="en-US" dirty="0"/>
            <a:t>Hard-example mining </a:t>
          </a:r>
          <a:r>
            <a:rPr kumimoji="1" lang="ja-JP"/>
            <a:t>を併用</a:t>
          </a:r>
          <a:endParaRPr lang="ja-JP"/>
        </a:p>
      </dgm:t>
    </dgm:pt>
    <dgm:pt modelId="{C33B6AAD-3E01-9040-BF6B-6D324177A010}" type="parTrans" cxnId="{B7FD28A9-1599-504F-AB4F-12701D785EED}">
      <dgm:prSet/>
      <dgm:spPr/>
      <dgm:t>
        <a:bodyPr/>
        <a:lstStyle/>
        <a:p>
          <a:endParaRPr kumimoji="1" lang="ja-JP" altLang="en-US"/>
        </a:p>
      </dgm:t>
    </dgm:pt>
    <dgm:pt modelId="{A95E1C93-8C48-0347-8EDD-2049E743C398}" type="sibTrans" cxnId="{B7FD28A9-1599-504F-AB4F-12701D785EED}">
      <dgm:prSet/>
      <dgm:spPr/>
      <dgm:t>
        <a:bodyPr/>
        <a:lstStyle/>
        <a:p>
          <a:endParaRPr kumimoji="1" lang="ja-JP" altLang="en-US"/>
        </a:p>
      </dgm:t>
    </dgm:pt>
    <dgm:pt modelId="{F7A003DD-B936-5043-A8B7-55E812FC1DC2}">
      <dgm:prSet custT="1"/>
      <dgm:spPr/>
      <dgm:t>
        <a:bodyPr/>
        <a:lstStyle/>
        <a:p>
          <a:r>
            <a:rPr kumimoji="1" lang="ja-JP" sz="2000" b="1"/>
            <a:t>期待成果 </a:t>
          </a:r>
          <a:r>
            <a:rPr kumimoji="1" lang="en-US" sz="2000" b="1" dirty="0"/>
            <a:t>&amp; </a:t>
          </a:r>
          <a:r>
            <a:rPr kumimoji="1" lang="ja-JP" sz="2000" b="1"/>
            <a:t>評価指標</a:t>
          </a:r>
          <a:endParaRPr lang="ja-JP" sz="2000"/>
        </a:p>
      </dgm:t>
    </dgm:pt>
    <dgm:pt modelId="{ACB073C4-5CAF-A547-B706-A8939A1309AC}" type="parTrans" cxnId="{A1DE3EA0-D643-E647-B32A-08DB8503EAE0}">
      <dgm:prSet/>
      <dgm:spPr/>
      <dgm:t>
        <a:bodyPr/>
        <a:lstStyle/>
        <a:p>
          <a:endParaRPr kumimoji="1" lang="ja-JP" altLang="en-US"/>
        </a:p>
      </dgm:t>
    </dgm:pt>
    <dgm:pt modelId="{85F5077C-F6A0-FB46-B2E8-906DDE6F5040}" type="sibTrans" cxnId="{A1DE3EA0-D643-E647-B32A-08DB8503EAE0}">
      <dgm:prSet/>
      <dgm:spPr/>
      <dgm:t>
        <a:bodyPr/>
        <a:lstStyle/>
        <a:p>
          <a:endParaRPr kumimoji="1" lang="ja-JP" altLang="en-US"/>
        </a:p>
      </dgm:t>
    </dgm:pt>
    <dgm:pt modelId="{BDAC02CB-45A3-9443-B4FC-723B9795A701}">
      <dgm:prSet/>
      <dgm:spPr/>
      <dgm:t>
        <a:bodyPr/>
        <a:lstStyle/>
        <a:p>
          <a:r>
            <a:rPr kumimoji="1" lang="ja-JP"/>
            <a:t>文脈的攻撃性検出 </a:t>
          </a:r>
          <a:r>
            <a:rPr kumimoji="1" lang="en-US" dirty="0"/>
            <a:t>F1 ≥ 0.75(</a:t>
          </a:r>
          <a:r>
            <a:rPr kumimoji="1" lang="en-US" dirty="0" err="1"/>
            <a:t>最重要</a:t>
          </a:r>
          <a:r>
            <a:rPr kumimoji="1" lang="en-US" dirty="0"/>
            <a:t>)</a:t>
          </a:r>
          <a:endParaRPr lang="ja-JP"/>
        </a:p>
      </dgm:t>
    </dgm:pt>
    <dgm:pt modelId="{16F97E6B-8D1D-C748-BFF3-DA11E3DA7242}" type="parTrans" cxnId="{D866D261-2D1E-FC48-9BE1-1F0C85B5BCBD}">
      <dgm:prSet/>
      <dgm:spPr/>
      <dgm:t>
        <a:bodyPr/>
        <a:lstStyle/>
        <a:p>
          <a:endParaRPr kumimoji="1" lang="ja-JP" altLang="en-US"/>
        </a:p>
      </dgm:t>
    </dgm:pt>
    <dgm:pt modelId="{AA027312-D56A-984A-8D35-E622F894613E}" type="sibTrans" cxnId="{D866D261-2D1E-FC48-9BE1-1F0C85B5BCBD}">
      <dgm:prSet/>
      <dgm:spPr/>
      <dgm:t>
        <a:bodyPr/>
        <a:lstStyle/>
        <a:p>
          <a:endParaRPr kumimoji="1" lang="ja-JP" altLang="en-US"/>
        </a:p>
      </dgm:t>
    </dgm:pt>
    <dgm:pt modelId="{5F5648FA-8C04-344B-89C0-C2CE2EDC91EC}">
      <dgm:prSet/>
      <dgm:spPr/>
      <dgm:t>
        <a:bodyPr/>
        <a:lstStyle/>
        <a:p>
          <a:r>
            <a:rPr kumimoji="1" lang="ja-JP"/>
            <a:t>人格否定判定の </a:t>
          </a:r>
          <a:r>
            <a:rPr kumimoji="1" lang="en-US" dirty="0"/>
            <a:t>Cohen’s </a:t>
          </a:r>
          <a:r>
            <a:rPr kumimoji="1" lang="el-GR" dirty="0"/>
            <a:t>κ ≥ 0.6</a:t>
          </a:r>
          <a:r>
            <a:rPr kumimoji="1" lang="ja-JP"/>
            <a:t>（専門家一致</a:t>
          </a:r>
          <a:r>
            <a:rPr kumimoji="1" lang="ja-JP" altLang="en-US"/>
            <a:t>、推奨</a:t>
          </a:r>
          <a:r>
            <a:rPr kumimoji="1" lang="ja-JP"/>
            <a:t>）</a:t>
          </a:r>
          <a:endParaRPr lang="ja-JP"/>
        </a:p>
      </dgm:t>
    </dgm:pt>
    <dgm:pt modelId="{BF72921A-E941-FA48-9330-CDD44B0B6FBD}" type="parTrans" cxnId="{92CF8FE0-6116-3041-B49A-E587F4CC6D61}">
      <dgm:prSet/>
      <dgm:spPr/>
      <dgm:t>
        <a:bodyPr/>
        <a:lstStyle/>
        <a:p>
          <a:endParaRPr kumimoji="1" lang="ja-JP" altLang="en-US"/>
        </a:p>
      </dgm:t>
    </dgm:pt>
    <dgm:pt modelId="{16F36A91-552B-C948-82AD-07C2DA53B3AA}" type="sibTrans" cxnId="{92CF8FE0-6116-3041-B49A-E587F4CC6D61}">
      <dgm:prSet/>
      <dgm:spPr/>
      <dgm:t>
        <a:bodyPr/>
        <a:lstStyle/>
        <a:p>
          <a:endParaRPr kumimoji="1" lang="ja-JP" altLang="en-US"/>
        </a:p>
      </dgm:t>
    </dgm:pt>
    <dgm:pt modelId="{A0E53BAC-AB46-A94A-9C93-43A2ABBB4967}">
      <dgm:prSet/>
      <dgm:spPr/>
      <dgm:t>
        <a:bodyPr/>
        <a:lstStyle/>
        <a:p>
          <a:r>
            <a:rPr kumimoji="1" lang="en-US" dirty="0"/>
            <a:t>Targeting</a:t>
          </a:r>
          <a:r>
            <a:rPr kumimoji="1" lang="ja-JP"/>
            <a:t>（個人攻撃）判定 </a:t>
          </a:r>
          <a:r>
            <a:rPr kumimoji="1" lang="en-US" dirty="0"/>
            <a:t>Accuracy ≥ 0.8(</a:t>
          </a:r>
          <a:r>
            <a:rPr kumimoji="1" lang="en-US" dirty="0" err="1"/>
            <a:t>成功率は指標にならない可能性有り</a:t>
          </a:r>
          <a:r>
            <a:rPr kumimoji="1" lang="en-US" dirty="0"/>
            <a:t>)</a:t>
          </a:r>
          <a:endParaRPr lang="ja-JP"/>
        </a:p>
      </dgm:t>
    </dgm:pt>
    <dgm:pt modelId="{87B32F09-8C76-5840-B96E-F957C808D39A}" type="parTrans" cxnId="{0ED9202F-5DA9-944F-BFB3-DE30A075E121}">
      <dgm:prSet/>
      <dgm:spPr/>
      <dgm:t>
        <a:bodyPr/>
        <a:lstStyle/>
        <a:p>
          <a:endParaRPr kumimoji="1" lang="ja-JP" altLang="en-US"/>
        </a:p>
      </dgm:t>
    </dgm:pt>
    <dgm:pt modelId="{5E45A656-FD59-8642-8833-8DD49A94672C}" type="sibTrans" cxnId="{0ED9202F-5DA9-944F-BFB3-DE30A075E121}">
      <dgm:prSet/>
      <dgm:spPr/>
      <dgm:t>
        <a:bodyPr/>
        <a:lstStyle/>
        <a:p>
          <a:endParaRPr kumimoji="1" lang="ja-JP" altLang="en-US"/>
        </a:p>
      </dgm:t>
    </dgm:pt>
    <dgm:pt modelId="{0C437B0D-BEED-B647-9882-0BC4927EF31F}">
      <dgm:prSet/>
      <dgm:spPr/>
      <dgm:t>
        <a:bodyPr/>
        <a:lstStyle/>
        <a:p>
          <a:r>
            <a:rPr kumimoji="1" lang="en-US" dirty="0"/>
            <a:t>L </a:t>
          </a:r>
          <a:r>
            <a:rPr kumimoji="1" lang="ja-JP"/>
            <a:t>スコアと心理士評価の </a:t>
          </a:r>
          <a:r>
            <a:rPr kumimoji="1" lang="en-US" dirty="0"/>
            <a:t>Spearman </a:t>
          </a:r>
          <a:r>
            <a:rPr kumimoji="1" lang="el-GR" dirty="0"/>
            <a:t>ρ ≥ 0.7</a:t>
          </a:r>
          <a:endParaRPr lang="ja-JP"/>
        </a:p>
      </dgm:t>
    </dgm:pt>
    <dgm:pt modelId="{8E648E20-472E-BE4A-A19F-D682CD2A2527}" type="parTrans" cxnId="{9E4C5FC8-4975-034A-8E52-4016F547249A}">
      <dgm:prSet/>
      <dgm:spPr/>
      <dgm:t>
        <a:bodyPr/>
        <a:lstStyle/>
        <a:p>
          <a:endParaRPr kumimoji="1" lang="ja-JP" altLang="en-US"/>
        </a:p>
      </dgm:t>
    </dgm:pt>
    <dgm:pt modelId="{CC00DBC2-F9DA-E046-978B-CE78B912C062}" type="sibTrans" cxnId="{9E4C5FC8-4975-034A-8E52-4016F547249A}">
      <dgm:prSet/>
      <dgm:spPr/>
      <dgm:t>
        <a:bodyPr/>
        <a:lstStyle/>
        <a:p>
          <a:endParaRPr kumimoji="1" lang="ja-JP" altLang="en-US"/>
        </a:p>
      </dgm:t>
    </dgm:pt>
    <dgm:pt modelId="{B899B421-6C3A-304E-86AD-B01BC9E1A97E}" type="pres">
      <dgm:prSet presAssocID="{EEFA040B-5F04-5047-B818-0845611A0223}" presName="vert0" presStyleCnt="0">
        <dgm:presLayoutVars>
          <dgm:dir/>
          <dgm:animOne val="branch"/>
          <dgm:animLvl val="lvl"/>
        </dgm:presLayoutVars>
      </dgm:prSet>
      <dgm:spPr/>
    </dgm:pt>
    <dgm:pt modelId="{B8988D45-50DD-2C4D-B48B-6DD2D18706AA}" type="pres">
      <dgm:prSet presAssocID="{5839BDBE-CB82-2F41-BD7C-7A4E7E662709}" presName="thickLine" presStyleLbl="alignNode1" presStyleIdx="0" presStyleCnt="4"/>
      <dgm:spPr/>
    </dgm:pt>
    <dgm:pt modelId="{32EA0593-A167-BC4A-87A6-05C75ED8B362}" type="pres">
      <dgm:prSet presAssocID="{5839BDBE-CB82-2F41-BD7C-7A4E7E662709}" presName="horz1" presStyleCnt="0"/>
      <dgm:spPr/>
    </dgm:pt>
    <dgm:pt modelId="{9C826FED-9E5C-524A-ADC0-C3013D6BDB75}" type="pres">
      <dgm:prSet presAssocID="{5839BDBE-CB82-2F41-BD7C-7A4E7E662709}" presName="tx1" presStyleLbl="revTx" presStyleIdx="0" presStyleCnt="18"/>
      <dgm:spPr/>
    </dgm:pt>
    <dgm:pt modelId="{1737BE1C-A356-E941-802F-B5606FB55F0E}" type="pres">
      <dgm:prSet presAssocID="{5839BDBE-CB82-2F41-BD7C-7A4E7E662709}" presName="vert1" presStyleCnt="0"/>
      <dgm:spPr/>
    </dgm:pt>
    <dgm:pt modelId="{0802D45D-233A-8143-89C8-97EC8227A6C6}" type="pres">
      <dgm:prSet presAssocID="{D83E718A-3442-104D-9EF1-0450ED3721C0}" presName="vertSpace2a" presStyleCnt="0"/>
      <dgm:spPr/>
    </dgm:pt>
    <dgm:pt modelId="{A83B9294-8878-6146-9F3C-C9FE9C8E770A}" type="pres">
      <dgm:prSet presAssocID="{D83E718A-3442-104D-9EF1-0450ED3721C0}" presName="horz2" presStyleCnt="0"/>
      <dgm:spPr/>
    </dgm:pt>
    <dgm:pt modelId="{9C32E699-6B4A-DC42-8E9F-9E28BC5961F3}" type="pres">
      <dgm:prSet presAssocID="{D83E718A-3442-104D-9EF1-0450ED3721C0}" presName="horzSpace2" presStyleCnt="0"/>
      <dgm:spPr/>
    </dgm:pt>
    <dgm:pt modelId="{E385E837-78B5-2B43-9603-613F40625DA1}" type="pres">
      <dgm:prSet presAssocID="{D83E718A-3442-104D-9EF1-0450ED3721C0}" presName="tx2" presStyleLbl="revTx" presStyleIdx="1" presStyleCnt="18"/>
      <dgm:spPr/>
    </dgm:pt>
    <dgm:pt modelId="{2FD3129F-EF37-4C46-A3A9-4324A6DC401E}" type="pres">
      <dgm:prSet presAssocID="{D83E718A-3442-104D-9EF1-0450ED3721C0}" presName="vert2" presStyleCnt="0"/>
      <dgm:spPr/>
    </dgm:pt>
    <dgm:pt modelId="{D108F6DD-29F7-6C48-B0D4-5A1C8FEDC04F}" type="pres">
      <dgm:prSet presAssocID="{D83E718A-3442-104D-9EF1-0450ED3721C0}" presName="thinLine2b" presStyleLbl="callout" presStyleIdx="0" presStyleCnt="14"/>
      <dgm:spPr/>
    </dgm:pt>
    <dgm:pt modelId="{D549EA10-8F8F-2340-92ED-4EDC1A8E3959}" type="pres">
      <dgm:prSet presAssocID="{D83E718A-3442-104D-9EF1-0450ED3721C0}" presName="vertSpace2b" presStyleCnt="0"/>
      <dgm:spPr/>
    </dgm:pt>
    <dgm:pt modelId="{264C935D-E9E1-A147-9B6A-3131B4BD07C2}" type="pres">
      <dgm:prSet presAssocID="{30061EBF-47A3-1846-A8E5-5B2DED7FF74C}" presName="horz2" presStyleCnt="0"/>
      <dgm:spPr/>
    </dgm:pt>
    <dgm:pt modelId="{4E59E5D2-38E2-4B4B-9D45-67BDA2843C4B}" type="pres">
      <dgm:prSet presAssocID="{30061EBF-47A3-1846-A8E5-5B2DED7FF74C}" presName="horzSpace2" presStyleCnt="0"/>
      <dgm:spPr/>
    </dgm:pt>
    <dgm:pt modelId="{5FB09205-10D0-2B47-BEFC-E031321F8922}" type="pres">
      <dgm:prSet presAssocID="{30061EBF-47A3-1846-A8E5-5B2DED7FF74C}" presName="tx2" presStyleLbl="revTx" presStyleIdx="2" presStyleCnt="18"/>
      <dgm:spPr/>
    </dgm:pt>
    <dgm:pt modelId="{DBFBC8DC-B5D7-3545-A3E2-E115D8E53412}" type="pres">
      <dgm:prSet presAssocID="{30061EBF-47A3-1846-A8E5-5B2DED7FF74C}" presName="vert2" presStyleCnt="0"/>
      <dgm:spPr/>
    </dgm:pt>
    <dgm:pt modelId="{CDE9741D-16BC-9B4C-B105-00F6E1EF8339}" type="pres">
      <dgm:prSet presAssocID="{30061EBF-47A3-1846-A8E5-5B2DED7FF74C}" presName="thinLine2b" presStyleLbl="callout" presStyleIdx="1" presStyleCnt="14"/>
      <dgm:spPr/>
    </dgm:pt>
    <dgm:pt modelId="{EF57EC11-5E71-684A-8B68-CD84D3612070}" type="pres">
      <dgm:prSet presAssocID="{30061EBF-47A3-1846-A8E5-5B2DED7FF74C}" presName="vertSpace2b" presStyleCnt="0"/>
      <dgm:spPr/>
    </dgm:pt>
    <dgm:pt modelId="{B0CF27D5-967C-614F-88EF-976BEA07C03C}" type="pres">
      <dgm:prSet presAssocID="{6755D4F0-F211-AA46-895E-877D3DFF9636}" presName="thickLine" presStyleLbl="alignNode1" presStyleIdx="1" presStyleCnt="4"/>
      <dgm:spPr/>
    </dgm:pt>
    <dgm:pt modelId="{2CE24442-272B-C746-A8E7-5958A0F5B98C}" type="pres">
      <dgm:prSet presAssocID="{6755D4F0-F211-AA46-895E-877D3DFF9636}" presName="horz1" presStyleCnt="0"/>
      <dgm:spPr/>
    </dgm:pt>
    <dgm:pt modelId="{F17C67E8-D6BE-C04E-91A6-3DFAF9D4FE37}" type="pres">
      <dgm:prSet presAssocID="{6755D4F0-F211-AA46-895E-877D3DFF9636}" presName="tx1" presStyleLbl="revTx" presStyleIdx="3" presStyleCnt="18"/>
      <dgm:spPr/>
    </dgm:pt>
    <dgm:pt modelId="{DA9F9D19-CEDB-464A-B124-FB639AE992E5}" type="pres">
      <dgm:prSet presAssocID="{6755D4F0-F211-AA46-895E-877D3DFF9636}" presName="vert1" presStyleCnt="0"/>
      <dgm:spPr/>
    </dgm:pt>
    <dgm:pt modelId="{9804E172-1ED2-D14A-A2A1-A154770631FC}" type="pres">
      <dgm:prSet presAssocID="{9A493B58-033F-E74E-9D01-501E82CC4C32}" presName="vertSpace2a" presStyleCnt="0"/>
      <dgm:spPr/>
    </dgm:pt>
    <dgm:pt modelId="{7D4045EF-4F20-7D43-A339-5DBD6B324C36}" type="pres">
      <dgm:prSet presAssocID="{9A493B58-033F-E74E-9D01-501E82CC4C32}" presName="horz2" presStyleCnt="0"/>
      <dgm:spPr/>
    </dgm:pt>
    <dgm:pt modelId="{9378F07D-F995-A74D-B357-3F79C5A39591}" type="pres">
      <dgm:prSet presAssocID="{9A493B58-033F-E74E-9D01-501E82CC4C32}" presName="horzSpace2" presStyleCnt="0"/>
      <dgm:spPr/>
    </dgm:pt>
    <dgm:pt modelId="{CD4442C8-A6C4-594C-A973-4038355935EE}" type="pres">
      <dgm:prSet presAssocID="{9A493B58-033F-E74E-9D01-501E82CC4C32}" presName="tx2" presStyleLbl="revTx" presStyleIdx="4" presStyleCnt="18"/>
      <dgm:spPr/>
    </dgm:pt>
    <dgm:pt modelId="{DF08A899-5761-1543-AB0C-6910709A1F18}" type="pres">
      <dgm:prSet presAssocID="{9A493B58-033F-E74E-9D01-501E82CC4C32}" presName="vert2" presStyleCnt="0"/>
      <dgm:spPr/>
    </dgm:pt>
    <dgm:pt modelId="{34995BBE-DADE-D34E-8119-4254E3C20AAC}" type="pres">
      <dgm:prSet presAssocID="{9A493B58-033F-E74E-9D01-501E82CC4C32}" presName="thinLine2b" presStyleLbl="callout" presStyleIdx="2" presStyleCnt="14"/>
      <dgm:spPr/>
    </dgm:pt>
    <dgm:pt modelId="{B58A2F90-FED9-AB4B-AAFC-40D5879500F5}" type="pres">
      <dgm:prSet presAssocID="{9A493B58-033F-E74E-9D01-501E82CC4C32}" presName="vertSpace2b" presStyleCnt="0"/>
      <dgm:spPr/>
    </dgm:pt>
    <dgm:pt modelId="{78AF87B9-3413-CD45-A580-9DDEE04DA288}" type="pres">
      <dgm:prSet presAssocID="{BA436574-B059-5C4B-83A6-138315CD7F4C}" presName="horz2" presStyleCnt="0"/>
      <dgm:spPr/>
    </dgm:pt>
    <dgm:pt modelId="{F5264D7C-ADEE-AA46-86C4-3D6FDC301C12}" type="pres">
      <dgm:prSet presAssocID="{BA436574-B059-5C4B-83A6-138315CD7F4C}" presName="horzSpace2" presStyleCnt="0"/>
      <dgm:spPr/>
    </dgm:pt>
    <dgm:pt modelId="{F62A7C82-AF70-0847-83BE-FD18CA28C4D0}" type="pres">
      <dgm:prSet presAssocID="{BA436574-B059-5C4B-83A6-138315CD7F4C}" presName="tx2" presStyleLbl="revTx" presStyleIdx="5" presStyleCnt="18"/>
      <dgm:spPr/>
    </dgm:pt>
    <dgm:pt modelId="{E213CF4B-CDC5-AA46-BBF1-C4467A6EFBAC}" type="pres">
      <dgm:prSet presAssocID="{BA436574-B059-5C4B-83A6-138315CD7F4C}" presName="vert2" presStyleCnt="0"/>
      <dgm:spPr/>
    </dgm:pt>
    <dgm:pt modelId="{00E90E34-8135-994C-9DD2-88876F133D08}" type="pres">
      <dgm:prSet presAssocID="{BA436574-B059-5C4B-83A6-138315CD7F4C}" presName="thinLine2b" presStyleLbl="callout" presStyleIdx="3" presStyleCnt="14"/>
      <dgm:spPr/>
    </dgm:pt>
    <dgm:pt modelId="{188085FD-9B66-1F44-82BD-85841AFF16F0}" type="pres">
      <dgm:prSet presAssocID="{BA436574-B059-5C4B-83A6-138315CD7F4C}" presName="vertSpace2b" presStyleCnt="0"/>
      <dgm:spPr/>
    </dgm:pt>
    <dgm:pt modelId="{6FDB7DE5-2B3A-404D-A3FD-052E89B209C0}" type="pres">
      <dgm:prSet presAssocID="{9C51F24C-9E3E-AA46-9186-14FC478AAE6D}" presName="horz2" presStyleCnt="0"/>
      <dgm:spPr/>
    </dgm:pt>
    <dgm:pt modelId="{2304C584-235C-E340-B184-F4A5BAD7892C}" type="pres">
      <dgm:prSet presAssocID="{9C51F24C-9E3E-AA46-9186-14FC478AAE6D}" presName="horzSpace2" presStyleCnt="0"/>
      <dgm:spPr/>
    </dgm:pt>
    <dgm:pt modelId="{26FFAD3E-67EE-4B4E-84DD-A101809BF31E}" type="pres">
      <dgm:prSet presAssocID="{9C51F24C-9E3E-AA46-9186-14FC478AAE6D}" presName="tx2" presStyleLbl="revTx" presStyleIdx="6" presStyleCnt="18"/>
      <dgm:spPr/>
    </dgm:pt>
    <dgm:pt modelId="{EEAEE7DA-4FAF-5046-9294-6E1046989567}" type="pres">
      <dgm:prSet presAssocID="{9C51F24C-9E3E-AA46-9186-14FC478AAE6D}" presName="vert2" presStyleCnt="0"/>
      <dgm:spPr/>
    </dgm:pt>
    <dgm:pt modelId="{238053F5-E732-6C40-972A-47532C2C01ED}" type="pres">
      <dgm:prSet presAssocID="{9C51F24C-9E3E-AA46-9186-14FC478AAE6D}" presName="thinLine2b" presStyleLbl="callout" presStyleIdx="4" presStyleCnt="14"/>
      <dgm:spPr/>
    </dgm:pt>
    <dgm:pt modelId="{52DB3C93-AD9A-5648-9D04-25B5CAD96507}" type="pres">
      <dgm:prSet presAssocID="{9C51F24C-9E3E-AA46-9186-14FC478AAE6D}" presName="vertSpace2b" presStyleCnt="0"/>
      <dgm:spPr/>
    </dgm:pt>
    <dgm:pt modelId="{987AA396-1737-084D-AEA2-42B6B78DF549}" type="pres">
      <dgm:prSet presAssocID="{B7C002B4-4471-D942-ABB9-AC85A69CDB1F}" presName="thickLine" presStyleLbl="alignNode1" presStyleIdx="2" presStyleCnt="4"/>
      <dgm:spPr/>
    </dgm:pt>
    <dgm:pt modelId="{D8D49F9C-94A3-6E48-BA38-694473553DD6}" type="pres">
      <dgm:prSet presAssocID="{B7C002B4-4471-D942-ABB9-AC85A69CDB1F}" presName="horz1" presStyleCnt="0"/>
      <dgm:spPr/>
    </dgm:pt>
    <dgm:pt modelId="{72DD1429-27E0-EA4B-8400-64D6C5B71E43}" type="pres">
      <dgm:prSet presAssocID="{B7C002B4-4471-D942-ABB9-AC85A69CDB1F}" presName="tx1" presStyleLbl="revTx" presStyleIdx="7" presStyleCnt="18"/>
      <dgm:spPr/>
    </dgm:pt>
    <dgm:pt modelId="{9F4EC1E0-002C-9A4E-BFD5-7F25FFFCE42B}" type="pres">
      <dgm:prSet presAssocID="{B7C002B4-4471-D942-ABB9-AC85A69CDB1F}" presName="vert1" presStyleCnt="0"/>
      <dgm:spPr/>
    </dgm:pt>
    <dgm:pt modelId="{7E8A003B-32D2-944D-9EE2-E792345810C0}" type="pres">
      <dgm:prSet presAssocID="{D462F20D-CDA8-254C-A2C3-DDF1825D8B08}" presName="vertSpace2a" presStyleCnt="0"/>
      <dgm:spPr/>
    </dgm:pt>
    <dgm:pt modelId="{FFDB5BC5-D62F-BB40-9A6B-1575767BAA22}" type="pres">
      <dgm:prSet presAssocID="{D462F20D-CDA8-254C-A2C3-DDF1825D8B08}" presName="horz2" presStyleCnt="0"/>
      <dgm:spPr/>
    </dgm:pt>
    <dgm:pt modelId="{EEA6B797-DF5C-1541-9B46-1AD9667A6D77}" type="pres">
      <dgm:prSet presAssocID="{D462F20D-CDA8-254C-A2C3-DDF1825D8B08}" presName="horzSpace2" presStyleCnt="0"/>
      <dgm:spPr/>
    </dgm:pt>
    <dgm:pt modelId="{79B9E892-CDFF-0E48-B082-ED2073692D86}" type="pres">
      <dgm:prSet presAssocID="{D462F20D-CDA8-254C-A2C3-DDF1825D8B08}" presName="tx2" presStyleLbl="revTx" presStyleIdx="8" presStyleCnt="18"/>
      <dgm:spPr/>
    </dgm:pt>
    <dgm:pt modelId="{00E90C96-1EFD-9840-BCBA-EB94A0DBC0B3}" type="pres">
      <dgm:prSet presAssocID="{D462F20D-CDA8-254C-A2C3-DDF1825D8B08}" presName="vert2" presStyleCnt="0"/>
      <dgm:spPr/>
    </dgm:pt>
    <dgm:pt modelId="{901B1A15-0A69-6344-88D1-02F4A6DA86D5}" type="pres">
      <dgm:prSet presAssocID="{D462F20D-CDA8-254C-A2C3-DDF1825D8B08}" presName="thinLine2b" presStyleLbl="callout" presStyleIdx="5" presStyleCnt="14"/>
      <dgm:spPr/>
    </dgm:pt>
    <dgm:pt modelId="{78F85EBE-AAD1-D941-BA4B-1D5D9912AE8F}" type="pres">
      <dgm:prSet presAssocID="{D462F20D-CDA8-254C-A2C3-DDF1825D8B08}" presName="vertSpace2b" presStyleCnt="0"/>
      <dgm:spPr/>
    </dgm:pt>
    <dgm:pt modelId="{9BE959EF-77F0-0245-883B-9000498CDB69}" type="pres">
      <dgm:prSet presAssocID="{565ADEE9-BF7D-3542-959B-5B89EB1E1F5A}" presName="horz2" presStyleCnt="0"/>
      <dgm:spPr/>
    </dgm:pt>
    <dgm:pt modelId="{CBBED30D-4DCC-C14E-942D-922B53D723BE}" type="pres">
      <dgm:prSet presAssocID="{565ADEE9-BF7D-3542-959B-5B89EB1E1F5A}" presName="horzSpace2" presStyleCnt="0"/>
      <dgm:spPr/>
    </dgm:pt>
    <dgm:pt modelId="{6855DA74-B9B8-B045-BD39-997B869C433E}" type="pres">
      <dgm:prSet presAssocID="{565ADEE9-BF7D-3542-959B-5B89EB1E1F5A}" presName="tx2" presStyleLbl="revTx" presStyleIdx="9" presStyleCnt="18"/>
      <dgm:spPr/>
    </dgm:pt>
    <dgm:pt modelId="{DE55179A-73CE-B043-9C0C-FE5754DA5D67}" type="pres">
      <dgm:prSet presAssocID="{565ADEE9-BF7D-3542-959B-5B89EB1E1F5A}" presName="vert2" presStyleCnt="0"/>
      <dgm:spPr/>
    </dgm:pt>
    <dgm:pt modelId="{492211A1-7207-DB4D-8DFB-91E4B2D51E9D}" type="pres">
      <dgm:prSet presAssocID="{565ADEE9-BF7D-3542-959B-5B89EB1E1F5A}" presName="thinLine2b" presStyleLbl="callout" presStyleIdx="6" presStyleCnt="14"/>
      <dgm:spPr/>
    </dgm:pt>
    <dgm:pt modelId="{1E40B193-F9E4-164E-B928-7B862A3038BC}" type="pres">
      <dgm:prSet presAssocID="{565ADEE9-BF7D-3542-959B-5B89EB1E1F5A}" presName="vertSpace2b" presStyleCnt="0"/>
      <dgm:spPr/>
    </dgm:pt>
    <dgm:pt modelId="{BF227C74-E992-A741-8443-1F0D77F8B314}" type="pres">
      <dgm:prSet presAssocID="{42701B7C-2645-F548-948D-99980D1B562C}" presName="horz2" presStyleCnt="0"/>
      <dgm:spPr/>
    </dgm:pt>
    <dgm:pt modelId="{D98B72F4-72DD-C342-8BF5-BD8E8FAEAA6C}" type="pres">
      <dgm:prSet presAssocID="{42701B7C-2645-F548-948D-99980D1B562C}" presName="horzSpace2" presStyleCnt="0"/>
      <dgm:spPr/>
    </dgm:pt>
    <dgm:pt modelId="{9D343B3B-3455-2745-804F-EEA9B9F52323}" type="pres">
      <dgm:prSet presAssocID="{42701B7C-2645-F548-948D-99980D1B562C}" presName="tx2" presStyleLbl="revTx" presStyleIdx="10" presStyleCnt="18"/>
      <dgm:spPr/>
    </dgm:pt>
    <dgm:pt modelId="{2333C9C1-047B-5145-95FC-B88D63730834}" type="pres">
      <dgm:prSet presAssocID="{42701B7C-2645-F548-948D-99980D1B562C}" presName="vert2" presStyleCnt="0"/>
      <dgm:spPr/>
    </dgm:pt>
    <dgm:pt modelId="{1E3BE203-B7EA-5C45-9227-AEA8FC09778A}" type="pres">
      <dgm:prSet presAssocID="{42701B7C-2645-F548-948D-99980D1B562C}" presName="thinLine2b" presStyleLbl="callout" presStyleIdx="7" presStyleCnt="14"/>
      <dgm:spPr/>
    </dgm:pt>
    <dgm:pt modelId="{EFE8475C-0E13-4743-A8B3-EBC13D2AD8DA}" type="pres">
      <dgm:prSet presAssocID="{42701B7C-2645-F548-948D-99980D1B562C}" presName="vertSpace2b" presStyleCnt="0"/>
      <dgm:spPr/>
    </dgm:pt>
    <dgm:pt modelId="{31438B4F-EBBC-C942-99A6-D0EC66369520}" type="pres">
      <dgm:prSet presAssocID="{1396EAA5-BB3A-2844-B9D3-8ED15A5D7A2E}" presName="horz2" presStyleCnt="0"/>
      <dgm:spPr/>
    </dgm:pt>
    <dgm:pt modelId="{A86F5147-51A9-C946-BCA3-9E2F7CE30DA0}" type="pres">
      <dgm:prSet presAssocID="{1396EAA5-BB3A-2844-B9D3-8ED15A5D7A2E}" presName="horzSpace2" presStyleCnt="0"/>
      <dgm:spPr/>
    </dgm:pt>
    <dgm:pt modelId="{02D898ED-4DB7-1A49-9204-643E7B42830F}" type="pres">
      <dgm:prSet presAssocID="{1396EAA5-BB3A-2844-B9D3-8ED15A5D7A2E}" presName="tx2" presStyleLbl="revTx" presStyleIdx="11" presStyleCnt="18"/>
      <dgm:spPr/>
    </dgm:pt>
    <dgm:pt modelId="{56A0FFBB-D754-8045-9E34-ED8927A1F2C2}" type="pres">
      <dgm:prSet presAssocID="{1396EAA5-BB3A-2844-B9D3-8ED15A5D7A2E}" presName="vert2" presStyleCnt="0"/>
      <dgm:spPr/>
    </dgm:pt>
    <dgm:pt modelId="{A398449A-277E-0248-80EB-BBF7A6CF0E59}" type="pres">
      <dgm:prSet presAssocID="{1396EAA5-BB3A-2844-B9D3-8ED15A5D7A2E}" presName="thinLine2b" presStyleLbl="callout" presStyleIdx="8" presStyleCnt="14"/>
      <dgm:spPr/>
    </dgm:pt>
    <dgm:pt modelId="{0D6D299F-F66D-B245-AB36-439B48A90DA5}" type="pres">
      <dgm:prSet presAssocID="{1396EAA5-BB3A-2844-B9D3-8ED15A5D7A2E}" presName="vertSpace2b" presStyleCnt="0"/>
      <dgm:spPr/>
    </dgm:pt>
    <dgm:pt modelId="{03381A1C-BD22-B74D-8AC8-0F8A2C19EADD}" type="pres">
      <dgm:prSet presAssocID="{EF6481C0-312C-C841-A968-0E54323CDA56}" presName="horz2" presStyleCnt="0"/>
      <dgm:spPr/>
    </dgm:pt>
    <dgm:pt modelId="{4A37F014-61BF-A44E-BCFA-0E56430BBFAE}" type="pres">
      <dgm:prSet presAssocID="{EF6481C0-312C-C841-A968-0E54323CDA56}" presName="horzSpace2" presStyleCnt="0"/>
      <dgm:spPr/>
    </dgm:pt>
    <dgm:pt modelId="{850DD194-EEFB-CC49-A04F-F7FBB182BC9F}" type="pres">
      <dgm:prSet presAssocID="{EF6481C0-312C-C841-A968-0E54323CDA56}" presName="tx2" presStyleLbl="revTx" presStyleIdx="12" presStyleCnt="18"/>
      <dgm:spPr/>
    </dgm:pt>
    <dgm:pt modelId="{7BDA252A-E35E-E04E-83B9-F5567C580D00}" type="pres">
      <dgm:prSet presAssocID="{EF6481C0-312C-C841-A968-0E54323CDA56}" presName="vert2" presStyleCnt="0"/>
      <dgm:spPr/>
    </dgm:pt>
    <dgm:pt modelId="{C8BF6CC7-8997-0648-AD60-70656DDF219D}" type="pres">
      <dgm:prSet presAssocID="{EF6481C0-312C-C841-A968-0E54323CDA56}" presName="thinLine2b" presStyleLbl="callout" presStyleIdx="9" presStyleCnt="14"/>
      <dgm:spPr/>
    </dgm:pt>
    <dgm:pt modelId="{CDE78BF7-DC6D-E845-A775-9DFD480CBEBC}" type="pres">
      <dgm:prSet presAssocID="{EF6481C0-312C-C841-A968-0E54323CDA56}" presName="vertSpace2b" presStyleCnt="0"/>
      <dgm:spPr/>
    </dgm:pt>
    <dgm:pt modelId="{FAAA7162-0E93-6A4B-9B63-AF0D4BFD74CD}" type="pres">
      <dgm:prSet presAssocID="{F7A003DD-B936-5043-A8B7-55E812FC1DC2}" presName="thickLine" presStyleLbl="alignNode1" presStyleIdx="3" presStyleCnt="4"/>
      <dgm:spPr/>
    </dgm:pt>
    <dgm:pt modelId="{E988610E-92D7-8B46-BE74-88E5812B7DD9}" type="pres">
      <dgm:prSet presAssocID="{F7A003DD-B936-5043-A8B7-55E812FC1DC2}" presName="horz1" presStyleCnt="0"/>
      <dgm:spPr/>
    </dgm:pt>
    <dgm:pt modelId="{90D67715-C067-3144-BAE5-796E945205DE}" type="pres">
      <dgm:prSet presAssocID="{F7A003DD-B936-5043-A8B7-55E812FC1DC2}" presName="tx1" presStyleLbl="revTx" presStyleIdx="13" presStyleCnt="18"/>
      <dgm:spPr/>
    </dgm:pt>
    <dgm:pt modelId="{D5F67045-0B3A-A245-9E73-30AD0690AC95}" type="pres">
      <dgm:prSet presAssocID="{F7A003DD-B936-5043-A8B7-55E812FC1DC2}" presName="vert1" presStyleCnt="0"/>
      <dgm:spPr/>
    </dgm:pt>
    <dgm:pt modelId="{EE7E5900-3C49-9D4D-B263-ACA5561B1021}" type="pres">
      <dgm:prSet presAssocID="{BDAC02CB-45A3-9443-B4FC-723B9795A701}" presName="vertSpace2a" presStyleCnt="0"/>
      <dgm:spPr/>
    </dgm:pt>
    <dgm:pt modelId="{5DB88AD2-870D-AE4C-91B0-3AA75673FE52}" type="pres">
      <dgm:prSet presAssocID="{BDAC02CB-45A3-9443-B4FC-723B9795A701}" presName="horz2" presStyleCnt="0"/>
      <dgm:spPr/>
    </dgm:pt>
    <dgm:pt modelId="{5A5B71C6-4CC7-BA40-87C2-5F24FBB83B33}" type="pres">
      <dgm:prSet presAssocID="{BDAC02CB-45A3-9443-B4FC-723B9795A701}" presName="horzSpace2" presStyleCnt="0"/>
      <dgm:spPr/>
    </dgm:pt>
    <dgm:pt modelId="{022BD1F9-84E7-564B-9928-3D54897DA09F}" type="pres">
      <dgm:prSet presAssocID="{BDAC02CB-45A3-9443-B4FC-723B9795A701}" presName="tx2" presStyleLbl="revTx" presStyleIdx="14" presStyleCnt="18"/>
      <dgm:spPr/>
    </dgm:pt>
    <dgm:pt modelId="{D5132C22-AE3A-944D-BD88-04C5BC4D2820}" type="pres">
      <dgm:prSet presAssocID="{BDAC02CB-45A3-9443-B4FC-723B9795A701}" presName="vert2" presStyleCnt="0"/>
      <dgm:spPr/>
    </dgm:pt>
    <dgm:pt modelId="{215DCFAD-44D3-9448-A8AA-849DE6BEC8D4}" type="pres">
      <dgm:prSet presAssocID="{BDAC02CB-45A3-9443-B4FC-723B9795A701}" presName="thinLine2b" presStyleLbl="callout" presStyleIdx="10" presStyleCnt="14"/>
      <dgm:spPr/>
    </dgm:pt>
    <dgm:pt modelId="{3FDE9E01-E20D-D249-AA33-B275FA7AA960}" type="pres">
      <dgm:prSet presAssocID="{BDAC02CB-45A3-9443-B4FC-723B9795A701}" presName="vertSpace2b" presStyleCnt="0"/>
      <dgm:spPr/>
    </dgm:pt>
    <dgm:pt modelId="{14E97C8A-0A86-8A4D-BA42-1274CC16EEB2}" type="pres">
      <dgm:prSet presAssocID="{5F5648FA-8C04-344B-89C0-C2CE2EDC91EC}" presName="horz2" presStyleCnt="0"/>
      <dgm:spPr/>
    </dgm:pt>
    <dgm:pt modelId="{58B58005-3C82-7A4B-85A7-76334D4B6B2D}" type="pres">
      <dgm:prSet presAssocID="{5F5648FA-8C04-344B-89C0-C2CE2EDC91EC}" presName="horzSpace2" presStyleCnt="0"/>
      <dgm:spPr/>
    </dgm:pt>
    <dgm:pt modelId="{A331139E-2478-E042-9ECA-4FD6363AE117}" type="pres">
      <dgm:prSet presAssocID="{5F5648FA-8C04-344B-89C0-C2CE2EDC91EC}" presName="tx2" presStyleLbl="revTx" presStyleIdx="15" presStyleCnt="18"/>
      <dgm:spPr/>
    </dgm:pt>
    <dgm:pt modelId="{37757842-6B34-A246-8D3F-6E7913263377}" type="pres">
      <dgm:prSet presAssocID="{5F5648FA-8C04-344B-89C0-C2CE2EDC91EC}" presName="vert2" presStyleCnt="0"/>
      <dgm:spPr/>
    </dgm:pt>
    <dgm:pt modelId="{2F8F8864-603C-7243-8B4B-13272396C0C1}" type="pres">
      <dgm:prSet presAssocID="{5F5648FA-8C04-344B-89C0-C2CE2EDC91EC}" presName="thinLine2b" presStyleLbl="callout" presStyleIdx="11" presStyleCnt="14"/>
      <dgm:spPr/>
    </dgm:pt>
    <dgm:pt modelId="{6724C7A9-D251-A14E-91F5-32E6174FBE7E}" type="pres">
      <dgm:prSet presAssocID="{5F5648FA-8C04-344B-89C0-C2CE2EDC91EC}" presName="vertSpace2b" presStyleCnt="0"/>
      <dgm:spPr/>
    </dgm:pt>
    <dgm:pt modelId="{379A5EBD-57B0-D142-B243-BFD1F36A20C2}" type="pres">
      <dgm:prSet presAssocID="{A0E53BAC-AB46-A94A-9C93-43A2ABBB4967}" presName="horz2" presStyleCnt="0"/>
      <dgm:spPr/>
    </dgm:pt>
    <dgm:pt modelId="{AEA111DD-FADE-0644-9420-0F9867A3D2D3}" type="pres">
      <dgm:prSet presAssocID="{A0E53BAC-AB46-A94A-9C93-43A2ABBB4967}" presName="horzSpace2" presStyleCnt="0"/>
      <dgm:spPr/>
    </dgm:pt>
    <dgm:pt modelId="{2FDCFEB3-6C40-9F4B-B0C2-E985657811AE}" type="pres">
      <dgm:prSet presAssocID="{A0E53BAC-AB46-A94A-9C93-43A2ABBB4967}" presName="tx2" presStyleLbl="revTx" presStyleIdx="16" presStyleCnt="18"/>
      <dgm:spPr/>
    </dgm:pt>
    <dgm:pt modelId="{1ADF8008-3DE8-8145-B857-2CF3FCC34D8D}" type="pres">
      <dgm:prSet presAssocID="{A0E53BAC-AB46-A94A-9C93-43A2ABBB4967}" presName="vert2" presStyleCnt="0"/>
      <dgm:spPr/>
    </dgm:pt>
    <dgm:pt modelId="{D83096A3-1E96-4740-A8E2-AA694343DD83}" type="pres">
      <dgm:prSet presAssocID="{A0E53BAC-AB46-A94A-9C93-43A2ABBB4967}" presName="thinLine2b" presStyleLbl="callout" presStyleIdx="12" presStyleCnt="14"/>
      <dgm:spPr/>
    </dgm:pt>
    <dgm:pt modelId="{28E60024-6EB6-2B48-83C4-82954DA2589C}" type="pres">
      <dgm:prSet presAssocID="{A0E53BAC-AB46-A94A-9C93-43A2ABBB4967}" presName="vertSpace2b" presStyleCnt="0"/>
      <dgm:spPr/>
    </dgm:pt>
    <dgm:pt modelId="{23A2C699-93D3-7B4B-A4EF-B9FDB7222ACB}" type="pres">
      <dgm:prSet presAssocID="{0C437B0D-BEED-B647-9882-0BC4927EF31F}" presName="horz2" presStyleCnt="0"/>
      <dgm:spPr/>
    </dgm:pt>
    <dgm:pt modelId="{16801610-5A49-534C-B350-793081C793F0}" type="pres">
      <dgm:prSet presAssocID="{0C437B0D-BEED-B647-9882-0BC4927EF31F}" presName="horzSpace2" presStyleCnt="0"/>
      <dgm:spPr/>
    </dgm:pt>
    <dgm:pt modelId="{78DE69B4-E180-CB4B-82DA-D8286A4C9D8B}" type="pres">
      <dgm:prSet presAssocID="{0C437B0D-BEED-B647-9882-0BC4927EF31F}" presName="tx2" presStyleLbl="revTx" presStyleIdx="17" presStyleCnt="18"/>
      <dgm:spPr/>
    </dgm:pt>
    <dgm:pt modelId="{476A1BB0-CEB0-5B48-A8BD-19673BA0A77C}" type="pres">
      <dgm:prSet presAssocID="{0C437B0D-BEED-B647-9882-0BC4927EF31F}" presName="vert2" presStyleCnt="0"/>
      <dgm:spPr/>
    </dgm:pt>
    <dgm:pt modelId="{A4A1CCF8-C29F-D849-80E7-423C8596C39A}" type="pres">
      <dgm:prSet presAssocID="{0C437B0D-BEED-B647-9882-0BC4927EF31F}" presName="thinLine2b" presStyleLbl="callout" presStyleIdx="13" presStyleCnt="14"/>
      <dgm:spPr/>
    </dgm:pt>
    <dgm:pt modelId="{0D846F0F-41C8-E041-ACFF-29F03F494CC1}" type="pres">
      <dgm:prSet presAssocID="{0C437B0D-BEED-B647-9882-0BC4927EF31F}" presName="vertSpace2b" presStyleCnt="0"/>
      <dgm:spPr/>
    </dgm:pt>
  </dgm:ptLst>
  <dgm:cxnLst>
    <dgm:cxn modelId="{81940304-1B78-2945-8FBC-E98C47893E3E}" srcId="{B7C002B4-4471-D942-ABB9-AC85A69CDB1F}" destId="{D462F20D-CDA8-254C-A2C3-DDF1825D8B08}" srcOrd="0" destOrd="0" parTransId="{F0E6DCC2-60BA-B442-B603-E84B418C0098}" sibTransId="{AA6AB31A-8F44-7247-8F52-BDA0D5F3154D}"/>
    <dgm:cxn modelId="{034C4E04-5823-7143-B4F5-119F61560548}" type="presOf" srcId="{30061EBF-47A3-1846-A8E5-5B2DED7FF74C}" destId="{5FB09205-10D0-2B47-BEFC-E031321F8922}" srcOrd="0" destOrd="0" presId="urn:microsoft.com/office/officeart/2008/layout/LinedList"/>
    <dgm:cxn modelId="{9828CB0A-38E4-9744-BBE9-C0F1783ABDAA}" type="presOf" srcId="{5839BDBE-CB82-2F41-BD7C-7A4E7E662709}" destId="{9C826FED-9E5C-524A-ADC0-C3013D6BDB75}" srcOrd="0" destOrd="0" presId="urn:microsoft.com/office/officeart/2008/layout/LinedList"/>
    <dgm:cxn modelId="{E885B212-6C09-9843-9900-08D311C9AEED}" type="presOf" srcId="{EF6481C0-312C-C841-A968-0E54323CDA56}" destId="{850DD194-EEFB-CC49-A04F-F7FBB182BC9F}" srcOrd="0" destOrd="0" presId="urn:microsoft.com/office/officeart/2008/layout/LinedList"/>
    <dgm:cxn modelId="{65F8301A-2245-2B49-B15F-C9BA5B7817B2}" type="presOf" srcId="{B7C002B4-4471-D942-ABB9-AC85A69CDB1F}" destId="{72DD1429-27E0-EA4B-8400-64D6C5B71E43}" srcOrd="0" destOrd="0" presId="urn:microsoft.com/office/officeart/2008/layout/LinedList"/>
    <dgm:cxn modelId="{519A6A26-E75F-E04F-AB7D-8C7C2C6243F0}" srcId="{6755D4F0-F211-AA46-895E-877D3DFF9636}" destId="{BA436574-B059-5C4B-83A6-138315CD7F4C}" srcOrd="1" destOrd="0" parTransId="{3F98109F-15E3-814F-AB44-953D31A5ED59}" sibTransId="{ED034D09-B217-8241-9C38-79C9274D401B}"/>
    <dgm:cxn modelId="{0ED9202F-5DA9-944F-BFB3-DE30A075E121}" srcId="{F7A003DD-B936-5043-A8B7-55E812FC1DC2}" destId="{A0E53BAC-AB46-A94A-9C93-43A2ABBB4967}" srcOrd="2" destOrd="0" parTransId="{87B32F09-8C76-5840-B96E-F957C808D39A}" sibTransId="{5E45A656-FD59-8642-8833-8DD49A94672C}"/>
    <dgm:cxn modelId="{EBFF9B31-8996-F54B-BB1C-5357B19FB3BE}" type="presOf" srcId="{BDAC02CB-45A3-9443-B4FC-723B9795A701}" destId="{022BD1F9-84E7-564B-9928-3D54897DA09F}" srcOrd="0" destOrd="0" presId="urn:microsoft.com/office/officeart/2008/layout/LinedList"/>
    <dgm:cxn modelId="{DCF3FC4C-E3F2-3A41-8D06-6C01159CDB13}" type="presOf" srcId="{1396EAA5-BB3A-2844-B9D3-8ED15A5D7A2E}" destId="{02D898ED-4DB7-1A49-9204-643E7B42830F}" srcOrd="0" destOrd="0" presId="urn:microsoft.com/office/officeart/2008/layout/LinedList"/>
    <dgm:cxn modelId="{D15C7754-8A52-F944-91B0-58A2080D5263}" srcId="{B7C002B4-4471-D942-ABB9-AC85A69CDB1F}" destId="{1396EAA5-BB3A-2844-B9D3-8ED15A5D7A2E}" srcOrd="3" destOrd="0" parTransId="{877CADB8-616D-D749-BF7B-58C2E52BB5B3}" sibTransId="{D9FD2654-C1C9-AC40-BFE3-393ACF9ED1CD}"/>
    <dgm:cxn modelId="{45143E56-4C36-474F-AF6D-DDB4DF019D95}" type="presOf" srcId="{9C51F24C-9E3E-AA46-9186-14FC478AAE6D}" destId="{26FFAD3E-67EE-4B4E-84DD-A101809BF31E}" srcOrd="0" destOrd="0" presId="urn:microsoft.com/office/officeart/2008/layout/LinedList"/>
    <dgm:cxn modelId="{D866D261-2D1E-FC48-9BE1-1F0C85B5BCBD}" srcId="{F7A003DD-B936-5043-A8B7-55E812FC1DC2}" destId="{BDAC02CB-45A3-9443-B4FC-723B9795A701}" srcOrd="0" destOrd="0" parTransId="{16F97E6B-8D1D-C748-BFF3-DA11E3DA7242}" sibTransId="{AA027312-D56A-984A-8D35-E622F894613E}"/>
    <dgm:cxn modelId="{E9A13365-F78D-4240-BFB4-E6A2B158349F}" type="presOf" srcId="{42701B7C-2645-F548-948D-99980D1B562C}" destId="{9D343B3B-3455-2745-804F-EEA9B9F52323}" srcOrd="0" destOrd="0" presId="urn:microsoft.com/office/officeart/2008/layout/LinedList"/>
    <dgm:cxn modelId="{BAA4AF72-1327-474D-A1C2-D1600970EC7A}" srcId="{B7C002B4-4471-D942-ABB9-AC85A69CDB1F}" destId="{42701B7C-2645-F548-948D-99980D1B562C}" srcOrd="2" destOrd="0" parTransId="{39AE46D4-73AC-BA4E-94C2-0814AA44EFEA}" sibTransId="{E70161E7-D50C-E64D-A87C-A1531AEAAB4D}"/>
    <dgm:cxn modelId="{E13B5F77-4051-2245-9078-8B9D3F9FFD63}" type="presOf" srcId="{6755D4F0-F211-AA46-895E-877D3DFF9636}" destId="{F17C67E8-D6BE-C04E-91A6-3DFAF9D4FE37}" srcOrd="0" destOrd="0" presId="urn:microsoft.com/office/officeart/2008/layout/LinedList"/>
    <dgm:cxn modelId="{B3613479-6ABF-774B-B49A-E8C3602B634B}" srcId="{B7C002B4-4471-D942-ABB9-AC85A69CDB1F}" destId="{565ADEE9-BF7D-3542-959B-5B89EB1E1F5A}" srcOrd="1" destOrd="0" parTransId="{4A92C369-3758-FB48-8D96-0F3AA6CD285B}" sibTransId="{15B9156D-31B7-FB42-842D-C88FCF537F3E}"/>
    <dgm:cxn modelId="{6AA1BC7F-5FB8-0844-B55F-A744305AEC95}" type="presOf" srcId="{9A493B58-033F-E74E-9D01-501E82CC4C32}" destId="{CD4442C8-A6C4-594C-A973-4038355935EE}" srcOrd="0" destOrd="0" presId="urn:microsoft.com/office/officeart/2008/layout/LinedList"/>
    <dgm:cxn modelId="{9851E392-0A2B-234C-901C-95D543D9B26A}" srcId="{5839BDBE-CB82-2F41-BD7C-7A4E7E662709}" destId="{D83E718A-3442-104D-9EF1-0450ED3721C0}" srcOrd="0" destOrd="0" parTransId="{185E5DA6-6C28-1B41-9FA2-23F7F5690B9E}" sibTransId="{6DDF61AA-30DC-F946-B4FF-4EB718B21CD4}"/>
    <dgm:cxn modelId="{4CB41E98-7B4A-0440-BBC5-FDEF13134D26}" type="presOf" srcId="{D83E718A-3442-104D-9EF1-0450ED3721C0}" destId="{E385E837-78B5-2B43-9603-613F40625DA1}" srcOrd="0" destOrd="0" presId="urn:microsoft.com/office/officeart/2008/layout/LinedList"/>
    <dgm:cxn modelId="{A1DE3EA0-D643-E647-B32A-08DB8503EAE0}" srcId="{EEFA040B-5F04-5047-B818-0845611A0223}" destId="{F7A003DD-B936-5043-A8B7-55E812FC1DC2}" srcOrd="3" destOrd="0" parTransId="{ACB073C4-5CAF-A547-B706-A8939A1309AC}" sibTransId="{85F5077C-F6A0-FB46-B2E8-906DDE6F5040}"/>
    <dgm:cxn modelId="{93DD34A6-D124-CC4C-9E6E-78530AC3A473}" type="presOf" srcId="{EEFA040B-5F04-5047-B818-0845611A0223}" destId="{B899B421-6C3A-304E-86AD-B01BC9E1A97E}" srcOrd="0" destOrd="0" presId="urn:microsoft.com/office/officeart/2008/layout/LinedList"/>
    <dgm:cxn modelId="{B7FD28A9-1599-504F-AB4F-12701D785EED}" srcId="{B7C002B4-4471-D942-ABB9-AC85A69CDB1F}" destId="{EF6481C0-312C-C841-A968-0E54323CDA56}" srcOrd="4" destOrd="0" parTransId="{C33B6AAD-3E01-9040-BF6B-6D324177A010}" sibTransId="{A95E1C93-8C48-0347-8EDD-2049E743C398}"/>
    <dgm:cxn modelId="{E94473AB-91E5-1C49-8DCB-F2494B676B4A}" type="presOf" srcId="{A0E53BAC-AB46-A94A-9C93-43A2ABBB4967}" destId="{2FDCFEB3-6C40-9F4B-B0C2-E985657811AE}" srcOrd="0" destOrd="0" presId="urn:microsoft.com/office/officeart/2008/layout/LinedList"/>
    <dgm:cxn modelId="{1ADE50B0-B60E-D143-AA3C-B9A7B2C5FD38}" srcId="{6755D4F0-F211-AA46-895E-877D3DFF9636}" destId="{9A493B58-033F-E74E-9D01-501E82CC4C32}" srcOrd="0" destOrd="0" parTransId="{778B079A-72BE-8940-B348-D74E7FF8560B}" sibTransId="{9BB962E3-0B2F-764E-AE11-7FE5E3E4E920}"/>
    <dgm:cxn modelId="{CAB283BB-9F69-EC4F-BC60-E62BA9190290}" type="presOf" srcId="{5F5648FA-8C04-344B-89C0-C2CE2EDC91EC}" destId="{A331139E-2478-E042-9ECA-4FD6363AE117}" srcOrd="0" destOrd="0" presId="urn:microsoft.com/office/officeart/2008/layout/LinedList"/>
    <dgm:cxn modelId="{4A6103C7-F1F8-7046-A049-670AF46459D4}" srcId="{EEFA040B-5F04-5047-B818-0845611A0223}" destId="{6755D4F0-F211-AA46-895E-877D3DFF9636}" srcOrd="1" destOrd="0" parTransId="{98DD0E62-EDCE-6948-9924-4977F4FC726D}" sibTransId="{7C8FEE9C-CF45-6948-920F-830C7C7F6D75}"/>
    <dgm:cxn modelId="{9E4C5FC8-4975-034A-8E52-4016F547249A}" srcId="{F7A003DD-B936-5043-A8B7-55E812FC1DC2}" destId="{0C437B0D-BEED-B647-9882-0BC4927EF31F}" srcOrd="3" destOrd="0" parTransId="{8E648E20-472E-BE4A-A19F-D682CD2A2527}" sibTransId="{CC00DBC2-F9DA-E046-978B-CE78B912C062}"/>
    <dgm:cxn modelId="{E0A9A8CE-AD1C-5B4B-957D-38D4E33B7FC9}" type="presOf" srcId="{F7A003DD-B936-5043-A8B7-55E812FC1DC2}" destId="{90D67715-C067-3144-BAE5-796E945205DE}" srcOrd="0" destOrd="0" presId="urn:microsoft.com/office/officeart/2008/layout/LinedList"/>
    <dgm:cxn modelId="{69B92DD6-006C-EF48-A062-DE582F13E7A2}" type="presOf" srcId="{D462F20D-CDA8-254C-A2C3-DDF1825D8B08}" destId="{79B9E892-CDFF-0E48-B082-ED2073692D86}" srcOrd="0" destOrd="0" presId="urn:microsoft.com/office/officeart/2008/layout/LinedList"/>
    <dgm:cxn modelId="{7C3068D9-017E-2249-9F4B-CB6BDA2855BC}" srcId="{6755D4F0-F211-AA46-895E-877D3DFF9636}" destId="{9C51F24C-9E3E-AA46-9186-14FC478AAE6D}" srcOrd="2" destOrd="0" parTransId="{8FE95F71-9C15-114B-B217-14D591F03650}" sibTransId="{C07AD417-2486-2F44-879C-A8CF70795C4D}"/>
    <dgm:cxn modelId="{23C061DD-A6A3-1347-8E83-90D235C2356B}" type="presOf" srcId="{565ADEE9-BF7D-3542-959B-5B89EB1E1F5A}" destId="{6855DA74-B9B8-B045-BD39-997B869C433E}" srcOrd="0" destOrd="0" presId="urn:microsoft.com/office/officeart/2008/layout/LinedList"/>
    <dgm:cxn modelId="{92CF8FE0-6116-3041-B49A-E587F4CC6D61}" srcId="{F7A003DD-B936-5043-A8B7-55E812FC1DC2}" destId="{5F5648FA-8C04-344B-89C0-C2CE2EDC91EC}" srcOrd="1" destOrd="0" parTransId="{BF72921A-E941-FA48-9330-CDD44B0B6FBD}" sibTransId="{16F36A91-552B-C948-82AD-07C2DA53B3AA}"/>
    <dgm:cxn modelId="{464ED5F3-67C1-3640-AD4F-0DBF912438D6}" srcId="{EEFA040B-5F04-5047-B818-0845611A0223}" destId="{5839BDBE-CB82-2F41-BD7C-7A4E7E662709}" srcOrd="0" destOrd="0" parTransId="{69B0AB0E-69D5-C147-A932-4C6412DCBE56}" sibTransId="{E8F648DF-7CEB-124D-8309-F6A0768B5692}"/>
    <dgm:cxn modelId="{772419F5-F0DD-6447-9841-C90D0A0CF62F}" type="presOf" srcId="{0C437B0D-BEED-B647-9882-0BC4927EF31F}" destId="{78DE69B4-E180-CB4B-82DA-D8286A4C9D8B}" srcOrd="0" destOrd="0" presId="urn:microsoft.com/office/officeart/2008/layout/LinedList"/>
    <dgm:cxn modelId="{A0E13EF5-7ACE-FC46-ACD5-074237ECABF5}" srcId="{5839BDBE-CB82-2F41-BD7C-7A4E7E662709}" destId="{30061EBF-47A3-1846-A8E5-5B2DED7FF74C}" srcOrd="1" destOrd="0" parTransId="{8B078D1D-9247-874A-BE47-A2E369AEE246}" sibTransId="{0EF5D112-702B-984F-AD57-77AC0276D102}"/>
    <dgm:cxn modelId="{5692CFF5-C637-8741-B90D-BE047C50B6C4}" type="presOf" srcId="{BA436574-B059-5C4B-83A6-138315CD7F4C}" destId="{F62A7C82-AF70-0847-83BE-FD18CA28C4D0}" srcOrd="0" destOrd="0" presId="urn:microsoft.com/office/officeart/2008/layout/LinedList"/>
    <dgm:cxn modelId="{CEC715F7-E53E-6046-8043-2D7BB89B8FF8}" srcId="{EEFA040B-5F04-5047-B818-0845611A0223}" destId="{B7C002B4-4471-D942-ABB9-AC85A69CDB1F}" srcOrd="2" destOrd="0" parTransId="{4AEDDD04-7BB2-F14A-8B79-71394902AAFB}" sibTransId="{73B0D79C-E709-4646-A71B-E3EB3D8360B5}"/>
    <dgm:cxn modelId="{54AC788E-9B69-CB40-B939-13907E7DEA0E}" type="presParOf" srcId="{B899B421-6C3A-304E-86AD-B01BC9E1A97E}" destId="{B8988D45-50DD-2C4D-B48B-6DD2D18706AA}" srcOrd="0" destOrd="0" presId="urn:microsoft.com/office/officeart/2008/layout/LinedList"/>
    <dgm:cxn modelId="{997D0BA4-BEA3-D14D-A897-E7D89EC01124}" type="presParOf" srcId="{B899B421-6C3A-304E-86AD-B01BC9E1A97E}" destId="{32EA0593-A167-BC4A-87A6-05C75ED8B362}" srcOrd="1" destOrd="0" presId="urn:microsoft.com/office/officeart/2008/layout/LinedList"/>
    <dgm:cxn modelId="{DA74C381-7A2D-B04C-950A-D8BDB3071876}" type="presParOf" srcId="{32EA0593-A167-BC4A-87A6-05C75ED8B362}" destId="{9C826FED-9E5C-524A-ADC0-C3013D6BDB75}" srcOrd="0" destOrd="0" presId="urn:microsoft.com/office/officeart/2008/layout/LinedList"/>
    <dgm:cxn modelId="{75400615-2BF0-B240-85A6-4A90F5F99597}" type="presParOf" srcId="{32EA0593-A167-BC4A-87A6-05C75ED8B362}" destId="{1737BE1C-A356-E941-802F-B5606FB55F0E}" srcOrd="1" destOrd="0" presId="urn:microsoft.com/office/officeart/2008/layout/LinedList"/>
    <dgm:cxn modelId="{83C17032-C09E-7243-B64A-AD020302B435}" type="presParOf" srcId="{1737BE1C-A356-E941-802F-B5606FB55F0E}" destId="{0802D45D-233A-8143-89C8-97EC8227A6C6}" srcOrd="0" destOrd="0" presId="urn:microsoft.com/office/officeart/2008/layout/LinedList"/>
    <dgm:cxn modelId="{88E27B78-C73F-4747-84E0-1D42FF3608F1}" type="presParOf" srcId="{1737BE1C-A356-E941-802F-B5606FB55F0E}" destId="{A83B9294-8878-6146-9F3C-C9FE9C8E770A}" srcOrd="1" destOrd="0" presId="urn:microsoft.com/office/officeart/2008/layout/LinedList"/>
    <dgm:cxn modelId="{E7DFA20C-5B0C-5546-A787-A59D7AC41B06}" type="presParOf" srcId="{A83B9294-8878-6146-9F3C-C9FE9C8E770A}" destId="{9C32E699-6B4A-DC42-8E9F-9E28BC5961F3}" srcOrd="0" destOrd="0" presId="urn:microsoft.com/office/officeart/2008/layout/LinedList"/>
    <dgm:cxn modelId="{13D3342F-950C-1D4B-81C9-AD976CB319C1}" type="presParOf" srcId="{A83B9294-8878-6146-9F3C-C9FE9C8E770A}" destId="{E385E837-78B5-2B43-9603-613F40625DA1}" srcOrd="1" destOrd="0" presId="urn:microsoft.com/office/officeart/2008/layout/LinedList"/>
    <dgm:cxn modelId="{4C453ABA-F9EF-2B47-89E5-61447D304580}" type="presParOf" srcId="{A83B9294-8878-6146-9F3C-C9FE9C8E770A}" destId="{2FD3129F-EF37-4C46-A3A9-4324A6DC401E}" srcOrd="2" destOrd="0" presId="urn:microsoft.com/office/officeart/2008/layout/LinedList"/>
    <dgm:cxn modelId="{B1A77B2F-30CE-D04E-ADB3-7B8F60F4F56E}" type="presParOf" srcId="{1737BE1C-A356-E941-802F-B5606FB55F0E}" destId="{D108F6DD-29F7-6C48-B0D4-5A1C8FEDC04F}" srcOrd="2" destOrd="0" presId="urn:microsoft.com/office/officeart/2008/layout/LinedList"/>
    <dgm:cxn modelId="{A30DCEF0-8433-8C49-ADA7-37A36D6CCBEC}" type="presParOf" srcId="{1737BE1C-A356-E941-802F-B5606FB55F0E}" destId="{D549EA10-8F8F-2340-92ED-4EDC1A8E3959}" srcOrd="3" destOrd="0" presId="urn:microsoft.com/office/officeart/2008/layout/LinedList"/>
    <dgm:cxn modelId="{D9E5B622-2C2A-AE40-99A5-B6A32DEF83E7}" type="presParOf" srcId="{1737BE1C-A356-E941-802F-B5606FB55F0E}" destId="{264C935D-E9E1-A147-9B6A-3131B4BD07C2}" srcOrd="4" destOrd="0" presId="urn:microsoft.com/office/officeart/2008/layout/LinedList"/>
    <dgm:cxn modelId="{031CB727-E19A-F844-B217-682FF9E56ED0}" type="presParOf" srcId="{264C935D-E9E1-A147-9B6A-3131B4BD07C2}" destId="{4E59E5D2-38E2-4B4B-9D45-67BDA2843C4B}" srcOrd="0" destOrd="0" presId="urn:microsoft.com/office/officeart/2008/layout/LinedList"/>
    <dgm:cxn modelId="{6E48E467-FE4F-9E4F-9598-FC7642D25A38}" type="presParOf" srcId="{264C935D-E9E1-A147-9B6A-3131B4BD07C2}" destId="{5FB09205-10D0-2B47-BEFC-E031321F8922}" srcOrd="1" destOrd="0" presId="urn:microsoft.com/office/officeart/2008/layout/LinedList"/>
    <dgm:cxn modelId="{2C11D88E-BCA5-344C-BA04-FD39439A6A55}" type="presParOf" srcId="{264C935D-E9E1-A147-9B6A-3131B4BD07C2}" destId="{DBFBC8DC-B5D7-3545-A3E2-E115D8E53412}" srcOrd="2" destOrd="0" presId="urn:microsoft.com/office/officeart/2008/layout/LinedList"/>
    <dgm:cxn modelId="{71A10F84-C143-9442-BBF3-9BBCECE812C4}" type="presParOf" srcId="{1737BE1C-A356-E941-802F-B5606FB55F0E}" destId="{CDE9741D-16BC-9B4C-B105-00F6E1EF8339}" srcOrd="5" destOrd="0" presId="urn:microsoft.com/office/officeart/2008/layout/LinedList"/>
    <dgm:cxn modelId="{236F4C71-7EA2-AE41-9EFA-547B85A9DCD1}" type="presParOf" srcId="{1737BE1C-A356-E941-802F-B5606FB55F0E}" destId="{EF57EC11-5E71-684A-8B68-CD84D3612070}" srcOrd="6" destOrd="0" presId="urn:microsoft.com/office/officeart/2008/layout/LinedList"/>
    <dgm:cxn modelId="{BF6DDD8B-3E2D-584A-81F7-113BBB7ED3D2}" type="presParOf" srcId="{B899B421-6C3A-304E-86AD-B01BC9E1A97E}" destId="{B0CF27D5-967C-614F-88EF-976BEA07C03C}" srcOrd="2" destOrd="0" presId="urn:microsoft.com/office/officeart/2008/layout/LinedList"/>
    <dgm:cxn modelId="{AD7745D4-FD74-B741-9723-483EA3A83B83}" type="presParOf" srcId="{B899B421-6C3A-304E-86AD-B01BC9E1A97E}" destId="{2CE24442-272B-C746-A8E7-5958A0F5B98C}" srcOrd="3" destOrd="0" presId="urn:microsoft.com/office/officeart/2008/layout/LinedList"/>
    <dgm:cxn modelId="{2692AC4A-72A1-4842-8625-09868FD4E7C7}" type="presParOf" srcId="{2CE24442-272B-C746-A8E7-5958A0F5B98C}" destId="{F17C67E8-D6BE-C04E-91A6-3DFAF9D4FE37}" srcOrd="0" destOrd="0" presId="urn:microsoft.com/office/officeart/2008/layout/LinedList"/>
    <dgm:cxn modelId="{47AD31FC-913C-5643-BD68-D89BF45C4778}" type="presParOf" srcId="{2CE24442-272B-C746-A8E7-5958A0F5B98C}" destId="{DA9F9D19-CEDB-464A-B124-FB639AE992E5}" srcOrd="1" destOrd="0" presId="urn:microsoft.com/office/officeart/2008/layout/LinedList"/>
    <dgm:cxn modelId="{0D8C0101-5D13-5745-BE51-D7DCD8D446DE}" type="presParOf" srcId="{DA9F9D19-CEDB-464A-B124-FB639AE992E5}" destId="{9804E172-1ED2-D14A-A2A1-A154770631FC}" srcOrd="0" destOrd="0" presId="urn:microsoft.com/office/officeart/2008/layout/LinedList"/>
    <dgm:cxn modelId="{3A460A9E-FF06-C942-B613-FB032835B509}" type="presParOf" srcId="{DA9F9D19-CEDB-464A-B124-FB639AE992E5}" destId="{7D4045EF-4F20-7D43-A339-5DBD6B324C36}" srcOrd="1" destOrd="0" presId="urn:microsoft.com/office/officeart/2008/layout/LinedList"/>
    <dgm:cxn modelId="{43ACD43D-2EF9-2E41-AFBA-8FAA7F15B525}" type="presParOf" srcId="{7D4045EF-4F20-7D43-A339-5DBD6B324C36}" destId="{9378F07D-F995-A74D-B357-3F79C5A39591}" srcOrd="0" destOrd="0" presId="urn:microsoft.com/office/officeart/2008/layout/LinedList"/>
    <dgm:cxn modelId="{2B15EEA9-2DE2-0F40-B5ED-04ACD08C5F59}" type="presParOf" srcId="{7D4045EF-4F20-7D43-A339-5DBD6B324C36}" destId="{CD4442C8-A6C4-594C-A973-4038355935EE}" srcOrd="1" destOrd="0" presId="urn:microsoft.com/office/officeart/2008/layout/LinedList"/>
    <dgm:cxn modelId="{C9639C87-8CAD-D04E-B388-E935C03AA67E}" type="presParOf" srcId="{7D4045EF-4F20-7D43-A339-5DBD6B324C36}" destId="{DF08A899-5761-1543-AB0C-6910709A1F18}" srcOrd="2" destOrd="0" presId="urn:microsoft.com/office/officeart/2008/layout/LinedList"/>
    <dgm:cxn modelId="{5A99074A-C19A-FF44-B1FE-913D461C948B}" type="presParOf" srcId="{DA9F9D19-CEDB-464A-B124-FB639AE992E5}" destId="{34995BBE-DADE-D34E-8119-4254E3C20AAC}" srcOrd="2" destOrd="0" presId="urn:microsoft.com/office/officeart/2008/layout/LinedList"/>
    <dgm:cxn modelId="{9F13D14B-0ED4-7846-A503-7701E5DE9DAD}" type="presParOf" srcId="{DA9F9D19-CEDB-464A-B124-FB639AE992E5}" destId="{B58A2F90-FED9-AB4B-AAFC-40D5879500F5}" srcOrd="3" destOrd="0" presId="urn:microsoft.com/office/officeart/2008/layout/LinedList"/>
    <dgm:cxn modelId="{38832104-E93C-BC4C-A90E-7D5FE8092FD3}" type="presParOf" srcId="{DA9F9D19-CEDB-464A-B124-FB639AE992E5}" destId="{78AF87B9-3413-CD45-A580-9DDEE04DA288}" srcOrd="4" destOrd="0" presId="urn:microsoft.com/office/officeart/2008/layout/LinedList"/>
    <dgm:cxn modelId="{330C6A37-6C2F-2849-AA49-AC14948E255A}" type="presParOf" srcId="{78AF87B9-3413-CD45-A580-9DDEE04DA288}" destId="{F5264D7C-ADEE-AA46-86C4-3D6FDC301C12}" srcOrd="0" destOrd="0" presId="urn:microsoft.com/office/officeart/2008/layout/LinedList"/>
    <dgm:cxn modelId="{BE5418DF-192D-164C-85D0-55E272E62088}" type="presParOf" srcId="{78AF87B9-3413-CD45-A580-9DDEE04DA288}" destId="{F62A7C82-AF70-0847-83BE-FD18CA28C4D0}" srcOrd="1" destOrd="0" presId="urn:microsoft.com/office/officeart/2008/layout/LinedList"/>
    <dgm:cxn modelId="{8EFB0A1C-7F32-1A4C-BF58-278448B8EED8}" type="presParOf" srcId="{78AF87B9-3413-CD45-A580-9DDEE04DA288}" destId="{E213CF4B-CDC5-AA46-BBF1-C4467A6EFBAC}" srcOrd="2" destOrd="0" presId="urn:microsoft.com/office/officeart/2008/layout/LinedList"/>
    <dgm:cxn modelId="{7E8BF20B-A4E8-7E49-AAB0-C3103B235229}" type="presParOf" srcId="{DA9F9D19-CEDB-464A-B124-FB639AE992E5}" destId="{00E90E34-8135-994C-9DD2-88876F133D08}" srcOrd="5" destOrd="0" presId="urn:microsoft.com/office/officeart/2008/layout/LinedList"/>
    <dgm:cxn modelId="{192655D7-6967-C94E-A5F7-763E22822737}" type="presParOf" srcId="{DA9F9D19-CEDB-464A-B124-FB639AE992E5}" destId="{188085FD-9B66-1F44-82BD-85841AFF16F0}" srcOrd="6" destOrd="0" presId="urn:microsoft.com/office/officeart/2008/layout/LinedList"/>
    <dgm:cxn modelId="{341F7495-29E3-CA40-B41C-F51B9B789BDB}" type="presParOf" srcId="{DA9F9D19-CEDB-464A-B124-FB639AE992E5}" destId="{6FDB7DE5-2B3A-404D-A3FD-052E89B209C0}" srcOrd="7" destOrd="0" presId="urn:microsoft.com/office/officeart/2008/layout/LinedList"/>
    <dgm:cxn modelId="{DB90B6C4-5EC7-5F41-A380-E9FDDA43ABE0}" type="presParOf" srcId="{6FDB7DE5-2B3A-404D-A3FD-052E89B209C0}" destId="{2304C584-235C-E340-B184-F4A5BAD7892C}" srcOrd="0" destOrd="0" presId="urn:microsoft.com/office/officeart/2008/layout/LinedList"/>
    <dgm:cxn modelId="{86B94B03-AC28-6941-860D-305130B862B5}" type="presParOf" srcId="{6FDB7DE5-2B3A-404D-A3FD-052E89B209C0}" destId="{26FFAD3E-67EE-4B4E-84DD-A101809BF31E}" srcOrd="1" destOrd="0" presId="urn:microsoft.com/office/officeart/2008/layout/LinedList"/>
    <dgm:cxn modelId="{5CBEADB8-CB90-9E45-8173-90CAA505089A}" type="presParOf" srcId="{6FDB7DE5-2B3A-404D-A3FD-052E89B209C0}" destId="{EEAEE7DA-4FAF-5046-9294-6E1046989567}" srcOrd="2" destOrd="0" presId="urn:microsoft.com/office/officeart/2008/layout/LinedList"/>
    <dgm:cxn modelId="{1059C11F-7BD1-D946-BF80-AFA51C75F162}" type="presParOf" srcId="{DA9F9D19-CEDB-464A-B124-FB639AE992E5}" destId="{238053F5-E732-6C40-972A-47532C2C01ED}" srcOrd="8" destOrd="0" presId="urn:microsoft.com/office/officeart/2008/layout/LinedList"/>
    <dgm:cxn modelId="{C2B3EC03-2106-FC48-A51A-F1E79494B26C}" type="presParOf" srcId="{DA9F9D19-CEDB-464A-B124-FB639AE992E5}" destId="{52DB3C93-AD9A-5648-9D04-25B5CAD96507}" srcOrd="9" destOrd="0" presId="urn:microsoft.com/office/officeart/2008/layout/LinedList"/>
    <dgm:cxn modelId="{33E5F9FE-7D4D-DD4F-8359-ACC0450AD838}" type="presParOf" srcId="{B899B421-6C3A-304E-86AD-B01BC9E1A97E}" destId="{987AA396-1737-084D-AEA2-42B6B78DF549}" srcOrd="4" destOrd="0" presId="urn:microsoft.com/office/officeart/2008/layout/LinedList"/>
    <dgm:cxn modelId="{13C3F674-8F65-C645-9E28-1FF91BA5E9D7}" type="presParOf" srcId="{B899B421-6C3A-304E-86AD-B01BC9E1A97E}" destId="{D8D49F9C-94A3-6E48-BA38-694473553DD6}" srcOrd="5" destOrd="0" presId="urn:microsoft.com/office/officeart/2008/layout/LinedList"/>
    <dgm:cxn modelId="{039A3787-7E9B-E843-9A48-756D79E775B0}" type="presParOf" srcId="{D8D49F9C-94A3-6E48-BA38-694473553DD6}" destId="{72DD1429-27E0-EA4B-8400-64D6C5B71E43}" srcOrd="0" destOrd="0" presId="urn:microsoft.com/office/officeart/2008/layout/LinedList"/>
    <dgm:cxn modelId="{59D0A6D6-1F64-B046-83FC-E5CB27233936}" type="presParOf" srcId="{D8D49F9C-94A3-6E48-BA38-694473553DD6}" destId="{9F4EC1E0-002C-9A4E-BFD5-7F25FFFCE42B}" srcOrd="1" destOrd="0" presId="urn:microsoft.com/office/officeart/2008/layout/LinedList"/>
    <dgm:cxn modelId="{D7D49DA3-9C71-F641-9468-CBD5F2D387C5}" type="presParOf" srcId="{9F4EC1E0-002C-9A4E-BFD5-7F25FFFCE42B}" destId="{7E8A003B-32D2-944D-9EE2-E792345810C0}" srcOrd="0" destOrd="0" presId="urn:microsoft.com/office/officeart/2008/layout/LinedList"/>
    <dgm:cxn modelId="{C7BABECF-F503-9B4D-91EC-7674FCC4FFA0}" type="presParOf" srcId="{9F4EC1E0-002C-9A4E-BFD5-7F25FFFCE42B}" destId="{FFDB5BC5-D62F-BB40-9A6B-1575767BAA22}" srcOrd="1" destOrd="0" presId="urn:microsoft.com/office/officeart/2008/layout/LinedList"/>
    <dgm:cxn modelId="{9C97E8FF-B94A-8A4C-9CA8-79D796314E05}" type="presParOf" srcId="{FFDB5BC5-D62F-BB40-9A6B-1575767BAA22}" destId="{EEA6B797-DF5C-1541-9B46-1AD9667A6D77}" srcOrd="0" destOrd="0" presId="urn:microsoft.com/office/officeart/2008/layout/LinedList"/>
    <dgm:cxn modelId="{F1E50234-3945-EB43-8BBA-2AA96BCFE919}" type="presParOf" srcId="{FFDB5BC5-D62F-BB40-9A6B-1575767BAA22}" destId="{79B9E892-CDFF-0E48-B082-ED2073692D86}" srcOrd="1" destOrd="0" presId="urn:microsoft.com/office/officeart/2008/layout/LinedList"/>
    <dgm:cxn modelId="{EBB1B5E8-8F42-A848-B22E-6130FBCA9CE0}" type="presParOf" srcId="{FFDB5BC5-D62F-BB40-9A6B-1575767BAA22}" destId="{00E90C96-1EFD-9840-BCBA-EB94A0DBC0B3}" srcOrd="2" destOrd="0" presId="urn:microsoft.com/office/officeart/2008/layout/LinedList"/>
    <dgm:cxn modelId="{0C22B219-AC3D-5343-BD36-DDD7E43A18E9}" type="presParOf" srcId="{9F4EC1E0-002C-9A4E-BFD5-7F25FFFCE42B}" destId="{901B1A15-0A69-6344-88D1-02F4A6DA86D5}" srcOrd="2" destOrd="0" presId="urn:microsoft.com/office/officeart/2008/layout/LinedList"/>
    <dgm:cxn modelId="{4D6A9604-D462-C345-B3D2-B46C725FE9EB}" type="presParOf" srcId="{9F4EC1E0-002C-9A4E-BFD5-7F25FFFCE42B}" destId="{78F85EBE-AAD1-D941-BA4B-1D5D9912AE8F}" srcOrd="3" destOrd="0" presId="urn:microsoft.com/office/officeart/2008/layout/LinedList"/>
    <dgm:cxn modelId="{44926B06-242A-FD41-AC74-678B220477FC}" type="presParOf" srcId="{9F4EC1E0-002C-9A4E-BFD5-7F25FFFCE42B}" destId="{9BE959EF-77F0-0245-883B-9000498CDB69}" srcOrd="4" destOrd="0" presId="urn:microsoft.com/office/officeart/2008/layout/LinedList"/>
    <dgm:cxn modelId="{F5E86072-8DDC-5B42-A09C-3FEDEFB6084A}" type="presParOf" srcId="{9BE959EF-77F0-0245-883B-9000498CDB69}" destId="{CBBED30D-4DCC-C14E-942D-922B53D723BE}" srcOrd="0" destOrd="0" presId="urn:microsoft.com/office/officeart/2008/layout/LinedList"/>
    <dgm:cxn modelId="{1E47CA5F-CE81-D545-9764-37D2904FA662}" type="presParOf" srcId="{9BE959EF-77F0-0245-883B-9000498CDB69}" destId="{6855DA74-B9B8-B045-BD39-997B869C433E}" srcOrd="1" destOrd="0" presId="urn:microsoft.com/office/officeart/2008/layout/LinedList"/>
    <dgm:cxn modelId="{B696102B-2CB4-0F4E-AE98-5574209DFB04}" type="presParOf" srcId="{9BE959EF-77F0-0245-883B-9000498CDB69}" destId="{DE55179A-73CE-B043-9C0C-FE5754DA5D67}" srcOrd="2" destOrd="0" presId="urn:microsoft.com/office/officeart/2008/layout/LinedList"/>
    <dgm:cxn modelId="{7A0DFDA9-D638-144B-B569-5ECF5E13D2FD}" type="presParOf" srcId="{9F4EC1E0-002C-9A4E-BFD5-7F25FFFCE42B}" destId="{492211A1-7207-DB4D-8DFB-91E4B2D51E9D}" srcOrd="5" destOrd="0" presId="urn:microsoft.com/office/officeart/2008/layout/LinedList"/>
    <dgm:cxn modelId="{E3088ED9-4607-2040-BFBE-1F7D1CB5AAAA}" type="presParOf" srcId="{9F4EC1E0-002C-9A4E-BFD5-7F25FFFCE42B}" destId="{1E40B193-F9E4-164E-B928-7B862A3038BC}" srcOrd="6" destOrd="0" presId="urn:microsoft.com/office/officeart/2008/layout/LinedList"/>
    <dgm:cxn modelId="{D97A3014-80B5-9A4D-B8B7-BABFE4DEB5DA}" type="presParOf" srcId="{9F4EC1E0-002C-9A4E-BFD5-7F25FFFCE42B}" destId="{BF227C74-E992-A741-8443-1F0D77F8B314}" srcOrd="7" destOrd="0" presId="urn:microsoft.com/office/officeart/2008/layout/LinedList"/>
    <dgm:cxn modelId="{14CCE4EF-BC34-F144-989C-9C777AAB57A3}" type="presParOf" srcId="{BF227C74-E992-A741-8443-1F0D77F8B314}" destId="{D98B72F4-72DD-C342-8BF5-BD8E8FAEAA6C}" srcOrd="0" destOrd="0" presId="urn:microsoft.com/office/officeart/2008/layout/LinedList"/>
    <dgm:cxn modelId="{5FF31682-E0F5-BF4E-BA54-A1396B020E65}" type="presParOf" srcId="{BF227C74-E992-A741-8443-1F0D77F8B314}" destId="{9D343B3B-3455-2745-804F-EEA9B9F52323}" srcOrd="1" destOrd="0" presId="urn:microsoft.com/office/officeart/2008/layout/LinedList"/>
    <dgm:cxn modelId="{100F46EF-AAD9-884E-8125-5052C8C881D5}" type="presParOf" srcId="{BF227C74-E992-A741-8443-1F0D77F8B314}" destId="{2333C9C1-047B-5145-95FC-B88D63730834}" srcOrd="2" destOrd="0" presId="urn:microsoft.com/office/officeart/2008/layout/LinedList"/>
    <dgm:cxn modelId="{5C9740F3-BE92-9C45-B7BF-5E33846E6E38}" type="presParOf" srcId="{9F4EC1E0-002C-9A4E-BFD5-7F25FFFCE42B}" destId="{1E3BE203-B7EA-5C45-9227-AEA8FC09778A}" srcOrd="8" destOrd="0" presId="urn:microsoft.com/office/officeart/2008/layout/LinedList"/>
    <dgm:cxn modelId="{9066BB3D-1D42-064D-BF8E-285953312AAE}" type="presParOf" srcId="{9F4EC1E0-002C-9A4E-BFD5-7F25FFFCE42B}" destId="{EFE8475C-0E13-4743-A8B3-EBC13D2AD8DA}" srcOrd="9" destOrd="0" presId="urn:microsoft.com/office/officeart/2008/layout/LinedList"/>
    <dgm:cxn modelId="{4A426835-79B9-F745-95B3-FDD96A04ED8A}" type="presParOf" srcId="{9F4EC1E0-002C-9A4E-BFD5-7F25FFFCE42B}" destId="{31438B4F-EBBC-C942-99A6-D0EC66369520}" srcOrd="10" destOrd="0" presId="urn:microsoft.com/office/officeart/2008/layout/LinedList"/>
    <dgm:cxn modelId="{4EFED010-6FEA-2D47-9C18-69CBE7C4F40B}" type="presParOf" srcId="{31438B4F-EBBC-C942-99A6-D0EC66369520}" destId="{A86F5147-51A9-C946-BCA3-9E2F7CE30DA0}" srcOrd="0" destOrd="0" presId="urn:microsoft.com/office/officeart/2008/layout/LinedList"/>
    <dgm:cxn modelId="{0281C410-552A-3D4C-993B-2A3E84C93C20}" type="presParOf" srcId="{31438B4F-EBBC-C942-99A6-D0EC66369520}" destId="{02D898ED-4DB7-1A49-9204-643E7B42830F}" srcOrd="1" destOrd="0" presId="urn:microsoft.com/office/officeart/2008/layout/LinedList"/>
    <dgm:cxn modelId="{A9EAB82F-3AA1-FF41-A52E-F56A135EBCEF}" type="presParOf" srcId="{31438B4F-EBBC-C942-99A6-D0EC66369520}" destId="{56A0FFBB-D754-8045-9E34-ED8927A1F2C2}" srcOrd="2" destOrd="0" presId="urn:microsoft.com/office/officeart/2008/layout/LinedList"/>
    <dgm:cxn modelId="{DF7578A4-D127-1541-BB21-FCCB8294D9B9}" type="presParOf" srcId="{9F4EC1E0-002C-9A4E-BFD5-7F25FFFCE42B}" destId="{A398449A-277E-0248-80EB-BBF7A6CF0E59}" srcOrd="11" destOrd="0" presId="urn:microsoft.com/office/officeart/2008/layout/LinedList"/>
    <dgm:cxn modelId="{12738934-1802-CE4C-A475-7BFC62D0DC93}" type="presParOf" srcId="{9F4EC1E0-002C-9A4E-BFD5-7F25FFFCE42B}" destId="{0D6D299F-F66D-B245-AB36-439B48A90DA5}" srcOrd="12" destOrd="0" presId="urn:microsoft.com/office/officeart/2008/layout/LinedList"/>
    <dgm:cxn modelId="{06EC861E-BCF8-2745-9ACB-4F1310961B4F}" type="presParOf" srcId="{9F4EC1E0-002C-9A4E-BFD5-7F25FFFCE42B}" destId="{03381A1C-BD22-B74D-8AC8-0F8A2C19EADD}" srcOrd="13" destOrd="0" presId="urn:microsoft.com/office/officeart/2008/layout/LinedList"/>
    <dgm:cxn modelId="{AC3FAC54-0890-8A4E-82F5-0E80C7D822DE}" type="presParOf" srcId="{03381A1C-BD22-B74D-8AC8-0F8A2C19EADD}" destId="{4A37F014-61BF-A44E-BCFA-0E56430BBFAE}" srcOrd="0" destOrd="0" presId="urn:microsoft.com/office/officeart/2008/layout/LinedList"/>
    <dgm:cxn modelId="{1CCBB90C-6122-F84C-9DF0-492DD8D3E53C}" type="presParOf" srcId="{03381A1C-BD22-B74D-8AC8-0F8A2C19EADD}" destId="{850DD194-EEFB-CC49-A04F-F7FBB182BC9F}" srcOrd="1" destOrd="0" presId="urn:microsoft.com/office/officeart/2008/layout/LinedList"/>
    <dgm:cxn modelId="{6A22971F-5293-EA4C-AD1B-7D63D349B37D}" type="presParOf" srcId="{03381A1C-BD22-B74D-8AC8-0F8A2C19EADD}" destId="{7BDA252A-E35E-E04E-83B9-F5567C580D00}" srcOrd="2" destOrd="0" presId="urn:microsoft.com/office/officeart/2008/layout/LinedList"/>
    <dgm:cxn modelId="{5FD5FAD7-4281-294B-9AD1-024B12DD9214}" type="presParOf" srcId="{9F4EC1E0-002C-9A4E-BFD5-7F25FFFCE42B}" destId="{C8BF6CC7-8997-0648-AD60-70656DDF219D}" srcOrd="14" destOrd="0" presId="urn:microsoft.com/office/officeart/2008/layout/LinedList"/>
    <dgm:cxn modelId="{CCF57D03-532C-7D48-8299-E91B740C0F9E}" type="presParOf" srcId="{9F4EC1E0-002C-9A4E-BFD5-7F25FFFCE42B}" destId="{CDE78BF7-DC6D-E845-A775-9DFD480CBEBC}" srcOrd="15" destOrd="0" presId="urn:microsoft.com/office/officeart/2008/layout/LinedList"/>
    <dgm:cxn modelId="{DEBB5537-CDBA-AD4B-8878-184C9688E294}" type="presParOf" srcId="{B899B421-6C3A-304E-86AD-B01BC9E1A97E}" destId="{FAAA7162-0E93-6A4B-9B63-AF0D4BFD74CD}" srcOrd="6" destOrd="0" presId="urn:microsoft.com/office/officeart/2008/layout/LinedList"/>
    <dgm:cxn modelId="{BB7DC11D-4402-6847-83EC-36E9249B7793}" type="presParOf" srcId="{B899B421-6C3A-304E-86AD-B01BC9E1A97E}" destId="{E988610E-92D7-8B46-BE74-88E5812B7DD9}" srcOrd="7" destOrd="0" presId="urn:microsoft.com/office/officeart/2008/layout/LinedList"/>
    <dgm:cxn modelId="{5800D17B-D287-404B-8596-882FAC1D8A7A}" type="presParOf" srcId="{E988610E-92D7-8B46-BE74-88E5812B7DD9}" destId="{90D67715-C067-3144-BAE5-796E945205DE}" srcOrd="0" destOrd="0" presId="urn:microsoft.com/office/officeart/2008/layout/LinedList"/>
    <dgm:cxn modelId="{F5D5C1C5-BCCF-C646-92DE-D9BF18E968EF}" type="presParOf" srcId="{E988610E-92D7-8B46-BE74-88E5812B7DD9}" destId="{D5F67045-0B3A-A245-9E73-30AD0690AC95}" srcOrd="1" destOrd="0" presId="urn:microsoft.com/office/officeart/2008/layout/LinedList"/>
    <dgm:cxn modelId="{3C2DC322-682C-8D40-912A-EA7F86F3CFE8}" type="presParOf" srcId="{D5F67045-0B3A-A245-9E73-30AD0690AC95}" destId="{EE7E5900-3C49-9D4D-B263-ACA5561B1021}" srcOrd="0" destOrd="0" presId="urn:microsoft.com/office/officeart/2008/layout/LinedList"/>
    <dgm:cxn modelId="{9C81C255-DCB6-1744-BCA6-88CE0B2F9AD1}" type="presParOf" srcId="{D5F67045-0B3A-A245-9E73-30AD0690AC95}" destId="{5DB88AD2-870D-AE4C-91B0-3AA75673FE52}" srcOrd="1" destOrd="0" presId="urn:microsoft.com/office/officeart/2008/layout/LinedList"/>
    <dgm:cxn modelId="{058D58DB-A5B1-CF45-8B1A-0A640A321F99}" type="presParOf" srcId="{5DB88AD2-870D-AE4C-91B0-3AA75673FE52}" destId="{5A5B71C6-4CC7-BA40-87C2-5F24FBB83B33}" srcOrd="0" destOrd="0" presId="urn:microsoft.com/office/officeart/2008/layout/LinedList"/>
    <dgm:cxn modelId="{BDEDA4B2-0E42-6947-ADEF-576295F0B90C}" type="presParOf" srcId="{5DB88AD2-870D-AE4C-91B0-3AA75673FE52}" destId="{022BD1F9-84E7-564B-9928-3D54897DA09F}" srcOrd="1" destOrd="0" presId="urn:microsoft.com/office/officeart/2008/layout/LinedList"/>
    <dgm:cxn modelId="{3C6C79F9-63C6-4E4F-B59C-3735159AD152}" type="presParOf" srcId="{5DB88AD2-870D-AE4C-91B0-3AA75673FE52}" destId="{D5132C22-AE3A-944D-BD88-04C5BC4D2820}" srcOrd="2" destOrd="0" presId="urn:microsoft.com/office/officeart/2008/layout/LinedList"/>
    <dgm:cxn modelId="{E1AF679A-BC10-2540-84FB-EA8E03547FE4}" type="presParOf" srcId="{D5F67045-0B3A-A245-9E73-30AD0690AC95}" destId="{215DCFAD-44D3-9448-A8AA-849DE6BEC8D4}" srcOrd="2" destOrd="0" presId="urn:microsoft.com/office/officeart/2008/layout/LinedList"/>
    <dgm:cxn modelId="{D11044FE-5D6C-9343-B925-50D4BDA13F19}" type="presParOf" srcId="{D5F67045-0B3A-A245-9E73-30AD0690AC95}" destId="{3FDE9E01-E20D-D249-AA33-B275FA7AA960}" srcOrd="3" destOrd="0" presId="urn:microsoft.com/office/officeart/2008/layout/LinedList"/>
    <dgm:cxn modelId="{69B55287-3A0C-F541-8D28-B2B04CF0B54D}" type="presParOf" srcId="{D5F67045-0B3A-A245-9E73-30AD0690AC95}" destId="{14E97C8A-0A86-8A4D-BA42-1274CC16EEB2}" srcOrd="4" destOrd="0" presId="urn:microsoft.com/office/officeart/2008/layout/LinedList"/>
    <dgm:cxn modelId="{B5275398-175B-DB46-9803-62696B170E3A}" type="presParOf" srcId="{14E97C8A-0A86-8A4D-BA42-1274CC16EEB2}" destId="{58B58005-3C82-7A4B-85A7-76334D4B6B2D}" srcOrd="0" destOrd="0" presId="urn:microsoft.com/office/officeart/2008/layout/LinedList"/>
    <dgm:cxn modelId="{80F53813-01B1-3048-BFC9-F0CE307E6D37}" type="presParOf" srcId="{14E97C8A-0A86-8A4D-BA42-1274CC16EEB2}" destId="{A331139E-2478-E042-9ECA-4FD6363AE117}" srcOrd="1" destOrd="0" presId="urn:microsoft.com/office/officeart/2008/layout/LinedList"/>
    <dgm:cxn modelId="{B9CB1500-03FE-E44B-9816-C157DBBBDF71}" type="presParOf" srcId="{14E97C8A-0A86-8A4D-BA42-1274CC16EEB2}" destId="{37757842-6B34-A246-8D3F-6E7913263377}" srcOrd="2" destOrd="0" presId="urn:microsoft.com/office/officeart/2008/layout/LinedList"/>
    <dgm:cxn modelId="{22C6BA33-C8CB-1E45-BDFD-1A034C78A48B}" type="presParOf" srcId="{D5F67045-0B3A-A245-9E73-30AD0690AC95}" destId="{2F8F8864-603C-7243-8B4B-13272396C0C1}" srcOrd="5" destOrd="0" presId="urn:microsoft.com/office/officeart/2008/layout/LinedList"/>
    <dgm:cxn modelId="{C09ED55C-9313-1C4A-8251-3AE2D9BFFFC5}" type="presParOf" srcId="{D5F67045-0B3A-A245-9E73-30AD0690AC95}" destId="{6724C7A9-D251-A14E-91F5-32E6174FBE7E}" srcOrd="6" destOrd="0" presId="urn:microsoft.com/office/officeart/2008/layout/LinedList"/>
    <dgm:cxn modelId="{FC628980-9445-684C-AC85-C675A85769E3}" type="presParOf" srcId="{D5F67045-0B3A-A245-9E73-30AD0690AC95}" destId="{379A5EBD-57B0-D142-B243-BFD1F36A20C2}" srcOrd="7" destOrd="0" presId="urn:microsoft.com/office/officeart/2008/layout/LinedList"/>
    <dgm:cxn modelId="{DF56C603-E223-A148-BAAF-99CAC16BF7D9}" type="presParOf" srcId="{379A5EBD-57B0-D142-B243-BFD1F36A20C2}" destId="{AEA111DD-FADE-0644-9420-0F9867A3D2D3}" srcOrd="0" destOrd="0" presId="urn:microsoft.com/office/officeart/2008/layout/LinedList"/>
    <dgm:cxn modelId="{C87E938A-0C84-1E43-85E5-0CE8C4A8A85C}" type="presParOf" srcId="{379A5EBD-57B0-D142-B243-BFD1F36A20C2}" destId="{2FDCFEB3-6C40-9F4B-B0C2-E985657811AE}" srcOrd="1" destOrd="0" presId="urn:microsoft.com/office/officeart/2008/layout/LinedList"/>
    <dgm:cxn modelId="{21BF3476-23C7-944F-B631-F271E04CCD67}" type="presParOf" srcId="{379A5EBD-57B0-D142-B243-BFD1F36A20C2}" destId="{1ADF8008-3DE8-8145-B857-2CF3FCC34D8D}" srcOrd="2" destOrd="0" presId="urn:microsoft.com/office/officeart/2008/layout/LinedList"/>
    <dgm:cxn modelId="{896D2F4A-6721-D94A-A606-7A602DFC4A47}" type="presParOf" srcId="{D5F67045-0B3A-A245-9E73-30AD0690AC95}" destId="{D83096A3-1E96-4740-A8E2-AA694343DD83}" srcOrd="8" destOrd="0" presId="urn:microsoft.com/office/officeart/2008/layout/LinedList"/>
    <dgm:cxn modelId="{E3155858-C290-CA48-A9BD-93DF0287E8C3}" type="presParOf" srcId="{D5F67045-0B3A-A245-9E73-30AD0690AC95}" destId="{28E60024-6EB6-2B48-83C4-82954DA2589C}" srcOrd="9" destOrd="0" presId="urn:microsoft.com/office/officeart/2008/layout/LinedList"/>
    <dgm:cxn modelId="{70C91030-FDBC-424F-8038-A47CAB7FD328}" type="presParOf" srcId="{D5F67045-0B3A-A245-9E73-30AD0690AC95}" destId="{23A2C699-93D3-7B4B-A4EF-B9FDB7222ACB}" srcOrd="10" destOrd="0" presId="urn:microsoft.com/office/officeart/2008/layout/LinedList"/>
    <dgm:cxn modelId="{76D7587F-5B13-8143-9E54-55A32C63D884}" type="presParOf" srcId="{23A2C699-93D3-7B4B-A4EF-B9FDB7222ACB}" destId="{16801610-5A49-534C-B350-793081C793F0}" srcOrd="0" destOrd="0" presId="urn:microsoft.com/office/officeart/2008/layout/LinedList"/>
    <dgm:cxn modelId="{4D86E973-FF27-5E47-9631-9F7B16A63D99}" type="presParOf" srcId="{23A2C699-93D3-7B4B-A4EF-B9FDB7222ACB}" destId="{78DE69B4-E180-CB4B-82DA-D8286A4C9D8B}" srcOrd="1" destOrd="0" presId="urn:microsoft.com/office/officeart/2008/layout/LinedList"/>
    <dgm:cxn modelId="{DFE51249-8177-C047-AA1A-B9CE53568A11}" type="presParOf" srcId="{23A2C699-93D3-7B4B-A4EF-B9FDB7222ACB}" destId="{476A1BB0-CEB0-5B48-A8BD-19673BA0A77C}" srcOrd="2" destOrd="0" presId="urn:microsoft.com/office/officeart/2008/layout/LinedList"/>
    <dgm:cxn modelId="{D774BB81-4945-EE43-BFF5-B1F680F2B3D9}" type="presParOf" srcId="{D5F67045-0B3A-A245-9E73-30AD0690AC95}" destId="{A4A1CCF8-C29F-D849-80E7-423C8596C39A}" srcOrd="11" destOrd="0" presId="urn:microsoft.com/office/officeart/2008/layout/LinedList"/>
    <dgm:cxn modelId="{8A65568E-220A-8B4B-9AB5-EC7D19878B61}" type="presParOf" srcId="{D5F67045-0B3A-A245-9E73-30AD0690AC95}" destId="{0D846F0F-41C8-E041-ACFF-29F03F494CC1}"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B058FD4-840B-BC45-957A-F60DF956B6E5}" type="doc">
      <dgm:prSet loTypeId="urn:microsoft.com/office/officeart/2008/layout/LinedList" loCatId="" qsTypeId="urn:microsoft.com/office/officeart/2005/8/quickstyle/simple1" qsCatId="simple" csTypeId="urn:microsoft.com/office/officeart/2005/8/colors/accent1_2" csCatId="accent1" phldr="1"/>
      <dgm:spPr/>
      <dgm:t>
        <a:bodyPr/>
        <a:lstStyle/>
        <a:p>
          <a:endParaRPr kumimoji="1" lang="ja-JP" altLang="en-US"/>
        </a:p>
      </dgm:t>
    </dgm:pt>
    <dgm:pt modelId="{921DEAB4-4F14-5A47-AC4B-FBB7DA415539}">
      <dgm:prSet custT="1"/>
      <dgm:spPr/>
      <dgm:t>
        <a:bodyPr/>
        <a:lstStyle/>
        <a:p>
          <a:r>
            <a:rPr kumimoji="1" lang="ja-JP" altLang="en-US" sz="2000" b="1"/>
            <a:t>何を推論するか</a:t>
          </a:r>
          <a:endParaRPr lang="ja-JP" altLang="en-US" sz="2000"/>
        </a:p>
      </dgm:t>
    </dgm:pt>
    <dgm:pt modelId="{46041B6A-72E8-0343-80E8-9B414A203445}" type="parTrans" cxnId="{C58FF96B-4178-8942-9EB8-1D200CE23822}">
      <dgm:prSet/>
      <dgm:spPr/>
      <dgm:t>
        <a:bodyPr/>
        <a:lstStyle/>
        <a:p>
          <a:endParaRPr kumimoji="1" lang="ja-JP" altLang="en-US"/>
        </a:p>
      </dgm:t>
    </dgm:pt>
    <dgm:pt modelId="{C812FCEE-3335-3F46-BDAD-640842BCA21B}" type="sibTrans" cxnId="{C58FF96B-4178-8942-9EB8-1D200CE23822}">
      <dgm:prSet/>
      <dgm:spPr/>
      <dgm:t>
        <a:bodyPr/>
        <a:lstStyle/>
        <a:p>
          <a:endParaRPr kumimoji="1" lang="ja-JP" altLang="en-US"/>
        </a:p>
      </dgm:t>
    </dgm:pt>
    <dgm:pt modelId="{7CA75611-2636-9F4F-8B71-8B2788636440}">
      <dgm:prSet custT="1"/>
      <dgm:spPr/>
      <dgm:t>
        <a:bodyPr/>
        <a:lstStyle/>
        <a:p>
          <a:r>
            <a:rPr kumimoji="1" lang="en-US" sz="800" dirty="0"/>
            <a:t>HSI</a:t>
          </a:r>
          <a:r>
            <a:rPr kumimoji="1" lang="ja-JP" sz="800"/>
            <a:t>（</a:t>
          </a:r>
          <a:r>
            <a:rPr kumimoji="1" lang="en-US" sz="800" dirty="0"/>
            <a:t>A,D,L </a:t>
          </a:r>
          <a:r>
            <a:rPr kumimoji="1" lang="ja-JP" sz="800"/>
            <a:t>の統合）を入力として、判例</a:t>
          </a:r>
          <a:r>
            <a:rPr kumimoji="1" lang="en-US" sz="800" dirty="0"/>
            <a:t>embedding</a:t>
          </a:r>
          <a:r>
            <a:rPr kumimoji="1" lang="ja-JP" sz="800"/>
            <a:t>検索 → </a:t>
          </a:r>
          <a:r>
            <a:rPr kumimoji="1" lang="en-US" sz="800" dirty="0"/>
            <a:t>Top-5 </a:t>
          </a:r>
          <a:r>
            <a:rPr kumimoji="1" lang="ja-JP" sz="800"/>
            <a:t>類似判例を提示し、</a:t>
          </a:r>
          <a:r>
            <a:rPr kumimoji="1" lang="en-US" sz="800" dirty="0"/>
            <a:t>Evidence Score </a:t>
          </a:r>
          <a:r>
            <a:rPr kumimoji="1" lang="ja-JP" sz="800"/>
            <a:t>を算出 → 最終的に </a:t>
          </a:r>
          <a:r>
            <a:rPr kumimoji="1" lang="en-US" sz="800" dirty="0"/>
            <a:t>HSIE </a:t>
          </a:r>
          <a:r>
            <a:rPr kumimoji="1" lang="ja-JP" sz="800"/>
            <a:t>を出力（</a:t>
          </a:r>
          <a:r>
            <a:rPr kumimoji="1" lang="en-US" sz="800" dirty="0"/>
            <a:t>HSIE = g(HSI, </a:t>
          </a:r>
          <a:r>
            <a:rPr kumimoji="1" lang="en-US" sz="800" dirty="0" err="1"/>
            <a:t>LegalSimilarity</a:t>
          </a:r>
          <a:r>
            <a:rPr kumimoji="1" lang="en-US" sz="800" dirty="0"/>
            <a:t>, </a:t>
          </a:r>
          <a:r>
            <a:rPr kumimoji="1" lang="en-US" sz="800" dirty="0" err="1"/>
            <a:t>EvidenceQuality</a:t>
          </a:r>
          <a:r>
            <a:rPr kumimoji="1" lang="en-US" sz="800" dirty="0"/>
            <a:t>)</a:t>
          </a:r>
          <a:r>
            <a:rPr kumimoji="1" lang="ja-JP" sz="800"/>
            <a:t>）</a:t>
          </a:r>
          <a:endParaRPr lang="ja-JP" sz="800"/>
        </a:p>
      </dgm:t>
    </dgm:pt>
    <dgm:pt modelId="{6505C0C4-CA0F-8440-A5CE-1B5382714F15}" type="parTrans" cxnId="{812445CD-C922-7348-B0E3-882534DDD82D}">
      <dgm:prSet/>
      <dgm:spPr/>
      <dgm:t>
        <a:bodyPr/>
        <a:lstStyle/>
        <a:p>
          <a:endParaRPr kumimoji="1" lang="ja-JP" altLang="en-US"/>
        </a:p>
      </dgm:t>
    </dgm:pt>
    <dgm:pt modelId="{6B36FEB3-326C-6C4C-BAFF-53022631AD31}" type="sibTrans" cxnId="{812445CD-C922-7348-B0E3-882534DDD82D}">
      <dgm:prSet/>
      <dgm:spPr/>
      <dgm:t>
        <a:bodyPr/>
        <a:lstStyle/>
        <a:p>
          <a:endParaRPr kumimoji="1" lang="ja-JP" altLang="en-US"/>
        </a:p>
      </dgm:t>
    </dgm:pt>
    <dgm:pt modelId="{36B0049B-A3A5-6549-9582-DF6A1B7DD7E6}">
      <dgm:prSet custT="1"/>
      <dgm:spPr/>
      <dgm:t>
        <a:bodyPr/>
        <a:lstStyle/>
        <a:p>
          <a:r>
            <a:rPr kumimoji="1" lang="ja-JP" altLang="en-US" sz="2000" b="1"/>
            <a:t>技術的困難</a:t>
          </a:r>
          <a:endParaRPr lang="ja-JP" altLang="en-US" sz="2000"/>
        </a:p>
      </dgm:t>
    </dgm:pt>
    <dgm:pt modelId="{31C4C60A-744A-D24E-9B8D-FE574D66D284}" type="parTrans" cxnId="{7A965FFB-E7DA-C645-9E6D-28062D952730}">
      <dgm:prSet/>
      <dgm:spPr/>
      <dgm:t>
        <a:bodyPr/>
        <a:lstStyle/>
        <a:p>
          <a:endParaRPr kumimoji="1" lang="ja-JP" altLang="en-US"/>
        </a:p>
      </dgm:t>
    </dgm:pt>
    <dgm:pt modelId="{B105D2F4-C465-484D-AFA9-8A5407AF8B03}" type="sibTrans" cxnId="{7A965FFB-E7DA-C645-9E6D-28062D952730}">
      <dgm:prSet/>
      <dgm:spPr/>
      <dgm:t>
        <a:bodyPr/>
        <a:lstStyle/>
        <a:p>
          <a:endParaRPr kumimoji="1" lang="ja-JP" altLang="en-US"/>
        </a:p>
      </dgm:t>
    </dgm:pt>
    <dgm:pt modelId="{7A526DD7-9BA0-DA40-A171-8A2A28265B5E}">
      <dgm:prSet custT="1"/>
      <dgm:spPr/>
      <dgm:t>
        <a:bodyPr/>
        <a:lstStyle/>
        <a:p>
          <a:r>
            <a:rPr kumimoji="1" lang="ja-JP" sz="800"/>
            <a:t>法律文書の長文・専門語彙を高精度に </a:t>
          </a:r>
          <a:r>
            <a:rPr kumimoji="1" lang="en-US" sz="800" dirty="0"/>
            <a:t>embedding </a:t>
          </a:r>
          <a:r>
            <a:rPr kumimoji="1" lang="ja-JP" sz="800"/>
            <a:t>化する必要がある（判例の要旨抽出がボトルネック）</a:t>
          </a:r>
          <a:endParaRPr lang="ja-JP" sz="800"/>
        </a:p>
      </dgm:t>
    </dgm:pt>
    <dgm:pt modelId="{D9B75AD7-07CC-7547-8D4D-05B068986539}" type="parTrans" cxnId="{55BC2485-4969-4440-801D-17A069C81650}">
      <dgm:prSet/>
      <dgm:spPr/>
      <dgm:t>
        <a:bodyPr/>
        <a:lstStyle/>
        <a:p>
          <a:endParaRPr kumimoji="1" lang="ja-JP" altLang="en-US"/>
        </a:p>
      </dgm:t>
    </dgm:pt>
    <dgm:pt modelId="{18373059-6B66-F841-A9A1-382EFD61B8A6}" type="sibTrans" cxnId="{55BC2485-4969-4440-801D-17A069C81650}">
      <dgm:prSet/>
      <dgm:spPr/>
      <dgm:t>
        <a:bodyPr/>
        <a:lstStyle/>
        <a:p>
          <a:endParaRPr kumimoji="1" lang="ja-JP" altLang="en-US"/>
        </a:p>
      </dgm:t>
    </dgm:pt>
    <dgm:pt modelId="{21EB2413-81A2-4749-8436-5F11DA15A32C}">
      <dgm:prSet custT="1"/>
      <dgm:spPr/>
      <dgm:t>
        <a:bodyPr/>
        <a:lstStyle/>
        <a:p>
          <a:r>
            <a:rPr kumimoji="1" lang="en-US" sz="800" dirty="0"/>
            <a:t>HSI </a:t>
          </a:r>
          <a:r>
            <a:rPr kumimoji="1" lang="ja-JP" sz="800"/>
            <a:t>と判例類似性を統合する非線形モデル（</a:t>
          </a:r>
          <a:r>
            <a:rPr kumimoji="1" lang="en-US" sz="800" dirty="0"/>
            <a:t>g</a:t>
          </a:r>
          <a:r>
            <a:rPr kumimoji="1" lang="ja-JP" sz="800"/>
            <a:t>）を設計・検証する科学的基盤が必要</a:t>
          </a:r>
          <a:endParaRPr lang="ja-JP" sz="800"/>
        </a:p>
      </dgm:t>
    </dgm:pt>
    <dgm:pt modelId="{46EB6AE4-600E-1547-AAD3-553429889CC2}" type="parTrans" cxnId="{86BA2C97-CD53-3340-94AE-717F96C88566}">
      <dgm:prSet/>
      <dgm:spPr/>
      <dgm:t>
        <a:bodyPr/>
        <a:lstStyle/>
        <a:p>
          <a:endParaRPr kumimoji="1" lang="ja-JP" altLang="en-US"/>
        </a:p>
      </dgm:t>
    </dgm:pt>
    <dgm:pt modelId="{882017F8-1F9C-1B4A-A787-5B7E9E5AD6C0}" type="sibTrans" cxnId="{86BA2C97-CD53-3340-94AE-717F96C88566}">
      <dgm:prSet/>
      <dgm:spPr/>
      <dgm:t>
        <a:bodyPr/>
        <a:lstStyle/>
        <a:p>
          <a:endParaRPr kumimoji="1" lang="ja-JP" altLang="en-US"/>
        </a:p>
      </dgm:t>
    </dgm:pt>
    <dgm:pt modelId="{6E68E66A-74A2-AB4C-A511-2A8EA876CA70}">
      <dgm:prSet custT="1"/>
      <dgm:spPr/>
      <dgm:t>
        <a:bodyPr/>
        <a:lstStyle/>
        <a:p>
          <a:r>
            <a:rPr kumimoji="1" lang="ja-JP" sz="800"/>
            <a:t>証拠品質（</a:t>
          </a:r>
          <a:r>
            <a:rPr kumimoji="1" lang="en-US" sz="800" dirty="0" err="1"/>
            <a:t>ProofQuality</a:t>
          </a:r>
          <a:r>
            <a:rPr kumimoji="1" lang="ja-JP" sz="800"/>
            <a:t>）は録音</a:t>
          </a:r>
          <a:r>
            <a:rPr kumimoji="1" lang="en-US" sz="800" dirty="0"/>
            <a:t>/</a:t>
          </a:r>
          <a:r>
            <a:rPr kumimoji="1" lang="ja-JP" sz="800"/>
            <a:t>ログのメタ情報（継続性・音質・一貫性）に依存し測定が難しい</a:t>
          </a:r>
          <a:endParaRPr lang="ja-JP" sz="800"/>
        </a:p>
      </dgm:t>
    </dgm:pt>
    <dgm:pt modelId="{922B417D-D63C-374D-9038-A6CFCDDE1DED}" type="parTrans" cxnId="{AAF4B119-2D71-B643-88AF-D6F6DD99D77B}">
      <dgm:prSet/>
      <dgm:spPr/>
      <dgm:t>
        <a:bodyPr/>
        <a:lstStyle/>
        <a:p>
          <a:endParaRPr kumimoji="1" lang="ja-JP" altLang="en-US"/>
        </a:p>
      </dgm:t>
    </dgm:pt>
    <dgm:pt modelId="{0C750B0E-7679-D246-A60C-4CF22978A130}" type="sibTrans" cxnId="{AAF4B119-2D71-B643-88AF-D6F6DD99D77B}">
      <dgm:prSet/>
      <dgm:spPr/>
      <dgm:t>
        <a:bodyPr/>
        <a:lstStyle/>
        <a:p>
          <a:endParaRPr kumimoji="1" lang="ja-JP" altLang="en-US"/>
        </a:p>
      </dgm:t>
    </dgm:pt>
    <dgm:pt modelId="{187B9154-5BA1-F843-BA71-5F42DF2887D0}">
      <dgm:prSet custT="1"/>
      <dgm:spPr/>
      <dgm:t>
        <a:bodyPr/>
        <a:lstStyle/>
        <a:p>
          <a:r>
            <a:rPr kumimoji="1" lang="ja-JP" altLang="en-US" sz="2000" b="1"/>
            <a:t>克服方法</a:t>
          </a:r>
          <a:endParaRPr kumimoji="1" lang="en-US" altLang="ja-JP" sz="2000" b="1" dirty="0"/>
        </a:p>
        <a:p>
          <a:r>
            <a:rPr kumimoji="1" lang="ja-JP" altLang="en-US" sz="2000" b="1"/>
            <a:t>（工夫）</a:t>
          </a:r>
          <a:endParaRPr lang="ja-JP" altLang="en-US" sz="2000"/>
        </a:p>
      </dgm:t>
    </dgm:pt>
    <dgm:pt modelId="{70CD7EED-3323-AF47-B267-0F0150AAB88F}" type="parTrans" cxnId="{5AE26CDB-252F-1546-8F63-B4670073F19D}">
      <dgm:prSet/>
      <dgm:spPr/>
      <dgm:t>
        <a:bodyPr/>
        <a:lstStyle/>
        <a:p>
          <a:endParaRPr kumimoji="1" lang="ja-JP" altLang="en-US"/>
        </a:p>
      </dgm:t>
    </dgm:pt>
    <dgm:pt modelId="{B192810C-4015-7D48-836C-DC1F09236422}" type="sibTrans" cxnId="{5AE26CDB-252F-1546-8F63-B4670073F19D}">
      <dgm:prSet/>
      <dgm:spPr/>
      <dgm:t>
        <a:bodyPr/>
        <a:lstStyle/>
        <a:p>
          <a:endParaRPr kumimoji="1" lang="ja-JP" altLang="en-US"/>
        </a:p>
      </dgm:t>
    </dgm:pt>
    <dgm:pt modelId="{7919749A-6238-2649-8A85-8E4E6CE1C6A7}">
      <dgm:prSet custT="1"/>
      <dgm:spPr/>
      <dgm:t>
        <a:bodyPr/>
        <a:lstStyle/>
        <a:p>
          <a:r>
            <a:rPr kumimoji="1" lang="ja-JP" sz="800"/>
            <a:t>判例は </a:t>
          </a:r>
          <a:r>
            <a:rPr kumimoji="1" lang="en-US" sz="800" dirty="0"/>
            <a:t>Legal-BERT</a:t>
          </a:r>
          <a:r>
            <a:rPr kumimoji="1" lang="ja-JP" sz="800"/>
            <a:t>系で事案要旨・認定事実・結論を分節し </a:t>
          </a:r>
          <a:r>
            <a:rPr kumimoji="1" lang="en-US" sz="800" dirty="0"/>
            <a:t>embedding</a:t>
          </a:r>
          <a:r>
            <a:rPr kumimoji="1" lang="ja-JP" sz="800"/>
            <a:t>（</a:t>
          </a:r>
          <a:r>
            <a:rPr kumimoji="1" lang="en-US" sz="800" dirty="0"/>
            <a:t>Sentence-BERT, </a:t>
          </a:r>
          <a:r>
            <a:rPr kumimoji="1" lang="en-US" sz="800" dirty="0" err="1"/>
            <a:t>LegalBERT</a:t>
          </a:r>
          <a:r>
            <a:rPr kumimoji="1" lang="ja-JP" sz="800"/>
            <a:t>） → </a:t>
          </a:r>
          <a:r>
            <a:rPr kumimoji="1" lang="en-US" sz="800" dirty="0" err="1"/>
            <a:t>Faiss</a:t>
          </a:r>
          <a:r>
            <a:rPr kumimoji="1" lang="en-US" sz="800" dirty="0"/>
            <a:t>/Milvus </a:t>
          </a:r>
          <a:r>
            <a:rPr kumimoji="1" lang="ja-JP" sz="800"/>
            <a:t>で高速検索</a:t>
          </a:r>
          <a:endParaRPr lang="ja-JP" sz="800"/>
        </a:p>
      </dgm:t>
    </dgm:pt>
    <dgm:pt modelId="{82499ABE-8B1F-8B44-870C-3A44FE8A42DC}" type="parTrans" cxnId="{12273FB5-9E07-404E-A190-0786B1A2EDC1}">
      <dgm:prSet/>
      <dgm:spPr/>
      <dgm:t>
        <a:bodyPr/>
        <a:lstStyle/>
        <a:p>
          <a:endParaRPr kumimoji="1" lang="ja-JP" altLang="en-US"/>
        </a:p>
      </dgm:t>
    </dgm:pt>
    <dgm:pt modelId="{D2AE735D-C6D5-6B49-A86C-69AFA8757714}" type="sibTrans" cxnId="{12273FB5-9E07-404E-A190-0786B1A2EDC1}">
      <dgm:prSet/>
      <dgm:spPr/>
      <dgm:t>
        <a:bodyPr/>
        <a:lstStyle/>
        <a:p>
          <a:endParaRPr kumimoji="1" lang="ja-JP" altLang="en-US"/>
        </a:p>
      </dgm:t>
    </dgm:pt>
    <dgm:pt modelId="{232F6B45-FBDA-724B-A6ED-831880A39B2E}">
      <dgm:prSet custT="1"/>
      <dgm:spPr/>
      <dgm:t>
        <a:bodyPr/>
        <a:lstStyle/>
        <a:p>
          <a:r>
            <a:rPr kumimoji="1" lang="en-US" sz="800" dirty="0" err="1"/>
            <a:t>WeightedSimilarity</a:t>
          </a:r>
          <a:r>
            <a:rPr kumimoji="1" lang="en-US" sz="800" dirty="0"/>
            <a:t> = cosine(</a:t>
          </a:r>
          <a:r>
            <a:rPr kumimoji="1" lang="en-US" sz="800" dirty="0" err="1"/>
            <a:t>HSI_vector</a:t>
          </a:r>
          <a:r>
            <a:rPr kumimoji="1" lang="en-US" sz="800" dirty="0"/>
            <a:t>, </a:t>
          </a:r>
          <a:r>
            <a:rPr kumimoji="1" lang="en-US" sz="800" dirty="0" err="1"/>
            <a:t>Case_vector</a:t>
          </a:r>
          <a:r>
            <a:rPr kumimoji="1" lang="en-US" sz="800" dirty="0"/>
            <a:t>) × (HSI/100) </a:t>
          </a:r>
          <a:r>
            <a:rPr kumimoji="1" lang="ja-JP" sz="800"/>
            <a:t>のような重み付けにより </a:t>
          </a:r>
          <a:r>
            <a:rPr kumimoji="1" lang="en-US" sz="800" dirty="0"/>
            <a:t>HSI </a:t>
          </a:r>
          <a:r>
            <a:rPr kumimoji="1" lang="ja-JP" sz="800"/>
            <a:t>を検索優先度に反映</a:t>
          </a:r>
          <a:endParaRPr lang="ja-JP" sz="800"/>
        </a:p>
      </dgm:t>
    </dgm:pt>
    <dgm:pt modelId="{EA2AE09E-7AA4-B34D-AE15-002DBD852660}" type="parTrans" cxnId="{18BF72BE-6908-5C46-970F-AC600D435DB5}">
      <dgm:prSet/>
      <dgm:spPr/>
      <dgm:t>
        <a:bodyPr/>
        <a:lstStyle/>
        <a:p>
          <a:endParaRPr kumimoji="1" lang="ja-JP" altLang="en-US"/>
        </a:p>
      </dgm:t>
    </dgm:pt>
    <dgm:pt modelId="{DF1DE8E0-843F-1D43-A9DE-F23CAD194B16}" type="sibTrans" cxnId="{18BF72BE-6908-5C46-970F-AC600D435DB5}">
      <dgm:prSet/>
      <dgm:spPr/>
      <dgm:t>
        <a:bodyPr/>
        <a:lstStyle/>
        <a:p>
          <a:endParaRPr kumimoji="1" lang="ja-JP" altLang="en-US"/>
        </a:p>
      </dgm:t>
    </dgm:pt>
    <dgm:pt modelId="{2D79379C-133F-D74A-A17B-9F6FF92FA3D5}">
      <dgm:prSet custT="1"/>
      <dgm:spPr/>
      <dgm:t>
        <a:bodyPr/>
        <a:lstStyle/>
        <a:p>
          <a:r>
            <a:rPr kumimoji="1" lang="en-US" sz="800" dirty="0" err="1"/>
            <a:t>EvidenceScore</a:t>
          </a:r>
          <a:r>
            <a:rPr kumimoji="1" lang="en-US" sz="800" dirty="0"/>
            <a:t> </a:t>
          </a:r>
          <a:r>
            <a:rPr kumimoji="1" lang="ja-JP" sz="800"/>
            <a:t>を数式化：</a:t>
          </a:r>
          <a:br>
            <a:rPr kumimoji="1" lang="ja-JP" sz="800"/>
          </a:br>
          <a:r>
            <a:rPr kumimoji="1" lang="en-US" sz="800" dirty="0" err="1"/>
            <a:t>EvidenceScore</a:t>
          </a:r>
          <a:r>
            <a:rPr kumimoji="1" lang="en-US" sz="800" dirty="0"/>
            <a:t> = </a:t>
          </a:r>
          <a:r>
            <a:rPr kumimoji="1" lang="el-GR" sz="800" dirty="0"/>
            <a:t>α*(</a:t>
          </a:r>
          <a:r>
            <a:rPr kumimoji="1" lang="en-US" sz="800" dirty="0"/>
            <a:t>HSI/100) + </a:t>
          </a:r>
          <a:r>
            <a:rPr kumimoji="1" lang="el-GR" sz="800" dirty="0"/>
            <a:t>β*</a:t>
          </a:r>
          <a:r>
            <a:rPr kumimoji="1" lang="en-US" sz="800" dirty="0" err="1"/>
            <a:t>LegalSimilarity</a:t>
          </a:r>
          <a:r>
            <a:rPr kumimoji="1" lang="en-US" sz="800" dirty="0"/>
            <a:t> + </a:t>
          </a:r>
          <a:r>
            <a:rPr kumimoji="1" lang="el-GR" sz="800" dirty="0"/>
            <a:t>γ*</a:t>
          </a:r>
          <a:r>
            <a:rPr kumimoji="1" lang="en-US" sz="800" dirty="0" err="1"/>
            <a:t>ProofQuality</a:t>
          </a:r>
          <a:br>
            <a:rPr kumimoji="1" lang="en-US" sz="800" dirty="0"/>
          </a:br>
          <a:r>
            <a:rPr kumimoji="1" lang="en-US" sz="800" dirty="0"/>
            <a:t>→ </a:t>
          </a:r>
          <a:r>
            <a:rPr kumimoji="1" lang="el-GR" sz="800" dirty="0" err="1"/>
            <a:t>α,β,γ</a:t>
          </a:r>
          <a:r>
            <a:rPr kumimoji="1" lang="el-GR" sz="800" dirty="0"/>
            <a:t> </a:t>
          </a:r>
          <a:r>
            <a:rPr kumimoji="1" lang="ja-JP" sz="800"/>
            <a:t>は専門家評価で学習 </a:t>
          </a:r>
          <a:r>
            <a:rPr kumimoji="1" lang="en-US" sz="800" dirty="0"/>
            <a:t>or </a:t>
          </a:r>
          <a:r>
            <a:rPr kumimoji="1" lang="ja-JP" sz="800"/>
            <a:t>人間評価で最適化</a:t>
          </a:r>
          <a:endParaRPr lang="ja-JP" sz="800"/>
        </a:p>
      </dgm:t>
    </dgm:pt>
    <dgm:pt modelId="{2B9300A2-5B4B-9F44-BE59-2D9BF2B1C599}" type="parTrans" cxnId="{92654839-745B-B54D-A055-CF7FB83D5D01}">
      <dgm:prSet/>
      <dgm:spPr/>
      <dgm:t>
        <a:bodyPr/>
        <a:lstStyle/>
        <a:p>
          <a:endParaRPr kumimoji="1" lang="ja-JP" altLang="en-US"/>
        </a:p>
      </dgm:t>
    </dgm:pt>
    <dgm:pt modelId="{ED048B83-DEF1-6249-B723-AE5C3D6077C0}" type="sibTrans" cxnId="{92654839-745B-B54D-A055-CF7FB83D5D01}">
      <dgm:prSet/>
      <dgm:spPr/>
      <dgm:t>
        <a:bodyPr/>
        <a:lstStyle/>
        <a:p>
          <a:endParaRPr kumimoji="1" lang="ja-JP" altLang="en-US"/>
        </a:p>
      </dgm:t>
    </dgm:pt>
    <dgm:pt modelId="{930A9E66-4D62-8D41-A271-45977D15927E}">
      <dgm:prSet custT="1"/>
      <dgm:spPr/>
      <dgm:t>
        <a:bodyPr/>
        <a:lstStyle/>
        <a:p>
          <a:r>
            <a:rPr kumimoji="1" lang="en-US" sz="800" dirty="0"/>
            <a:t>HSIE </a:t>
          </a:r>
          <a:r>
            <a:rPr kumimoji="1" lang="ja-JP" sz="800"/>
            <a:t>は </a:t>
          </a:r>
          <a:r>
            <a:rPr kumimoji="1" lang="en-US" sz="800" dirty="0"/>
            <a:t>g() </a:t>
          </a:r>
          <a:r>
            <a:rPr kumimoji="1" lang="ja-JP" sz="800"/>
            <a:t>をベイズ的・階層的モデルで定義（不確かさを定量化）し、</a:t>
          </a:r>
          <a:r>
            <a:rPr kumimoji="1" lang="en-US" sz="800" dirty="0"/>
            <a:t>HSIE</a:t>
          </a:r>
          <a:r>
            <a:rPr kumimoji="1" lang="ja-JP" sz="800"/>
            <a:t>の信頼区間を出力（例：</a:t>
          </a:r>
          <a:r>
            <a:rPr kumimoji="1" lang="en-US" sz="800" dirty="0"/>
            <a:t>HSIE=72 ± 8</a:t>
          </a:r>
          <a:r>
            <a:rPr kumimoji="1" lang="ja-JP" sz="700"/>
            <a:t>）</a:t>
          </a:r>
          <a:endParaRPr lang="ja-JP" sz="700"/>
        </a:p>
      </dgm:t>
    </dgm:pt>
    <dgm:pt modelId="{067B804D-F405-334F-BCB3-8B7A9D5E20FD}" type="parTrans" cxnId="{A0C4310E-731A-674C-AEB5-0217933149CA}">
      <dgm:prSet/>
      <dgm:spPr/>
      <dgm:t>
        <a:bodyPr/>
        <a:lstStyle/>
        <a:p>
          <a:endParaRPr kumimoji="1" lang="ja-JP" altLang="en-US"/>
        </a:p>
      </dgm:t>
    </dgm:pt>
    <dgm:pt modelId="{C9C5602B-00F6-8248-AAAE-C18C79A3A0B4}" type="sibTrans" cxnId="{A0C4310E-731A-674C-AEB5-0217933149CA}">
      <dgm:prSet/>
      <dgm:spPr/>
      <dgm:t>
        <a:bodyPr/>
        <a:lstStyle/>
        <a:p>
          <a:endParaRPr kumimoji="1" lang="ja-JP" altLang="en-US"/>
        </a:p>
      </dgm:t>
    </dgm:pt>
    <dgm:pt modelId="{02013E11-9076-E148-B78B-EDED1E4890CD}">
      <dgm:prSet custT="1"/>
      <dgm:spPr/>
      <dgm:t>
        <a:bodyPr/>
        <a:lstStyle/>
        <a:p>
          <a:r>
            <a:rPr kumimoji="1" lang="en-US" sz="800" dirty="0" err="1"/>
            <a:t>ProofQuality</a:t>
          </a:r>
          <a:r>
            <a:rPr kumimoji="1" lang="en-US" sz="800" dirty="0"/>
            <a:t> </a:t>
          </a:r>
          <a:r>
            <a:rPr kumimoji="1" lang="ja-JP" sz="800"/>
            <a:t>は録音</a:t>
          </a:r>
          <a:r>
            <a:rPr kumimoji="1" lang="en-US" sz="800" dirty="0"/>
            <a:t>SNR</a:t>
          </a:r>
          <a:r>
            <a:rPr kumimoji="1" lang="ja-JP" sz="800"/>
            <a:t>、継続性スコア、複数証言の一致度等を合成して定量化</a:t>
          </a:r>
          <a:endParaRPr lang="ja-JP" sz="800"/>
        </a:p>
      </dgm:t>
    </dgm:pt>
    <dgm:pt modelId="{D2C4784D-9107-A84E-9E99-2481A1BCE248}" type="parTrans" cxnId="{D351C89D-0C07-1441-B94D-FACE82E05AE5}">
      <dgm:prSet/>
      <dgm:spPr/>
      <dgm:t>
        <a:bodyPr/>
        <a:lstStyle/>
        <a:p>
          <a:endParaRPr kumimoji="1" lang="ja-JP" altLang="en-US"/>
        </a:p>
      </dgm:t>
    </dgm:pt>
    <dgm:pt modelId="{CFB205AC-D649-4D42-940D-D779AB6F53EB}" type="sibTrans" cxnId="{D351C89D-0C07-1441-B94D-FACE82E05AE5}">
      <dgm:prSet/>
      <dgm:spPr/>
      <dgm:t>
        <a:bodyPr/>
        <a:lstStyle/>
        <a:p>
          <a:endParaRPr kumimoji="1" lang="ja-JP" altLang="en-US"/>
        </a:p>
      </dgm:t>
    </dgm:pt>
    <dgm:pt modelId="{3DE39777-113D-F94A-AC9B-5928C190721F}">
      <dgm:prSet custT="1"/>
      <dgm:spPr/>
      <dgm:t>
        <a:bodyPr/>
        <a:lstStyle/>
        <a:p>
          <a:r>
            <a:rPr kumimoji="1" lang="ja-JP" sz="2000" b="1"/>
            <a:t>期待成果 </a:t>
          </a:r>
          <a:r>
            <a:rPr kumimoji="1" lang="en-US" sz="2000" b="1" dirty="0"/>
            <a:t>&amp; </a:t>
          </a:r>
          <a:r>
            <a:rPr kumimoji="1" lang="ja-JP" sz="2000" b="1"/>
            <a:t>評価指標</a:t>
          </a:r>
          <a:endParaRPr lang="ja-JP" sz="2000"/>
        </a:p>
      </dgm:t>
    </dgm:pt>
    <dgm:pt modelId="{E482C3FD-5AA2-D048-B2D7-E1A3960801F7}" type="parTrans" cxnId="{EC900F30-2401-8745-AEE3-D227747692D3}">
      <dgm:prSet/>
      <dgm:spPr/>
      <dgm:t>
        <a:bodyPr/>
        <a:lstStyle/>
        <a:p>
          <a:endParaRPr kumimoji="1" lang="ja-JP" altLang="en-US"/>
        </a:p>
      </dgm:t>
    </dgm:pt>
    <dgm:pt modelId="{AD844036-3643-CA42-987D-7CB5C4120C6E}" type="sibTrans" cxnId="{EC900F30-2401-8745-AEE3-D227747692D3}">
      <dgm:prSet/>
      <dgm:spPr/>
      <dgm:t>
        <a:bodyPr/>
        <a:lstStyle/>
        <a:p>
          <a:endParaRPr kumimoji="1" lang="ja-JP" altLang="en-US"/>
        </a:p>
      </dgm:t>
    </dgm:pt>
    <dgm:pt modelId="{B04DE1B2-85E0-CF4B-816F-07E6995606A5}">
      <dgm:prSet custT="1"/>
      <dgm:spPr/>
      <dgm:t>
        <a:bodyPr/>
        <a:lstStyle/>
        <a:p>
          <a:r>
            <a:rPr kumimoji="1" lang="ja-JP" sz="800"/>
            <a:t>判例</a:t>
          </a:r>
          <a:r>
            <a:rPr kumimoji="1" lang="en-US" sz="800" dirty="0"/>
            <a:t>Top-5</a:t>
          </a:r>
          <a:r>
            <a:rPr kumimoji="1" lang="ja-JP" sz="800"/>
            <a:t>の関連性（専門家評価）</a:t>
          </a:r>
          <a:r>
            <a:rPr kumimoji="1" lang="en-US" sz="800" dirty="0"/>
            <a:t>Top-5 accuracy ≥ 0.7</a:t>
          </a:r>
          <a:endParaRPr lang="ja-JP" sz="800"/>
        </a:p>
      </dgm:t>
    </dgm:pt>
    <dgm:pt modelId="{98FB5CA6-F343-DF48-A388-F14AD9DE88FD}" type="parTrans" cxnId="{2F09C3ED-77C9-5E4F-B116-F2DD794081AF}">
      <dgm:prSet/>
      <dgm:spPr/>
      <dgm:t>
        <a:bodyPr/>
        <a:lstStyle/>
        <a:p>
          <a:endParaRPr kumimoji="1" lang="ja-JP" altLang="en-US"/>
        </a:p>
      </dgm:t>
    </dgm:pt>
    <dgm:pt modelId="{35836351-714A-744E-AC1B-B1207A0A7C99}" type="sibTrans" cxnId="{2F09C3ED-77C9-5E4F-B116-F2DD794081AF}">
      <dgm:prSet/>
      <dgm:spPr/>
      <dgm:t>
        <a:bodyPr/>
        <a:lstStyle/>
        <a:p>
          <a:endParaRPr kumimoji="1" lang="ja-JP" altLang="en-US"/>
        </a:p>
      </dgm:t>
    </dgm:pt>
    <dgm:pt modelId="{6C84E02C-54BA-0C4A-94A4-FD36BB455064}">
      <dgm:prSet custT="1"/>
      <dgm:spPr/>
      <dgm:t>
        <a:bodyPr/>
        <a:lstStyle/>
        <a:p>
          <a:r>
            <a:rPr kumimoji="1" lang="en-US" sz="800" dirty="0" err="1"/>
            <a:t>EvidenceScore</a:t>
          </a:r>
          <a:r>
            <a:rPr kumimoji="1" lang="en-US" sz="800" dirty="0"/>
            <a:t> </a:t>
          </a:r>
          <a:r>
            <a:rPr kumimoji="1" lang="ja-JP" sz="800"/>
            <a:t>と法律家判断の相関（</a:t>
          </a:r>
          <a:r>
            <a:rPr kumimoji="1" lang="en-US" sz="800" dirty="0"/>
            <a:t>Spearman </a:t>
          </a:r>
          <a:r>
            <a:rPr kumimoji="1" lang="el-GR" sz="800" dirty="0"/>
            <a:t>ρ</a:t>
          </a:r>
          <a:r>
            <a:rPr kumimoji="1" lang="ja-JP" sz="800"/>
            <a:t>） ≥ </a:t>
          </a:r>
          <a:r>
            <a:rPr kumimoji="1" lang="el-GR" sz="800" dirty="0"/>
            <a:t>0.7</a:t>
          </a:r>
          <a:endParaRPr lang="ja-JP" sz="800"/>
        </a:p>
      </dgm:t>
    </dgm:pt>
    <dgm:pt modelId="{D82C1A58-46F4-4841-9B60-CFB5E2150A57}" type="parTrans" cxnId="{FA724CEE-3EED-B943-9A40-4B328088F236}">
      <dgm:prSet/>
      <dgm:spPr/>
      <dgm:t>
        <a:bodyPr/>
        <a:lstStyle/>
        <a:p>
          <a:endParaRPr kumimoji="1" lang="ja-JP" altLang="en-US"/>
        </a:p>
      </dgm:t>
    </dgm:pt>
    <dgm:pt modelId="{FD74D17A-5289-F248-996C-B70AA6498EEB}" type="sibTrans" cxnId="{FA724CEE-3EED-B943-9A40-4B328088F236}">
      <dgm:prSet/>
      <dgm:spPr/>
      <dgm:t>
        <a:bodyPr/>
        <a:lstStyle/>
        <a:p>
          <a:endParaRPr kumimoji="1" lang="ja-JP" altLang="en-US"/>
        </a:p>
      </dgm:t>
    </dgm:pt>
    <dgm:pt modelId="{57FA596B-0C06-5D43-B9FE-1B02648B4D94}">
      <dgm:prSet custT="1"/>
      <dgm:spPr/>
      <dgm:t>
        <a:bodyPr/>
        <a:lstStyle/>
        <a:p>
          <a:r>
            <a:rPr kumimoji="1" lang="en-US" sz="800" dirty="0"/>
            <a:t>HSIE</a:t>
          </a:r>
          <a:r>
            <a:rPr kumimoji="1" lang="ja-JP" sz="800"/>
            <a:t>（最終出力）と弁護士の「訴訟可能性」判定の一致度（</a:t>
          </a:r>
          <a:r>
            <a:rPr kumimoji="1" lang="en-US" sz="800" dirty="0"/>
            <a:t>Cohen’s </a:t>
          </a:r>
          <a:r>
            <a:rPr kumimoji="1" lang="el-GR" sz="800" dirty="0"/>
            <a:t>κ</a:t>
          </a:r>
          <a:r>
            <a:rPr kumimoji="1" lang="ja-JP" sz="800"/>
            <a:t>） ≥ </a:t>
          </a:r>
          <a:r>
            <a:rPr kumimoji="1" lang="el-GR" sz="800" dirty="0"/>
            <a:t>0.6</a:t>
          </a:r>
          <a:endParaRPr lang="ja-JP" sz="800"/>
        </a:p>
      </dgm:t>
    </dgm:pt>
    <dgm:pt modelId="{B1F2DCAB-F4BA-4F47-BAAA-214A07126157}" type="parTrans" cxnId="{1D1EB551-C778-FB4D-98CA-FE573C6C7338}">
      <dgm:prSet/>
      <dgm:spPr/>
      <dgm:t>
        <a:bodyPr/>
        <a:lstStyle/>
        <a:p>
          <a:endParaRPr kumimoji="1" lang="ja-JP" altLang="en-US"/>
        </a:p>
      </dgm:t>
    </dgm:pt>
    <dgm:pt modelId="{87E2559E-600D-974C-8B06-D6C835683DB7}" type="sibTrans" cxnId="{1D1EB551-C778-FB4D-98CA-FE573C6C7338}">
      <dgm:prSet/>
      <dgm:spPr/>
      <dgm:t>
        <a:bodyPr/>
        <a:lstStyle/>
        <a:p>
          <a:endParaRPr kumimoji="1" lang="ja-JP" altLang="en-US"/>
        </a:p>
      </dgm:t>
    </dgm:pt>
    <dgm:pt modelId="{CA9A1FDD-A26E-1D4F-B684-1AC410A79CC0}">
      <dgm:prSet custT="1"/>
      <dgm:spPr/>
      <dgm:t>
        <a:bodyPr/>
        <a:lstStyle/>
        <a:p>
          <a:r>
            <a:rPr kumimoji="1" lang="ja-JP" sz="800"/>
            <a:t>システム全体（録音→</a:t>
          </a:r>
          <a:r>
            <a:rPr kumimoji="1" lang="en-US" sz="800" dirty="0"/>
            <a:t>HSIE</a:t>
          </a:r>
          <a:r>
            <a:rPr kumimoji="1" lang="ja-JP" sz="800"/>
            <a:t>）での稼働</a:t>
          </a:r>
          <a:r>
            <a:rPr kumimoji="1" lang="en-US" sz="800" dirty="0"/>
            <a:t>PoC</a:t>
          </a:r>
          <a:r>
            <a:rPr kumimoji="1" lang="ja-JP" sz="800"/>
            <a:t>を </a:t>
          </a:r>
          <a:r>
            <a:rPr kumimoji="1" lang="en-US" sz="800" dirty="0"/>
            <a:t>12</a:t>
          </a:r>
          <a:r>
            <a:rPr kumimoji="1" lang="ja-JP" sz="800"/>
            <a:t>ヶ月以内に実装（</a:t>
          </a:r>
          <a:r>
            <a:rPr kumimoji="1" lang="en-US" sz="800" dirty="0"/>
            <a:t>Phase4</a:t>
          </a:r>
          <a:r>
            <a:rPr kumimoji="1" lang="ja-JP" sz="800"/>
            <a:t>）</a:t>
          </a:r>
          <a:endParaRPr lang="ja-JP" sz="800"/>
        </a:p>
      </dgm:t>
    </dgm:pt>
    <dgm:pt modelId="{0E2BFCC3-E700-F742-9188-2439CAD2A8C9}" type="parTrans" cxnId="{0CE45B5F-D3FF-AD44-A855-1A850B4EC98A}">
      <dgm:prSet/>
      <dgm:spPr/>
      <dgm:t>
        <a:bodyPr/>
        <a:lstStyle/>
        <a:p>
          <a:endParaRPr kumimoji="1" lang="ja-JP" altLang="en-US"/>
        </a:p>
      </dgm:t>
    </dgm:pt>
    <dgm:pt modelId="{DD3B2E78-8858-2841-AE1D-5DF383B979F1}" type="sibTrans" cxnId="{0CE45B5F-D3FF-AD44-A855-1A850B4EC98A}">
      <dgm:prSet/>
      <dgm:spPr/>
      <dgm:t>
        <a:bodyPr/>
        <a:lstStyle/>
        <a:p>
          <a:endParaRPr kumimoji="1" lang="ja-JP" altLang="en-US"/>
        </a:p>
      </dgm:t>
    </dgm:pt>
    <dgm:pt modelId="{04A72105-A662-AD4C-9475-3BDBF7F63560}" type="pres">
      <dgm:prSet presAssocID="{BB058FD4-840B-BC45-957A-F60DF956B6E5}" presName="vert0" presStyleCnt="0">
        <dgm:presLayoutVars>
          <dgm:dir/>
          <dgm:animOne val="branch"/>
          <dgm:animLvl val="lvl"/>
        </dgm:presLayoutVars>
      </dgm:prSet>
      <dgm:spPr/>
    </dgm:pt>
    <dgm:pt modelId="{2FE53933-4BE6-A045-94A7-1FBD2BC2B14E}" type="pres">
      <dgm:prSet presAssocID="{921DEAB4-4F14-5A47-AC4B-FBB7DA415539}" presName="thickLine" presStyleLbl="alignNode1" presStyleIdx="0" presStyleCnt="4"/>
      <dgm:spPr/>
    </dgm:pt>
    <dgm:pt modelId="{B08DFFC1-975A-9446-B752-C79B19DA1072}" type="pres">
      <dgm:prSet presAssocID="{921DEAB4-4F14-5A47-AC4B-FBB7DA415539}" presName="horz1" presStyleCnt="0"/>
      <dgm:spPr/>
    </dgm:pt>
    <dgm:pt modelId="{84071AD1-6875-0240-AFF6-EDCC65CF7E8A}" type="pres">
      <dgm:prSet presAssocID="{921DEAB4-4F14-5A47-AC4B-FBB7DA415539}" presName="tx1" presStyleLbl="revTx" presStyleIdx="0" presStyleCnt="17"/>
      <dgm:spPr/>
    </dgm:pt>
    <dgm:pt modelId="{A9B5A91E-C62C-AD49-97D6-31F2AF395E95}" type="pres">
      <dgm:prSet presAssocID="{921DEAB4-4F14-5A47-AC4B-FBB7DA415539}" presName="vert1" presStyleCnt="0"/>
      <dgm:spPr/>
    </dgm:pt>
    <dgm:pt modelId="{AF471528-0706-4C45-B2FE-0EC371FE590A}" type="pres">
      <dgm:prSet presAssocID="{7CA75611-2636-9F4F-8B71-8B2788636440}" presName="vertSpace2a" presStyleCnt="0"/>
      <dgm:spPr/>
    </dgm:pt>
    <dgm:pt modelId="{FAFDC1B6-399E-A24B-9B85-74078BB79C48}" type="pres">
      <dgm:prSet presAssocID="{7CA75611-2636-9F4F-8B71-8B2788636440}" presName="horz2" presStyleCnt="0"/>
      <dgm:spPr/>
    </dgm:pt>
    <dgm:pt modelId="{053DF441-364C-9145-BEAF-8EA088526107}" type="pres">
      <dgm:prSet presAssocID="{7CA75611-2636-9F4F-8B71-8B2788636440}" presName="horzSpace2" presStyleCnt="0"/>
      <dgm:spPr/>
    </dgm:pt>
    <dgm:pt modelId="{1752F77F-4683-A848-B3CD-BEF37E2EB0C3}" type="pres">
      <dgm:prSet presAssocID="{7CA75611-2636-9F4F-8B71-8B2788636440}" presName="tx2" presStyleLbl="revTx" presStyleIdx="1" presStyleCnt="17"/>
      <dgm:spPr/>
    </dgm:pt>
    <dgm:pt modelId="{2BDEC487-D670-5C4D-9DD6-8EE11FA65B9C}" type="pres">
      <dgm:prSet presAssocID="{7CA75611-2636-9F4F-8B71-8B2788636440}" presName="vert2" presStyleCnt="0"/>
      <dgm:spPr/>
    </dgm:pt>
    <dgm:pt modelId="{75B05F68-1A32-BF4A-BDFB-999AE3626586}" type="pres">
      <dgm:prSet presAssocID="{7CA75611-2636-9F4F-8B71-8B2788636440}" presName="thinLine2b" presStyleLbl="callout" presStyleIdx="0" presStyleCnt="13"/>
      <dgm:spPr/>
    </dgm:pt>
    <dgm:pt modelId="{31F36DCF-C077-B74C-BC4F-94E335ED2FC9}" type="pres">
      <dgm:prSet presAssocID="{7CA75611-2636-9F4F-8B71-8B2788636440}" presName="vertSpace2b" presStyleCnt="0"/>
      <dgm:spPr/>
    </dgm:pt>
    <dgm:pt modelId="{F076517E-6D1A-9E4B-B6F4-14213EE621EA}" type="pres">
      <dgm:prSet presAssocID="{36B0049B-A3A5-6549-9582-DF6A1B7DD7E6}" presName="thickLine" presStyleLbl="alignNode1" presStyleIdx="1" presStyleCnt="4"/>
      <dgm:spPr/>
    </dgm:pt>
    <dgm:pt modelId="{59DA3B36-0B79-8A4F-A950-B172072D5B6E}" type="pres">
      <dgm:prSet presAssocID="{36B0049B-A3A5-6549-9582-DF6A1B7DD7E6}" presName="horz1" presStyleCnt="0"/>
      <dgm:spPr/>
    </dgm:pt>
    <dgm:pt modelId="{2857D3D5-9D33-6147-A5DF-8E97BFED20B8}" type="pres">
      <dgm:prSet presAssocID="{36B0049B-A3A5-6549-9582-DF6A1B7DD7E6}" presName="tx1" presStyleLbl="revTx" presStyleIdx="2" presStyleCnt="17"/>
      <dgm:spPr/>
    </dgm:pt>
    <dgm:pt modelId="{69630C55-0DA3-ED47-A05A-E50BDF46B07D}" type="pres">
      <dgm:prSet presAssocID="{36B0049B-A3A5-6549-9582-DF6A1B7DD7E6}" presName="vert1" presStyleCnt="0"/>
      <dgm:spPr/>
    </dgm:pt>
    <dgm:pt modelId="{03754F02-64DE-CC42-9BC7-9F176AEA2CAF}" type="pres">
      <dgm:prSet presAssocID="{7A526DD7-9BA0-DA40-A171-8A2A28265B5E}" presName="vertSpace2a" presStyleCnt="0"/>
      <dgm:spPr/>
    </dgm:pt>
    <dgm:pt modelId="{29C83C13-5341-E54D-9FA5-4E338F5435A0}" type="pres">
      <dgm:prSet presAssocID="{7A526DD7-9BA0-DA40-A171-8A2A28265B5E}" presName="horz2" presStyleCnt="0"/>
      <dgm:spPr/>
    </dgm:pt>
    <dgm:pt modelId="{3333CEDF-85A7-5540-B438-7B15E212D589}" type="pres">
      <dgm:prSet presAssocID="{7A526DD7-9BA0-DA40-A171-8A2A28265B5E}" presName="horzSpace2" presStyleCnt="0"/>
      <dgm:spPr/>
    </dgm:pt>
    <dgm:pt modelId="{BB61D6B9-8E20-0A46-8A46-9307E5153FA7}" type="pres">
      <dgm:prSet presAssocID="{7A526DD7-9BA0-DA40-A171-8A2A28265B5E}" presName="tx2" presStyleLbl="revTx" presStyleIdx="3" presStyleCnt="17"/>
      <dgm:spPr/>
    </dgm:pt>
    <dgm:pt modelId="{3E51018C-5086-5546-AEDE-AFEC2F312209}" type="pres">
      <dgm:prSet presAssocID="{7A526DD7-9BA0-DA40-A171-8A2A28265B5E}" presName="vert2" presStyleCnt="0"/>
      <dgm:spPr/>
    </dgm:pt>
    <dgm:pt modelId="{6B835B08-520B-5143-80E2-2625EFD667AD}" type="pres">
      <dgm:prSet presAssocID="{7A526DD7-9BA0-DA40-A171-8A2A28265B5E}" presName="thinLine2b" presStyleLbl="callout" presStyleIdx="1" presStyleCnt="13"/>
      <dgm:spPr/>
    </dgm:pt>
    <dgm:pt modelId="{34301FF0-570D-7542-8F56-B87A501C98ED}" type="pres">
      <dgm:prSet presAssocID="{7A526DD7-9BA0-DA40-A171-8A2A28265B5E}" presName="vertSpace2b" presStyleCnt="0"/>
      <dgm:spPr/>
    </dgm:pt>
    <dgm:pt modelId="{0FD0F5F3-4E69-9E40-8574-A2386E9D88BF}" type="pres">
      <dgm:prSet presAssocID="{21EB2413-81A2-4749-8436-5F11DA15A32C}" presName="horz2" presStyleCnt="0"/>
      <dgm:spPr/>
    </dgm:pt>
    <dgm:pt modelId="{8F84A294-987F-434E-BC17-B933862551F3}" type="pres">
      <dgm:prSet presAssocID="{21EB2413-81A2-4749-8436-5F11DA15A32C}" presName="horzSpace2" presStyleCnt="0"/>
      <dgm:spPr/>
    </dgm:pt>
    <dgm:pt modelId="{655073FE-AC57-1740-A0BD-8D3182045AC8}" type="pres">
      <dgm:prSet presAssocID="{21EB2413-81A2-4749-8436-5F11DA15A32C}" presName="tx2" presStyleLbl="revTx" presStyleIdx="4" presStyleCnt="17"/>
      <dgm:spPr/>
    </dgm:pt>
    <dgm:pt modelId="{0FE956C7-1BE9-D840-84E2-CD4D4515DAB5}" type="pres">
      <dgm:prSet presAssocID="{21EB2413-81A2-4749-8436-5F11DA15A32C}" presName="vert2" presStyleCnt="0"/>
      <dgm:spPr/>
    </dgm:pt>
    <dgm:pt modelId="{AFBE8E5D-101C-9949-B41E-BAF5A6BA445B}" type="pres">
      <dgm:prSet presAssocID="{21EB2413-81A2-4749-8436-5F11DA15A32C}" presName="thinLine2b" presStyleLbl="callout" presStyleIdx="2" presStyleCnt="13"/>
      <dgm:spPr/>
    </dgm:pt>
    <dgm:pt modelId="{2FC8B7BD-BC45-0D48-9227-05C7017A146F}" type="pres">
      <dgm:prSet presAssocID="{21EB2413-81A2-4749-8436-5F11DA15A32C}" presName="vertSpace2b" presStyleCnt="0"/>
      <dgm:spPr/>
    </dgm:pt>
    <dgm:pt modelId="{BF31C6BC-CCEB-3746-A88F-746E57AF0BE9}" type="pres">
      <dgm:prSet presAssocID="{6E68E66A-74A2-AB4C-A511-2A8EA876CA70}" presName="horz2" presStyleCnt="0"/>
      <dgm:spPr/>
    </dgm:pt>
    <dgm:pt modelId="{8A4080B4-56F1-F445-94E8-5EC6B6D0A6FD}" type="pres">
      <dgm:prSet presAssocID="{6E68E66A-74A2-AB4C-A511-2A8EA876CA70}" presName="horzSpace2" presStyleCnt="0"/>
      <dgm:spPr/>
    </dgm:pt>
    <dgm:pt modelId="{E6ED14E3-A473-A742-BE17-EF11A83D8293}" type="pres">
      <dgm:prSet presAssocID="{6E68E66A-74A2-AB4C-A511-2A8EA876CA70}" presName="tx2" presStyleLbl="revTx" presStyleIdx="5" presStyleCnt="17"/>
      <dgm:spPr/>
    </dgm:pt>
    <dgm:pt modelId="{60F51E97-758F-614B-B75A-D8A454308FB3}" type="pres">
      <dgm:prSet presAssocID="{6E68E66A-74A2-AB4C-A511-2A8EA876CA70}" presName="vert2" presStyleCnt="0"/>
      <dgm:spPr/>
    </dgm:pt>
    <dgm:pt modelId="{0A58D43D-874F-704D-929F-4CE39FC3B39F}" type="pres">
      <dgm:prSet presAssocID="{6E68E66A-74A2-AB4C-A511-2A8EA876CA70}" presName="thinLine2b" presStyleLbl="callout" presStyleIdx="3" presStyleCnt="13"/>
      <dgm:spPr/>
    </dgm:pt>
    <dgm:pt modelId="{5B46E558-778F-194D-B270-604F0A49AAF3}" type="pres">
      <dgm:prSet presAssocID="{6E68E66A-74A2-AB4C-A511-2A8EA876CA70}" presName="vertSpace2b" presStyleCnt="0"/>
      <dgm:spPr/>
    </dgm:pt>
    <dgm:pt modelId="{35122B3D-4E42-B84A-BC9F-9C21E185A40C}" type="pres">
      <dgm:prSet presAssocID="{187B9154-5BA1-F843-BA71-5F42DF2887D0}" presName="thickLine" presStyleLbl="alignNode1" presStyleIdx="2" presStyleCnt="4"/>
      <dgm:spPr/>
    </dgm:pt>
    <dgm:pt modelId="{5B21A12A-2E63-1D46-8012-793A9E7D4820}" type="pres">
      <dgm:prSet presAssocID="{187B9154-5BA1-F843-BA71-5F42DF2887D0}" presName="horz1" presStyleCnt="0"/>
      <dgm:spPr/>
    </dgm:pt>
    <dgm:pt modelId="{5884F5B3-2814-C44A-B262-F4840877A103}" type="pres">
      <dgm:prSet presAssocID="{187B9154-5BA1-F843-BA71-5F42DF2887D0}" presName="tx1" presStyleLbl="revTx" presStyleIdx="6" presStyleCnt="17" custScaleY="146367"/>
      <dgm:spPr/>
    </dgm:pt>
    <dgm:pt modelId="{7FC13851-BB0A-A94F-A33E-BB0478940F5D}" type="pres">
      <dgm:prSet presAssocID="{187B9154-5BA1-F843-BA71-5F42DF2887D0}" presName="vert1" presStyleCnt="0"/>
      <dgm:spPr/>
    </dgm:pt>
    <dgm:pt modelId="{0789216E-D74D-D94A-B420-A7F704482154}" type="pres">
      <dgm:prSet presAssocID="{7919749A-6238-2649-8A85-8E4E6CE1C6A7}" presName="vertSpace2a" presStyleCnt="0"/>
      <dgm:spPr/>
    </dgm:pt>
    <dgm:pt modelId="{D637417F-A899-1742-BE06-A20F0DAFB66B}" type="pres">
      <dgm:prSet presAssocID="{7919749A-6238-2649-8A85-8E4E6CE1C6A7}" presName="horz2" presStyleCnt="0"/>
      <dgm:spPr/>
    </dgm:pt>
    <dgm:pt modelId="{BD3D48F7-F6A1-F946-BD8E-D0B00D1FBFDD}" type="pres">
      <dgm:prSet presAssocID="{7919749A-6238-2649-8A85-8E4E6CE1C6A7}" presName="horzSpace2" presStyleCnt="0"/>
      <dgm:spPr/>
    </dgm:pt>
    <dgm:pt modelId="{EC7C1DA2-9765-AD45-9712-88A7B08EE0DA}" type="pres">
      <dgm:prSet presAssocID="{7919749A-6238-2649-8A85-8E4E6CE1C6A7}" presName="tx2" presStyleLbl="revTx" presStyleIdx="7" presStyleCnt="17"/>
      <dgm:spPr/>
    </dgm:pt>
    <dgm:pt modelId="{E3DFE97E-736A-7A40-B4EF-0FCECE1ABBE7}" type="pres">
      <dgm:prSet presAssocID="{7919749A-6238-2649-8A85-8E4E6CE1C6A7}" presName="vert2" presStyleCnt="0"/>
      <dgm:spPr/>
    </dgm:pt>
    <dgm:pt modelId="{4F3C82EB-9BAE-4A4B-9302-BFAB1771EA33}" type="pres">
      <dgm:prSet presAssocID="{7919749A-6238-2649-8A85-8E4E6CE1C6A7}" presName="thinLine2b" presStyleLbl="callout" presStyleIdx="4" presStyleCnt="13"/>
      <dgm:spPr/>
    </dgm:pt>
    <dgm:pt modelId="{78A448E6-DF4D-EE4C-94CA-32AD55526725}" type="pres">
      <dgm:prSet presAssocID="{7919749A-6238-2649-8A85-8E4E6CE1C6A7}" presName="vertSpace2b" presStyleCnt="0"/>
      <dgm:spPr/>
    </dgm:pt>
    <dgm:pt modelId="{864C98F8-E8B9-3C46-994C-E1F019224853}" type="pres">
      <dgm:prSet presAssocID="{232F6B45-FBDA-724B-A6ED-831880A39B2E}" presName="horz2" presStyleCnt="0"/>
      <dgm:spPr/>
    </dgm:pt>
    <dgm:pt modelId="{4D31E2CB-4C12-8D49-AC65-07C612C972BE}" type="pres">
      <dgm:prSet presAssocID="{232F6B45-FBDA-724B-A6ED-831880A39B2E}" presName="horzSpace2" presStyleCnt="0"/>
      <dgm:spPr/>
    </dgm:pt>
    <dgm:pt modelId="{DCC714B6-3891-204C-91EC-7A5F7A09B369}" type="pres">
      <dgm:prSet presAssocID="{232F6B45-FBDA-724B-A6ED-831880A39B2E}" presName="tx2" presStyleLbl="revTx" presStyleIdx="8" presStyleCnt="17"/>
      <dgm:spPr/>
    </dgm:pt>
    <dgm:pt modelId="{A4F442C3-8C88-944C-9FDC-DA56DC87312D}" type="pres">
      <dgm:prSet presAssocID="{232F6B45-FBDA-724B-A6ED-831880A39B2E}" presName="vert2" presStyleCnt="0"/>
      <dgm:spPr/>
    </dgm:pt>
    <dgm:pt modelId="{8843E43E-FC0F-6346-88EE-B621A1C10674}" type="pres">
      <dgm:prSet presAssocID="{232F6B45-FBDA-724B-A6ED-831880A39B2E}" presName="thinLine2b" presStyleLbl="callout" presStyleIdx="5" presStyleCnt="13"/>
      <dgm:spPr/>
    </dgm:pt>
    <dgm:pt modelId="{F401AFF5-9CBF-164F-AD0D-1B0ED73347A4}" type="pres">
      <dgm:prSet presAssocID="{232F6B45-FBDA-724B-A6ED-831880A39B2E}" presName="vertSpace2b" presStyleCnt="0"/>
      <dgm:spPr/>
    </dgm:pt>
    <dgm:pt modelId="{6E8858D0-3276-1E4D-A20C-B540610D2FFD}" type="pres">
      <dgm:prSet presAssocID="{2D79379C-133F-D74A-A17B-9F6FF92FA3D5}" presName="horz2" presStyleCnt="0"/>
      <dgm:spPr/>
    </dgm:pt>
    <dgm:pt modelId="{6EB30C06-F0DB-9D43-842F-441B99D16877}" type="pres">
      <dgm:prSet presAssocID="{2D79379C-133F-D74A-A17B-9F6FF92FA3D5}" presName="horzSpace2" presStyleCnt="0"/>
      <dgm:spPr/>
    </dgm:pt>
    <dgm:pt modelId="{84DDEFD7-57E0-B547-8BD6-FE75CAF1CD5D}" type="pres">
      <dgm:prSet presAssocID="{2D79379C-133F-D74A-A17B-9F6FF92FA3D5}" presName="tx2" presStyleLbl="revTx" presStyleIdx="9" presStyleCnt="17"/>
      <dgm:spPr/>
    </dgm:pt>
    <dgm:pt modelId="{B7D85C2D-DDB4-5F4B-8606-217BFE8E93EE}" type="pres">
      <dgm:prSet presAssocID="{2D79379C-133F-D74A-A17B-9F6FF92FA3D5}" presName="vert2" presStyleCnt="0"/>
      <dgm:spPr/>
    </dgm:pt>
    <dgm:pt modelId="{ACC4BF65-EF20-5A4B-80BD-D6560195BA41}" type="pres">
      <dgm:prSet presAssocID="{2D79379C-133F-D74A-A17B-9F6FF92FA3D5}" presName="thinLine2b" presStyleLbl="callout" presStyleIdx="6" presStyleCnt="13" custLinFactY="681832" custLinFactNeighborX="-498" custLinFactNeighborY="700000"/>
      <dgm:spPr/>
    </dgm:pt>
    <dgm:pt modelId="{B0104A3E-39FC-3542-82D2-5CCB733AEE5D}" type="pres">
      <dgm:prSet presAssocID="{2D79379C-133F-D74A-A17B-9F6FF92FA3D5}" presName="vertSpace2b" presStyleCnt="0"/>
      <dgm:spPr/>
    </dgm:pt>
    <dgm:pt modelId="{FEA2140C-A326-8446-908D-296937621168}" type="pres">
      <dgm:prSet presAssocID="{930A9E66-4D62-8D41-A271-45977D15927E}" presName="horz2" presStyleCnt="0"/>
      <dgm:spPr/>
    </dgm:pt>
    <dgm:pt modelId="{F22DB3EA-E299-4241-BC45-5A53EC7648B4}" type="pres">
      <dgm:prSet presAssocID="{930A9E66-4D62-8D41-A271-45977D15927E}" presName="horzSpace2" presStyleCnt="0"/>
      <dgm:spPr/>
    </dgm:pt>
    <dgm:pt modelId="{0CFCDE53-651C-2E49-94A3-E12878D0F940}" type="pres">
      <dgm:prSet presAssocID="{930A9E66-4D62-8D41-A271-45977D15927E}" presName="tx2" presStyleLbl="revTx" presStyleIdx="10" presStyleCnt="17" custLinFactY="98399" custLinFactNeighborX="428" custLinFactNeighborY="100000"/>
      <dgm:spPr/>
    </dgm:pt>
    <dgm:pt modelId="{93F72251-54FA-2D45-9DD6-F5A3F1212464}" type="pres">
      <dgm:prSet presAssocID="{930A9E66-4D62-8D41-A271-45977D15927E}" presName="vert2" presStyleCnt="0"/>
      <dgm:spPr/>
    </dgm:pt>
    <dgm:pt modelId="{6F64A3EC-0D65-4D41-A355-C1858FE67C63}" type="pres">
      <dgm:prSet presAssocID="{930A9E66-4D62-8D41-A271-45977D15927E}" presName="thinLine2b" presStyleLbl="callout" presStyleIdx="7" presStyleCnt="13" custLinFactY="900000" custLinFactNeighborX="-441" custLinFactNeighborY="998856"/>
      <dgm:spPr/>
    </dgm:pt>
    <dgm:pt modelId="{2BA270CF-E995-D246-8DA1-A04194281FFA}" type="pres">
      <dgm:prSet presAssocID="{930A9E66-4D62-8D41-A271-45977D15927E}" presName="vertSpace2b" presStyleCnt="0"/>
      <dgm:spPr/>
    </dgm:pt>
    <dgm:pt modelId="{0F5F4F9B-906C-5247-B8B2-4ECD50C6F0DE}" type="pres">
      <dgm:prSet presAssocID="{02013E11-9076-E148-B78B-EDED1E4890CD}" presName="horz2" presStyleCnt="0"/>
      <dgm:spPr/>
    </dgm:pt>
    <dgm:pt modelId="{489E8A3A-69A7-B143-8749-2C304E5D2227}" type="pres">
      <dgm:prSet presAssocID="{02013E11-9076-E148-B78B-EDED1E4890CD}" presName="horzSpace2" presStyleCnt="0"/>
      <dgm:spPr/>
    </dgm:pt>
    <dgm:pt modelId="{260396C3-8B10-3B4B-A4DC-47E1B9422C6D}" type="pres">
      <dgm:prSet presAssocID="{02013E11-9076-E148-B78B-EDED1E4890CD}" presName="tx2" presStyleLbl="revTx" presStyleIdx="11" presStyleCnt="17" custLinFactY="100000" custLinFactNeighborX="451" custLinFactNeighborY="129468"/>
      <dgm:spPr/>
    </dgm:pt>
    <dgm:pt modelId="{8712B0CC-E3DD-7A49-B6A0-0749B8998DDC}" type="pres">
      <dgm:prSet presAssocID="{02013E11-9076-E148-B78B-EDED1E4890CD}" presName="vert2" presStyleCnt="0"/>
      <dgm:spPr/>
    </dgm:pt>
    <dgm:pt modelId="{74C2453E-F0DF-5B4D-847E-E11201D25B8D}" type="pres">
      <dgm:prSet presAssocID="{02013E11-9076-E148-B78B-EDED1E4890CD}" presName="thinLine2b" presStyleLbl="callout" presStyleIdx="8" presStyleCnt="13" custLinFactY="1081345" custLinFactNeighborX="-882" custLinFactNeighborY="1100000"/>
      <dgm:spPr/>
    </dgm:pt>
    <dgm:pt modelId="{76E704BF-0F9C-C14C-AA46-C922A10692B2}" type="pres">
      <dgm:prSet presAssocID="{02013E11-9076-E148-B78B-EDED1E4890CD}" presName="vertSpace2b" presStyleCnt="0"/>
      <dgm:spPr/>
    </dgm:pt>
    <dgm:pt modelId="{992BB21B-1837-A64B-B472-DCA6702EE3AD}" type="pres">
      <dgm:prSet presAssocID="{3DE39777-113D-F94A-AC9B-5928C190721F}" presName="thickLine" presStyleLbl="alignNode1" presStyleIdx="3" presStyleCnt="4"/>
      <dgm:spPr/>
    </dgm:pt>
    <dgm:pt modelId="{52E3ADDA-2CE4-694F-A8A1-6844DDEA10E8}" type="pres">
      <dgm:prSet presAssocID="{3DE39777-113D-F94A-AC9B-5928C190721F}" presName="horz1" presStyleCnt="0"/>
      <dgm:spPr/>
    </dgm:pt>
    <dgm:pt modelId="{8BF72B73-93C3-E246-AB39-748535954D7B}" type="pres">
      <dgm:prSet presAssocID="{3DE39777-113D-F94A-AC9B-5928C190721F}" presName="tx1" presStyleLbl="revTx" presStyleIdx="12" presStyleCnt="17"/>
      <dgm:spPr/>
    </dgm:pt>
    <dgm:pt modelId="{E10DAF81-CBD7-AC43-B7F4-1FAD06873356}" type="pres">
      <dgm:prSet presAssocID="{3DE39777-113D-F94A-AC9B-5928C190721F}" presName="vert1" presStyleCnt="0"/>
      <dgm:spPr/>
    </dgm:pt>
    <dgm:pt modelId="{26D0DD3A-80E5-A74F-B09A-ABDC05A569A5}" type="pres">
      <dgm:prSet presAssocID="{B04DE1B2-85E0-CF4B-816F-07E6995606A5}" presName="vertSpace2a" presStyleCnt="0"/>
      <dgm:spPr/>
    </dgm:pt>
    <dgm:pt modelId="{87AAE61C-597B-3041-B3DC-9A90145423DF}" type="pres">
      <dgm:prSet presAssocID="{B04DE1B2-85E0-CF4B-816F-07E6995606A5}" presName="horz2" presStyleCnt="0"/>
      <dgm:spPr/>
    </dgm:pt>
    <dgm:pt modelId="{BE3D73C2-C745-864E-9A20-42D96214EBDE}" type="pres">
      <dgm:prSet presAssocID="{B04DE1B2-85E0-CF4B-816F-07E6995606A5}" presName="horzSpace2" presStyleCnt="0"/>
      <dgm:spPr/>
    </dgm:pt>
    <dgm:pt modelId="{754ED5B8-DC2C-F245-962A-0838C8A284E2}" type="pres">
      <dgm:prSet presAssocID="{B04DE1B2-85E0-CF4B-816F-07E6995606A5}" presName="tx2" presStyleLbl="revTx" presStyleIdx="13" presStyleCnt="17"/>
      <dgm:spPr/>
    </dgm:pt>
    <dgm:pt modelId="{EFE5A758-A102-4344-BB7C-B756A046180A}" type="pres">
      <dgm:prSet presAssocID="{B04DE1B2-85E0-CF4B-816F-07E6995606A5}" presName="vert2" presStyleCnt="0"/>
      <dgm:spPr/>
    </dgm:pt>
    <dgm:pt modelId="{144A3BC9-AA7B-8B4C-9486-476380344A3D}" type="pres">
      <dgm:prSet presAssocID="{B04DE1B2-85E0-CF4B-816F-07E6995606A5}" presName="thinLine2b" presStyleLbl="callout" presStyleIdx="9" presStyleCnt="13"/>
      <dgm:spPr/>
    </dgm:pt>
    <dgm:pt modelId="{50E2E3DD-E51C-9748-9522-B31793011856}" type="pres">
      <dgm:prSet presAssocID="{B04DE1B2-85E0-CF4B-816F-07E6995606A5}" presName="vertSpace2b" presStyleCnt="0"/>
      <dgm:spPr/>
    </dgm:pt>
    <dgm:pt modelId="{E32118E0-20AC-C844-8314-2C4F751B5F8F}" type="pres">
      <dgm:prSet presAssocID="{6C84E02C-54BA-0C4A-94A4-FD36BB455064}" presName="horz2" presStyleCnt="0"/>
      <dgm:spPr/>
    </dgm:pt>
    <dgm:pt modelId="{5228D231-297E-7149-8A99-1ADD51C98F2D}" type="pres">
      <dgm:prSet presAssocID="{6C84E02C-54BA-0C4A-94A4-FD36BB455064}" presName="horzSpace2" presStyleCnt="0"/>
      <dgm:spPr/>
    </dgm:pt>
    <dgm:pt modelId="{C9907403-135B-8D4D-8CED-986119D9DA64}" type="pres">
      <dgm:prSet presAssocID="{6C84E02C-54BA-0C4A-94A4-FD36BB455064}" presName="tx2" presStyleLbl="revTx" presStyleIdx="14" presStyleCnt="17"/>
      <dgm:spPr/>
    </dgm:pt>
    <dgm:pt modelId="{E95F4864-1C2C-CB4C-BDCC-61EC95A0B1E2}" type="pres">
      <dgm:prSet presAssocID="{6C84E02C-54BA-0C4A-94A4-FD36BB455064}" presName="vert2" presStyleCnt="0"/>
      <dgm:spPr/>
    </dgm:pt>
    <dgm:pt modelId="{238B2CB2-5A85-1446-BA70-8617065BF4B1}" type="pres">
      <dgm:prSet presAssocID="{6C84E02C-54BA-0C4A-94A4-FD36BB455064}" presName="thinLine2b" presStyleLbl="callout" presStyleIdx="10" presStyleCnt="13"/>
      <dgm:spPr/>
    </dgm:pt>
    <dgm:pt modelId="{255DAE85-3D88-474B-8BBA-AF65DE62FC78}" type="pres">
      <dgm:prSet presAssocID="{6C84E02C-54BA-0C4A-94A4-FD36BB455064}" presName="vertSpace2b" presStyleCnt="0"/>
      <dgm:spPr/>
    </dgm:pt>
    <dgm:pt modelId="{3A49AD9F-AAB3-4842-994A-F23C9B75CE0D}" type="pres">
      <dgm:prSet presAssocID="{57FA596B-0C06-5D43-B9FE-1B02648B4D94}" presName="horz2" presStyleCnt="0"/>
      <dgm:spPr/>
    </dgm:pt>
    <dgm:pt modelId="{50954E20-C04B-FE4D-B93A-1530E55B6A24}" type="pres">
      <dgm:prSet presAssocID="{57FA596B-0C06-5D43-B9FE-1B02648B4D94}" presName="horzSpace2" presStyleCnt="0"/>
      <dgm:spPr/>
    </dgm:pt>
    <dgm:pt modelId="{540B2B33-A242-C948-A521-40501D9E93B7}" type="pres">
      <dgm:prSet presAssocID="{57FA596B-0C06-5D43-B9FE-1B02648B4D94}" presName="tx2" presStyleLbl="revTx" presStyleIdx="15" presStyleCnt="17"/>
      <dgm:spPr/>
    </dgm:pt>
    <dgm:pt modelId="{8A75EF01-5B1E-074A-B089-871A81986638}" type="pres">
      <dgm:prSet presAssocID="{57FA596B-0C06-5D43-B9FE-1B02648B4D94}" presName="vert2" presStyleCnt="0"/>
      <dgm:spPr/>
    </dgm:pt>
    <dgm:pt modelId="{1FD529A4-1523-1A43-B7D7-08B7565B83EA}" type="pres">
      <dgm:prSet presAssocID="{57FA596B-0C06-5D43-B9FE-1B02648B4D94}" presName="thinLine2b" presStyleLbl="callout" presStyleIdx="11" presStyleCnt="13"/>
      <dgm:spPr/>
    </dgm:pt>
    <dgm:pt modelId="{56FCD32A-1C38-124E-BD46-2B79E9351368}" type="pres">
      <dgm:prSet presAssocID="{57FA596B-0C06-5D43-B9FE-1B02648B4D94}" presName="vertSpace2b" presStyleCnt="0"/>
      <dgm:spPr/>
    </dgm:pt>
    <dgm:pt modelId="{EF87EED7-BB4F-D24D-BD2C-47267AE80DC2}" type="pres">
      <dgm:prSet presAssocID="{CA9A1FDD-A26E-1D4F-B684-1AC410A79CC0}" presName="horz2" presStyleCnt="0"/>
      <dgm:spPr/>
    </dgm:pt>
    <dgm:pt modelId="{9EB95D70-A778-2040-811D-6AAD6C49E072}" type="pres">
      <dgm:prSet presAssocID="{CA9A1FDD-A26E-1D4F-B684-1AC410A79CC0}" presName="horzSpace2" presStyleCnt="0"/>
      <dgm:spPr/>
    </dgm:pt>
    <dgm:pt modelId="{9EEBEC7C-EFA4-5F44-BA33-3E04F713B6D6}" type="pres">
      <dgm:prSet presAssocID="{CA9A1FDD-A26E-1D4F-B684-1AC410A79CC0}" presName="tx2" presStyleLbl="revTx" presStyleIdx="16" presStyleCnt="17"/>
      <dgm:spPr/>
    </dgm:pt>
    <dgm:pt modelId="{BCD75BCD-B327-0D44-8C60-5CD25315093B}" type="pres">
      <dgm:prSet presAssocID="{CA9A1FDD-A26E-1D4F-B684-1AC410A79CC0}" presName="vert2" presStyleCnt="0"/>
      <dgm:spPr/>
    </dgm:pt>
    <dgm:pt modelId="{A2A87D3D-85E6-F246-975E-9BD3E61F8924}" type="pres">
      <dgm:prSet presAssocID="{CA9A1FDD-A26E-1D4F-B684-1AC410A79CC0}" presName="thinLine2b" presStyleLbl="callout" presStyleIdx="12" presStyleCnt="13"/>
      <dgm:spPr/>
    </dgm:pt>
    <dgm:pt modelId="{72B112D4-95BA-DA41-B8C5-C3C6FC00C21E}" type="pres">
      <dgm:prSet presAssocID="{CA9A1FDD-A26E-1D4F-B684-1AC410A79CC0}" presName="vertSpace2b" presStyleCnt="0"/>
      <dgm:spPr/>
    </dgm:pt>
  </dgm:ptLst>
  <dgm:cxnLst>
    <dgm:cxn modelId="{0BB92309-1B2D-9E4F-B3EB-399EFBA52D8F}" type="presOf" srcId="{21EB2413-81A2-4749-8436-5F11DA15A32C}" destId="{655073FE-AC57-1740-A0BD-8D3182045AC8}" srcOrd="0" destOrd="0" presId="urn:microsoft.com/office/officeart/2008/layout/LinedList"/>
    <dgm:cxn modelId="{A0C4310E-731A-674C-AEB5-0217933149CA}" srcId="{187B9154-5BA1-F843-BA71-5F42DF2887D0}" destId="{930A9E66-4D62-8D41-A271-45977D15927E}" srcOrd="3" destOrd="0" parTransId="{067B804D-F405-334F-BCB3-8B7A9D5E20FD}" sibTransId="{C9C5602B-00F6-8248-AAAE-C18C79A3A0B4}"/>
    <dgm:cxn modelId="{9300B018-F345-3345-B222-2E50F51471C2}" type="presOf" srcId="{BB058FD4-840B-BC45-957A-F60DF956B6E5}" destId="{04A72105-A662-AD4C-9475-3BDBF7F63560}" srcOrd="0" destOrd="0" presId="urn:microsoft.com/office/officeart/2008/layout/LinedList"/>
    <dgm:cxn modelId="{AAF4B119-2D71-B643-88AF-D6F6DD99D77B}" srcId="{36B0049B-A3A5-6549-9582-DF6A1B7DD7E6}" destId="{6E68E66A-74A2-AB4C-A511-2A8EA876CA70}" srcOrd="2" destOrd="0" parTransId="{922B417D-D63C-374D-9038-A6CFCDDE1DED}" sibTransId="{0C750B0E-7679-D246-A60C-4CF22978A130}"/>
    <dgm:cxn modelId="{2DB6BA19-DA83-BE43-BB11-A8F8A85E2F8C}" type="presOf" srcId="{57FA596B-0C06-5D43-B9FE-1B02648B4D94}" destId="{540B2B33-A242-C948-A521-40501D9E93B7}" srcOrd="0" destOrd="0" presId="urn:microsoft.com/office/officeart/2008/layout/LinedList"/>
    <dgm:cxn modelId="{6FDAEA29-4910-8441-ACED-DF2C464C8FF0}" type="presOf" srcId="{7A526DD7-9BA0-DA40-A171-8A2A28265B5E}" destId="{BB61D6B9-8E20-0A46-8A46-9307E5153FA7}" srcOrd="0" destOrd="0" presId="urn:microsoft.com/office/officeart/2008/layout/LinedList"/>
    <dgm:cxn modelId="{E49A382E-4097-1048-9D59-8503362CD5FB}" type="presOf" srcId="{921DEAB4-4F14-5A47-AC4B-FBB7DA415539}" destId="{84071AD1-6875-0240-AFF6-EDCC65CF7E8A}" srcOrd="0" destOrd="0" presId="urn:microsoft.com/office/officeart/2008/layout/LinedList"/>
    <dgm:cxn modelId="{EC900F30-2401-8745-AEE3-D227747692D3}" srcId="{BB058FD4-840B-BC45-957A-F60DF956B6E5}" destId="{3DE39777-113D-F94A-AC9B-5928C190721F}" srcOrd="3" destOrd="0" parTransId="{E482C3FD-5AA2-D048-B2D7-E1A3960801F7}" sibTransId="{AD844036-3643-CA42-987D-7CB5C4120C6E}"/>
    <dgm:cxn modelId="{3C889E31-D27A-274D-BFD4-907D06E73FBC}" type="presOf" srcId="{187B9154-5BA1-F843-BA71-5F42DF2887D0}" destId="{5884F5B3-2814-C44A-B262-F4840877A103}" srcOrd="0" destOrd="0" presId="urn:microsoft.com/office/officeart/2008/layout/LinedList"/>
    <dgm:cxn modelId="{92654839-745B-B54D-A055-CF7FB83D5D01}" srcId="{187B9154-5BA1-F843-BA71-5F42DF2887D0}" destId="{2D79379C-133F-D74A-A17B-9F6FF92FA3D5}" srcOrd="2" destOrd="0" parTransId="{2B9300A2-5B4B-9F44-BE59-2D9BF2B1C599}" sibTransId="{ED048B83-DEF1-6249-B723-AE5C3D6077C0}"/>
    <dgm:cxn modelId="{444E4143-8337-7249-BBC0-B1E92BACC845}" type="presOf" srcId="{930A9E66-4D62-8D41-A271-45977D15927E}" destId="{0CFCDE53-651C-2E49-94A3-E12878D0F940}" srcOrd="0" destOrd="0" presId="urn:microsoft.com/office/officeart/2008/layout/LinedList"/>
    <dgm:cxn modelId="{F682AE48-278F-084D-B9C0-0961E34E9314}" type="presOf" srcId="{36B0049B-A3A5-6549-9582-DF6A1B7DD7E6}" destId="{2857D3D5-9D33-6147-A5DF-8E97BFED20B8}" srcOrd="0" destOrd="0" presId="urn:microsoft.com/office/officeart/2008/layout/LinedList"/>
    <dgm:cxn modelId="{1D1EB551-C778-FB4D-98CA-FE573C6C7338}" srcId="{3DE39777-113D-F94A-AC9B-5928C190721F}" destId="{57FA596B-0C06-5D43-B9FE-1B02648B4D94}" srcOrd="2" destOrd="0" parTransId="{B1F2DCAB-F4BA-4F47-BAAA-214A07126157}" sibTransId="{87E2559E-600D-974C-8B06-D6C835683DB7}"/>
    <dgm:cxn modelId="{CAEBEB56-B20A-004A-B1EC-97CA21F83CD7}" type="presOf" srcId="{B04DE1B2-85E0-CF4B-816F-07E6995606A5}" destId="{754ED5B8-DC2C-F245-962A-0838C8A284E2}" srcOrd="0" destOrd="0" presId="urn:microsoft.com/office/officeart/2008/layout/LinedList"/>
    <dgm:cxn modelId="{0CE45B5F-D3FF-AD44-A855-1A850B4EC98A}" srcId="{3DE39777-113D-F94A-AC9B-5928C190721F}" destId="{CA9A1FDD-A26E-1D4F-B684-1AC410A79CC0}" srcOrd="3" destOrd="0" parTransId="{0E2BFCC3-E700-F742-9188-2439CAD2A8C9}" sibTransId="{DD3B2E78-8858-2841-AE1D-5DF383B979F1}"/>
    <dgm:cxn modelId="{58ECA269-D320-4642-BA07-9847FFEF61B2}" type="presOf" srcId="{02013E11-9076-E148-B78B-EDED1E4890CD}" destId="{260396C3-8B10-3B4B-A4DC-47E1B9422C6D}" srcOrd="0" destOrd="0" presId="urn:microsoft.com/office/officeart/2008/layout/LinedList"/>
    <dgm:cxn modelId="{C58FF96B-4178-8942-9EB8-1D200CE23822}" srcId="{BB058FD4-840B-BC45-957A-F60DF956B6E5}" destId="{921DEAB4-4F14-5A47-AC4B-FBB7DA415539}" srcOrd="0" destOrd="0" parTransId="{46041B6A-72E8-0343-80E8-9B414A203445}" sibTransId="{C812FCEE-3335-3F46-BDAD-640842BCA21B}"/>
    <dgm:cxn modelId="{AB0EAA7C-0D0D-444A-B174-879A25C1B01B}" type="presOf" srcId="{CA9A1FDD-A26E-1D4F-B684-1AC410A79CC0}" destId="{9EEBEC7C-EFA4-5F44-BA33-3E04F713B6D6}" srcOrd="0" destOrd="0" presId="urn:microsoft.com/office/officeart/2008/layout/LinedList"/>
    <dgm:cxn modelId="{55BC2485-4969-4440-801D-17A069C81650}" srcId="{36B0049B-A3A5-6549-9582-DF6A1B7DD7E6}" destId="{7A526DD7-9BA0-DA40-A171-8A2A28265B5E}" srcOrd="0" destOrd="0" parTransId="{D9B75AD7-07CC-7547-8D4D-05B068986539}" sibTransId="{18373059-6B66-F841-A9A1-382EFD61B8A6}"/>
    <dgm:cxn modelId="{ECEAFD88-CB51-6343-B681-56D23CB871B9}" type="presOf" srcId="{7CA75611-2636-9F4F-8B71-8B2788636440}" destId="{1752F77F-4683-A848-B3CD-BEF37E2EB0C3}" srcOrd="0" destOrd="0" presId="urn:microsoft.com/office/officeart/2008/layout/LinedList"/>
    <dgm:cxn modelId="{351C0993-C17A-6046-9810-B26BB2E5FE48}" type="presOf" srcId="{7919749A-6238-2649-8A85-8E4E6CE1C6A7}" destId="{EC7C1DA2-9765-AD45-9712-88A7B08EE0DA}" srcOrd="0" destOrd="0" presId="urn:microsoft.com/office/officeart/2008/layout/LinedList"/>
    <dgm:cxn modelId="{86BA2C97-CD53-3340-94AE-717F96C88566}" srcId="{36B0049B-A3A5-6549-9582-DF6A1B7DD7E6}" destId="{21EB2413-81A2-4749-8436-5F11DA15A32C}" srcOrd="1" destOrd="0" parTransId="{46EB6AE4-600E-1547-AAD3-553429889CC2}" sibTransId="{882017F8-1F9C-1B4A-A787-5B7E9E5AD6C0}"/>
    <dgm:cxn modelId="{D351C89D-0C07-1441-B94D-FACE82E05AE5}" srcId="{187B9154-5BA1-F843-BA71-5F42DF2887D0}" destId="{02013E11-9076-E148-B78B-EDED1E4890CD}" srcOrd="4" destOrd="0" parTransId="{D2C4784D-9107-A84E-9E99-2481A1BCE248}" sibTransId="{CFB205AC-D649-4D42-940D-D779AB6F53EB}"/>
    <dgm:cxn modelId="{98F3F4AA-7BA1-6744-966C-0BBDDD74371E}" type="presOf" srcId="{6C84E02C-54BA-0C4A-94A4-FD36BB455064}" destId="{C9907403-135B-8D4D-8CED-986119D9DA64}" srcOrd="0" destOrd="0" presId="urn:microsoft.com/office/officeart/2008/layout/LinedList"/>
    <dgm:cxn modelId="{A0B305B3-D8E4-C249-BABC-12D211636E8C}" type="presOf" srcId="{6E68E66A-74A2-AB4C-A511-2A8EA876CA70}" destId="{E6ED14E3-A473-A742-BE17-EF11A83D8293}" srcOrd="0" destOrd="0" presId="urn:microsoft.com/office/officeart/2008/layout/LinedList"/>
    <dgm:cxn modelId="{12273FB5-9E07-404E-A190-0786B1A2EDC1}" srcId="{187B9154-5BA1-F843-BA71-5F42DF2887D0}" destId="{7919749A-6238-2649-8A85-8E4E6CE1C6A7}" srcOrd="0" destOrd="0" parTransId="{82499ABE-8B1F-8B44-870C-3A44FE8A42DC}" sibTransId="{D2AE735D-C6D5-6B49-A86C-69AFA8757714}"/>
    <dgm:cxn modelId="{18BF72BE-6908-5C46-970F-AC600D435DB5}" srcId="{187B9154-5BA1-F843-BA71-5F42DF2887D0}" destId="{232F6B45-FBDA-724B-A6ED-831880A39B2E}" srcOrd="1" destOrd="0" parTransId="{EA2AE09E-7AA4-B34D-AE15-002DBD852660}" sibTransId="{DF1DE8E0-843F-1D43-A9DE-F23CAD194B16}"/>
    <dgm:cxn modelId="{B702AFC2-0610-4748-926F-BFB414750397}" type="presOf" srcId="{3DE39777-113D-F94A-AC9B-5928C190721F}" destId="{8BF72B73-93C3-E246-AB39-748535954D7B}" srcOrd="0" destOrd="0" presId="urn:microsoft.com/office/officeart/2008/layout/LinedList"/>
    <dgm:cxn modelId="{F642AACC-2D35-7A49-9D14-FE6E7BDB00E0}" type="presOf" srcId="{232F6B45-FBDA-724B-A6ED-831880A39B2E}" destId="{DCC714B6-3891-204C-91EC-7A5F7A09B369}" srcOrd="0" destOrd="0" presId="urn:microsoft.com/office/officeart/2008/layout/LinedList"/>
    <dgm:cxn modelId="{812445CD-C922-7348-B0E3-882534DDD82D}" srcId="{921DEAB4-4F14-5A47-AC4B-FBB7DA415539}" destId="{7CA75611-2636-9F4F-8B71-8B2788636440}" srcOrd="0" destOrd="0" parTransId="{6505C0C4-CA0F-8440-A5CE-1B5382714F15}" sibTransId="{6B36FEB3-326C-6C4C-BAFF-53022631AD31}"/>
    <dgm:cxn modelId="{5AE26CDB-252F-1546-8F63-B4670073F19D}" srcId="{BB058FD4-840B-BC45-957A-F60DF956B6E5}" destId="{187B9154-5BA1-F843-BA71-5F42DF2887D0}" srcOrd="2" destOrd="0" parTransId="{70CD7EED-3323-AF47-B267-0F0150AAB88F}" sibTransId="{B192810C-4015-7D48-836C-DC1F09236422}"/>
    <dgm:cxn modelId="{2F09C3ED-77C9-5E4F-B116-F2DD794081AF}" srcId="{3DE39777-113D-F94A-AC9B-5928C190721F}" destId="{B04DE1B2-85E0-CF4B-816F-07E6995606A5}" srcOrd="0" destOrd="0" parTransId="{98FB5CA6-F343-DF48-A388-F14AD9DE88FD}" sibTransId="{35836351-714A-744E-AC1B-B1207A0A7C99}"/>
    <dgm:cxn modelId="{FA724CEE-3EED-B943-9A40-4B328088F236}" srcId="{3DE39777-113D-F94A-AC9B-5928C190721F}" destId="{6C84E02C-54BA-0C4A-94A4-FD36BB455064}" srcOrd="1" destOrd="0" parTransId="{D82C1A58-46F4-4841-9B60-CFB5E2150A57}" sibTransId="{FD74D17A-5289-F248-996C-B70AA6498EEB}"/>
    <dgm:cxn modelId="{7A965FFB-E7DA-C645-9E6D-28062D952730}" srcId="{BB058FD4-840B-BC45-957A-F60DF956B6E5}" destId="{36B0049B-A3A5-6549-9582-DF6A1B7DD7E6}" srcOrd="1" destOrd="0" parTransId="{31C4C60A-744A-D24E-9B8D-FE574D66D284}" sibTransId="{B105D2F4-C465-484D-AFA9-8A5407AF8B03}"/>
    <dgm:cxn modelId="{A8C605FC-1B33-B74F-AC6E-AD67DD49DE4C}" type="presOf" srcId="{2D79379C-133F-D74A-A17B-9F6FF92FA3D5}" destId="{84DDEFD7-57E0-B547-8BD6-FE75CAF1CD5D}" srcOrd="0" destOrd="0" presId="urn:microsoft.com/office/officeart/2008/layout/LinedList"/>
    <dgm:cxn modelId="{388999BD-7DB0-E84A-840E-B1E008B527F5}" type="presParOf" srcId="{04A72105-A662-AD4C-9475-3BDBF7F63560}" destId="{2FE53933-4BE6-A045-94A7-1FBD2BC2B14E}" srcOrd="0" destOrd="0" presId="urn:microsoft.com/office/officeart/2008/layout/LinedList"/>
    <dgm:cxn modelId="{3CA1F9DB-C97B-8C42-8C61-7418AF6B8F37}" type="presParOf" srcId="{04A72105-A662-AD4C-9475-3BDBF7F63560}" destId="{B08DFFC1-975A-9446-B752-C79B19DA1072}" srcOrd="1" destOrd="0" presId="urn:microsoft.com/office/officeart/2008/layout/LinedList"/>
    <dgm:cxn modelId="{15C7DDF5-E5DD-EB42-B521-BE3889AF985A}" type="presParOf" srcId="{B08DFFC1-975A-9446-B752-C79B19DA1072}" destId="{84071AD1-6875-0240-AFF6-EDCC65CF7E8A}" srcOrd="0" destOrd="0" presId="urn:microsoft.com/office/officeart/2008/layout/LinedList"/>
    <dgm:cxn modelId="{36CC155D-4FC4-C742-9637-5AC24E0B4302}" type="presParOf" srcId="{B08DFFC1-975A-9446-B752-C79B19DA1072}" destId="{A9B5A91E-C62C-AD49-97D6-31F2AF395E95}" srcOrd="1" destOrd="0" presId="urn:microsoft.com/office/officeart/2008/layout/LinedList"/>
    <dgm:cxn modelId="{01231371-0ED4-7A4F-8B08-509B99B692B1}" type="presParOf" srcId="{A9B5A91E-C62C-AD49-97D6-31F2AF395E95}" destId="{AF471528-0706-4C45-B2FE-0EC371FE590A}" srcOrd="0" destOrd="0" presId="urn:microsoft.com/office/officeart/2008/layout/LinedList"/>
    <dgm:cxn modelId="{A832D75D-ED91-CC4C-82C8-8FFCE3A74901}" type="presParOf" srcId="{A9B5A91E-C62C-AD49-97D6-31F2AF395E95}" destId="{FAFDC1B6-399E-A24B-9B85-74078BB79C48}" srcOrd="1" destOrd="0" presId="urn:microsoft.com/office/officeart/2008/layout/LinedList"/>
    <dgm:cxn modelId="{0CE13677-D1CF-9043-973D-0ED054B8C237}" type="presParOf" srcId="{FAFDC1B6-399E-A24B-9B85-74078BB79C48}" destId="{053DF441-364C-9145-BEAF-8EA088526107}" srcOrd="0" destOrd="0" presId="urn:microsoft.com/office/officeart/2008/layout/LinedList"/>
    <dgm:cxn modelId="{90FCD420-103C-DB41-BEA0-D3085AC9E256}" type="presParOf" srcId="{FAFDC1B6-399E-A24B-9B85-74078BB79C48}" destId="{1752F77F-4683-A848-B3CD-BEF37E2EB0C3}" srcOrd="1" destOrd="0" presId="urn:microsoft.com/office/officeart/2008/layout/LinedList"/>
    <dgm:cxn modelId="{6253827F-3AC2-B540-BE15-1BEE2CEE0850}" type="presParOf" srcId="{FAFDC1B6-399E-A24B-9B85-74078BB79C48}" destId="{2BDEC487-D670-5C4D-9DD6-8EE11FA65B9C}" srcOrd="2" destOrd="0" presId="urn:microsoft.com/office/officeart/2008/layout/LinedList"/>
    <dgm:cxn modelId="{34484781-827B-8546-90C4-E21B43F7817D}" type="presParOf" srcId="{A9B5A91E-C62C-AD49-97D6-31F2AF395E95}" destId="{75B05F68-1A32-BF4A-BDFB-999AE3626586}" srcOrd="2" destOrd="0" presId="urn:microsoft.com/office/officeart/2008/layout/LinedList"/>
    <dgm:cxn modelId="{A7699CA0-A1A0-E047-BB45-111436D672DC}" type="presParOf" srcId="{A9B5A91E-C62C-AD49-97D6-31F2AF395E95}" destId="{31F36DCF-C077-B74C-BC4F-94E335ED2FC9}" srcOrd="3" destOrd="0" presId="urn:microsoft.com/office/officeart/2008/layout/LinedList"/>
    <dgm:cxn modelId="{13607006-9AA6-7D41-9CFF-9E959437CE4A}" type="presParOf" srcId="{04A72105-A662-AD4C-9475-3BDBF7F63560}" destId="{F076517E-6D1A-9E4B-B6F4-14213EE621EA}" srcOrd="2" destOrd="0" presId="urn:microsoft.com/office/officeart/2008/layout/LinedList"/>
    <dgm:cxn modelId="{0FE3CFDD-BC0F-7943-87EF-23A08D4DCBEF}" type="presParOf" srcId="{04A72105-A662-AD4C-9475-3BDBF7F63560}" destId="{59DA3B36-0B79-8A4F-A950-B172072D5B6E}" srcOrd="3" destOrd="0" presId="urn:microsoft.com/office/officeart/2008/layout/LinedList"/>
    <dgm:cxn modelId="{CB7C995A-D7D5-8745-AF35-F0417795A010}" type="presParOf" srcId="{59DA3B36-0B79-8A4F-A950-B172072D5B6E}" destId="{2857D3D5-9D33-6147-A5DF-8E97BFED20B8}" srcOrd="0" destOrd="0" presId="urn:microsoft.com/office/officeart/2008/layout/LinedList"/>
    <dgm:cxn modelId="{79E45A4A-21C7-E141-B2E6-D944725C2CAE}" type="presParOf" srcId="{59DA3B36-0B79-8A4F-A950-B172072D5B6E}" destId="{69630C55-0DA3-ED47-A05A-E50BDF46B07D}" srcOrd="1" destOrd="0" presId="urn:microsoft.com/office/officeart/2008/layout/LinedList"/>
    <dgm:cxn modelId="{62E1B82F-D2E5-6F4B-9F4E-D2794A6B825C}" type="presParOf" srcId="{69630C55-0DA3-ED47-A05A-E50BDF46B07D}" destId="{03754F02-64DE-CC42-9BC7-9F176AEA2CAF}" srcOrd="0" destOrd="0" presId="urn:microsoft.com/office/officeart/2008/layout/LinedList"/>
    <dgm:cxn modelId="{D2833CFC-EFBB-D048-86F2-7370525CC124}" type="presParOf" srcId="{69630C55-0DA3-ED47-A05A-E50BDF46B07D}" destId="{29C83C13-5341-E54D-9FA5-4E338F5435A0}" srcOrd="1" destOrd="0" presId="urn:microsoft.com/office/officeart/2008/layout/LinedList"/>
    <dgm:cxn modelId="{85E94D02-5C14-F24D-8E05-C80312967E86}" type="presParOf" srcId="{29C83C13-5341-E54D-9FA5-4E338F5435A0}" destId="{3333CEDF-85A7-5540-B438-7B15E212D589}" srcOrd="0" destOrd="0" presId="urn:microsoft.com/office/officeart/2008/layout/LinedList"/>
    <dgm:cxn modelId="{92615E11-4D7E-294B-95D2-EE4573357C25}" type="presParOf" srcId="{29C83C13-5341-E54D-9FA5-4E338F5435A0}" destId="{BB61D6B9-8E20-0A46-8A46-9307E5153FA7}" srcOrd="1" destOrd="0" presId="urn:microsoft.com/office/officeart/2008/layout/LinedList"/>
    <dgm:cxn modelId="{FD75F3E1-711F-EC41-8220-B053CEC8600D}" type="presParOf" srcId="{29C83C13-5341-E54D-9FA5-4E338F5435A0}" destId="{3E51018C-5086-5546-AEDE-AFEC2F312209}" srcOrd="2" destOrd="0" presId="urn:microsoft.com/office/officeart/2008/layout/LinedList"/>
    <dgm:cxn modelId="{264B58D5-AFA9-F14E-B60E-2459D4AB2324}" type="presParOf" srcId="{69630C55-0DA3-ED47-A05A-E50BDF46B07D}" destId="{6B835B08-520B-5143-80E2-2625EFD667AD}" srcOrd="2" destOrd="0" presId="urn:microsoft.com/office/officeart/2008/layout/LinedList"/>
    <dgm:cxn modelId="{6FBBE997-18B0-9144-9B61-F43DD8DEE2BC}" type="presParOf" srcId="{69630C55-0DA3-ED47-A05A-E50BDF46B07D}" destId="{34301FF0-570D-7542-8F56-B87A501C98ED}" srcOrd="3" destOrd="0" presId="urn:microsoft.com/office/officeart/2008/layout/LinedList"/>
    <dgm:cxn modelId="{D187AD90-5464-DC4C-89D1-527B8B049F8A}" type="presParOf" srcId="{69630C55-0DA3-ED47-A05A-E50BDF46B07D}" destId="{0FD0F5F3-4E69-9E40-8574-A2386E9D88BF}" srcOrd="4" destOrd="0" presId="urn:microsoft.com/office/officeart/2008/layout/LinedList"/>
    <dgm:cxn modelId="{902643FE-4FC1-724E-BD2D-B0BEFF87CF3C}" type="presParOf" srcId="{0FD0F5F3-4E69-9E40-8574-A2386E9D88BF}" destId="{8F84A294-987F-434E-BC17-B933862551F3}" srcOrd="0" destOrd="0" presId="urn:microsoft.com/office/officeart/2008/layout/LinedList"/>
    <dgm:cxn modelId="{BC6009AA-73E2-E74F-8BA3-C48EA143968C}" type="presParOf" srcId="{0FD0F5F3-4E69-9E40-8574-A2386E9D88BF}" destId="{655073FE-AC57-1740-A0BD-8D3182045AC8}" srcOrd="1" destOrd="0" presId="urn:microsoft.com/office/officeart/2008/layout/LinedList"/>
    <dgm:cxn modelId="{454C2E0A-9F3A-5644-B3E6-E7CDDF9093AE}" type="presParOf" srcId="{0FD0F5F3-4E69-9E40-8574-A2386E9D88BF}" destId="{0FE956C7-1BE9-D840-84E2-CD4D4515DAB5}" srcOrd="2" destOrd="0" presId="urn:microsoft.com/office/officeart/2008/layout/LinedList"/>
    <dgm:cxn modelId="{AC583DEE-29E8-D345-A948-8A1B170B63F6}" type="presParOf" srcId="{69630C55-0DA3-ED47-A05A-E50BDF46B07D}" destId="{AFBE8E5D-101C-9949-B41E-BAF5A6BA445B}" srcOrd="5" destOrd="0" presId="urn:microsoft.com/office/officeart/2008/layout/LinedList"/>
    <dgm:cxn modelId="{39B4D12C-4475-DC46-9D62-38D7A3C9BEFB}" type="presParOf" srcId="{69630C55-0DA3-ED47-A05A-E50BDF46B07D}" destId="{2FC8B7BD-BC45-0D48-9227-05C7017A146F}" srcOrd="6" destOrd="0" presId="urn:microsoft.com/office/officeart/2008/layout/LinedList"/>
    <dgm:cxn modelId="{98248BA4-9614-7E43-B882-41FF0C5CFD4F}" type="presParOf" srcId="{69630C55-0DA3-ED47-A05A-E50BDF46B07D}" destId="{BF31C6BC-CCEB-3746-A88F-746E57AF0BE9}" srcOrd="7" destOrd="0" presId="urn:microsoft.com/office/officeart/2008/layout/LinedList"/>
    <dgm:cxn modelId="{7A2C0C9B-2D86-F141-AC71-8F4F404106DB}" type="presParOf" srcId="{BF31C6BC-CCEB-3746-A88F-746E57AF0BE9}" destId="{8A4080B4-56F1-F445-94E8-5EC6B6D0A6FD}" srcOrd="0" destOrd="0" presId="urn:microsoft.com/office/officeart/2008/layout/LinedList"/>
    <dgm:cxn modelId="{80429D9D-5B91-0540-AC0F-5EA691D51A6A}" type="presParOf" srcId="{BF31C6BC-CCEB-3746-A88F-746E57AF0BE9}" destId="{E6ED14E3-A473-A742-BE17-EF11A83D8293}" srcOrd="1" destOrd="0" presId="urn:microsoft.com/office/officeart/2008/layout/LinedList"/>
    <dgm:cxn modelId="{7D0AB500-2C4F-0743-8718-D3902FD569E1}" type="presParOf" srcId="{BF31C6BC-CCEB-3746-A88F-746E57AF0BE9}" destId="{60F51E97-758F-614B-B75A-D8A454308FB3}" srcOrd="2" destOrd="0" presId="urn:microsoft.com/office/officeart/2008/layout/LinedList"/>
    <dgm:cxn modelId="{5E4B4088-D570-7B42-9282-414D3D2B0F6F}" type="presParOf" srcId="{69630C55-0DA3-ED47-A05A-E50BDF46B07D}" destId="{0A58D43D-874F-704D-929F-4CE39FC3B39F}" srcOrd="8" destOrd="0" presId="urn:microsoft.com/office/officeart/2008/layout/LinedList"/>
    <dgm:cxn modelId="{7A1E3BCF-473C-1449-A62A-2B39E2C8A64D}" type="presParOf" srcId="{69630C55-0DA3-ED47-A05A-E50BDF46B07D}" destId="{5B46E558-778F-194D-B270-604F0A49AAF3}" srcOrd="9" destOrd="0" presId="urn:microsoft.com/office/officeart/2008/layout/LinedList"/>
    <dgm:cxn modelId="{DD5CE69F-F603-FF49-BAED-0C0553A9159B}" type="presParOf" srcId="{04A72105-A662-AD4C-9475-3BDBF7F63560}" destId="{35122B3D-4E42-B84A-BC9F-9C21E185A40C}" srcOrd="4" destOrd="0" presId="urn:microsoft.com/office/officeart/2008/layout/LinedList"/>
    <dgm:cxn modelId="{F48D39FA-8A27-4946-8D1D-D9EC8C0BFCB1}" type="presParOf" srcId="{04A72105-A662-AD4C-9475-3BDBF7F63560}" destId="{5B21A12A-2E63-1D46-8012-793A9E7D4820}" srcOrd="5" destOrd="0" presId="urn:microsoft.com/office/officeart/2008/layout/LinedList"/>
    <dgm:cxn modelId="{C446B90C-52B1-8A46-BEED-9572499CF3DF}" type="presParOf" srcId="{5B21A12A-2E63-1D46-8012-793A9E7D4820}" destId="{5884F5B3-2814-C44A-B262-F4840877A103}" srcOrd="0" destOrd="0" presId="urn:microsoft.com/office/officeart/2008/layout/LinedList"/>
    <dgm:cxn modelId="{7DBB21C6-8F2F-9E4D-B778-6495DEA7022E}" type="presParOf" srcId="{5B21A12A-2E63-1D46-8012-793A9E7D4820}" destId="{7FC13851-BB0A-A94F-A33E-BB0478940F5D}" srcOrd="1" destOrd="0" presId="urn:microsoft.com/office/officeart/2008/layout/LinedList"/>
    <dgm:cxn modelId="{547EB05D-9CCE-A842-A833-DA6748F5D31D}" type="presParOf" srcId="{7FC13851-BB0A-A94F-A33E-BB0478940F5D}" destId="{0789216E-D74D-D94A-B420-A7F704482154}" srcOrd="0" destOrd="0" presId="urn:microsoft.com/office/officeart/2008/layout/LinedList"/>
    <dgm:cxn modelId="{CA057D87-11A2-A048-929E-5F04AB82A1A2}" type="presParOf" srcId="{7FC13851-BB0A-A94F-A33E-BB0478940F5D}" destId="{D637417F-A899-1742-BE06-A20F0DAFB66B}" srcOrd="1" destOrd="0" presId="urn:microsoft.com/office/officeart/2008/layout/LinedList"/>
    <dgm:cxn modelId="{73BDB3F2-4A9F-4149-BAA5-CFFB91207F7B}" type="presParOf" srcId="{D637417F-A899-1742-BE06-A20F0DAFB66B}" destId="{BD3D48F7-F6A1-F946-BD8E-D0B00D1FBFDD}" srcOrd="0" destOrd="0" presId="urn:microsoft.com/office/officeart/2008/layout/LinedList"/>
    <dgm:cxn modelId="{DE2B7B91-67C4-8E47-9E87-A86B493386E1}" type="presParOf" srcId="{D637417F-A899-1742-BE06-A20F0DAFB66B}" destId="{EC7C1DA2-9765-AD45-9712-88A7B08EE0DA}" srcOrd="1" destOrd="0" presId="urn:microsoft.com/office/officeart/2008/layout/LinedList"/>
    <dgm:cxn modelId="{BA2DDD5F-51B1-1D46-8557-5109783B9087}" type="presParOf" srcId="{D637417F-A899-1742-BE06-A20F0DAFB66B}" destId="{E3DFE97E-736A-7A40-B4EF-0FCECE1ABBE7}" srcOrd="2" destOrd="0" presId="urn:microsoft.com/office/officeart/2008/layout/LinedList"/>
    <dgm:cxn modelId="{92028CF0-6B8F-5445-B63F-9D60A74A4209}" type="presParOf" srcId="{7FC13851-BB0A-A94F-A33E-BB0478940F5D}" destId="{4F3C82EB-9BAE-4A4B-9302-BFAB1771EA33}" srcOrd="2" destOrd="0" presId="urn:microsoft.com/office/officeart/2008/layout/LinedList"/>
    <dgm:cxn modelId="{3F9638CC-74DA-B546-B806-0ADBC0EF68ED}" type="presParOf" srcId="{7FC13851-BB0A-A94F-A33E-BB0478940F5D}" destId="{78A448E6-DF4D-EE4C-94CA-32AD55526725}" srcOrd="3" destOrd="0" presId="urn:microsoft.com/office/officeart/2008/layout/LinedList"/>
    <dgm:cxn modelId="{9DEE3413-B6A7-5945-8872-5AA11BFDA184}" type="presParOf" srcId="{7FC13851-BB0A-A94F-A33E-BB0478940F5D}" destId="{864C98F8-E8B9-3C46-994C-E1F019224853}" srcOrd="4" destOrd="0" presId="urn:microsoft.com/office/officeart/2008/layout/LinedList"/>
    <dgm:cxn modelId="{68012629-DC10-7841-A027-4701E56BBAA7}" type="presParOf" srcId="{864C98F8-E8B9-3C46-994C-E1F019224853}" destId="{4D31E2CB-4C12-8D49-AC65-07C612C972BE}" srcOrd="0" destOrd="0" presId="urn:microsoft.com/office/officeart/2008/layout/LinedList"/>
    <dgm:cxn modelId="{A7CDFBC3-2D16-7146-A36E-E6EF08AF9125}" type="presParOf" srcId="{864C98F8-E8B9-3C46-994C-E1F019224853}" destId="{DCC714B6-3891-204C-91EC-7A5F7A09B369}" srcOrd="1" destOrd="0" presId="urn:microsoft.com/office/officeart/2008/layout/LinedList"/>
    <dgm:cxn modelId="{728CD24E-F8F3-F445-AEC7-B76ABA2CA07B}" type="presParOf" srcId="{864C98F8-E8B9-3C46-994C-E1F019224853}" destId="{A4F442C3-8C88-944C-9FDC-DA56DC87312D}" srcOrd="2" destOrd="0" presId="urn:microsoft.com/office/officeart/2008/layout/LinedList"/>
    <dgm:cxn modelId="{617905CD-08DE-9B46-A189-580E68C0BC70}" type="presParOf" srcId="{7FC13851-BB0A-A94F-A33E-BB0478940F5D}" destId="{8843E43E-FC0F-6346-88EE-B621A1C10674}" srcOrd="5" destOrd="0" presId="urn:microsoft.com/office/officeart/2008/layout/LinedList"/>
    <dgm:cxn modelId="{CBE141D4-328F-114D-A8F6-8A43D7DEB574}" type="presParOf" srcId="{7FC13851-BB0A-A94F-A33E-BB0478940F5D}" destId="{F401AFF5-9CBF-164F-AD0D-1B0ED73347A4}" srcOrd="6" destOrd="0" presId="urn:microsoft.com/office/officeart/2008/layout/LinedList"/>
    <dgm:cxn modelId="{74A844C4-DB33-EE40-AFC9-87AAA64F847B}" type="presParOf" srcId="{7FC13851-BB0A-A94F-A33E-BB0478940F5D}" destId="{6E8858D0-3276-1E4D-A20C-B540610D2FFD}" srcOrd="7" destOrd="0" presId="urn:microsoft.com/office/officeart/2008/layout/LinedList"/>
    <dgm:cxn modelId="{434C876E-7368-F547-81AD-E08C6BD4352B}" type="presParOf" srcId="{6E8858D0-3276-1E4D-A20C-B540610D2FFD}" destId="{6EB30C06-F0DB-9D43-842F-441B99D16877}" srcOrd="0" destOrd="0" presId="urn:microsoft.com/office/officeart/2008/layout/LinedList"/>
    <dgm:cxn modelId="{0076B304-0C1C-5541-B0F2-61B4E74EBFCD}" type="presParOf" srcId="{6E8858D0-3276-1E4D-A20C-B540610D2FFD}" destId="{84DDEFD7-57E0-B547-8BD6-FE75CAF1CD5D}" srcOrd="1" destOrd="0" presId="urn:microsoft.com/office/officeart/2008/layout/LinedList"/>
    <dgm:cxn modelId="{C46F646F-BF28-A845-8F1B-3544AC3172BB}" type="presParOf" srcId="{6E8858D0-3276-1E4D-A20C-B540610D2FFD}" destId="{B7D85C2D-DDB4-5F4B-8606-217BFE8E93EE}" srcOrd="2" destOrd="0" presId="urn:microsoft.com/office/officeart/2008/layout/LinedList"/>
    <dgm:cxn modelId="{9C6B7C38-E4C5-1F4E-93A7-6ABEBF74FA9D}" type="presParOf" srcId="{7FC13851-BB0A-A94F-A33E-BB0478940F5D}" destId="{ACC4BF65-EF20-5A4B-80BD-D6560195BA41}" srcOrd="8" destOrd="0" presId="urn:microsoft.com/office/officeart/2008/layout/LinedList"/>
    <dgm:cxn modelId="{CF0A77E6-31C8-2C40-8780-72FF13DD8AA2}" type="presParOf" srcId="{7FC13851-BB0A-A94F-A33E-BB0478940F5D}" destId="{B0104A3E-39FC-3542-82D2-5CCB733AEE5D}" srcOrd="9" destOrd="0" presId="urn:microsoft.com/office/officeart/2008/layout/LinedList"/>
    <dgm:cxn modelId="{835B7603-0ADF-7149-977A-5FA4C38CB7C4}" type="presParOf" srcId="{7FC13851-BB0A-A94F-A33E-BB0478940F5D}" destId="{FEA2140C-A326-8446-908D-296937621168}" srcOrd="10" destOrd="0" presId="urn:microsoft.com/office/officeart/2008/layout/LinedList"/>
    <dgm:cxn modelId="{60012176-0F95-6541-A2ED-4F3D5FF3365A}" type="presParOf" srcId="{FEA2140C-A326-8446-908D-296937621168}" destId="{F22DB3EA-E299-4241-BC45-5A53EC7648B4}" srcOrd="0" destOrd="0" presId="urn:microsoft.com/office/officeart/2008/layout/LinedList"/>
    <dgm:cxn modelId="{E787D73F-2B16-2946-9991-1A482B9A0104}" type="presParOf" srcId="{FEA2140C-A326-8446-908D-296937621168}" destId="{0CFCDE53-651C-2E49-94A3-E12878D0F940}" srcOrd="1" destOrd="0" presId="urn:microsoft.com/office/officeart/2008/layout/LinedList"/>
    <dgm:cxn modelId="{BB5C8A05-AB55-6245-B520-ECB2DEA042FB}" type="presParOf" srcId="{FEA2140C-A326-8446-908D-296937621168}" destId="{93F72251-54FA-2D45-9DD6-F5A3F1212464}" srcOrd="2" destOrd="0" presId="urn:microsoft.com/office/officeart/2008/layout/LinedList"/>
    <dgm:cxn modelId="{BC4E9212-3D2D-C948-A669-5D6D1F1066E6}" type="presParOf" srcId="{7FC13851-BB0A-A94F-A33E-BB0478940F5D}" destId="{6F64A3EC-0D65-4D41-A355-C1858FE67C63}" srcOrd="11" destOrd="0" presId="urn:microsoft.com/office/officeart/2008/layout/LinedList"/>
    <dgm:cxn modelId="{80B1FD27-BB52-D94E-A3DB-BFC995A8A98C}" type="presParOf" srcId="{7FC13851-BB0A-A94F-A33E-BB0478940F5D}" destId="{2BA270CF-E995-D246-8DA1-A04194281FFA}" srcOrd="12" destOrd="0" presId="urn:microsoft.com/office/officeart/2008/layout/LinedList"/>
    <dgm:cxn modelId="{3017BC00-B780-7E4A-BDED-DE15D242724B}" type="presParOf" srcId="{7FC13851-BB0A-A94F-A33E-BB0478940F5D}" destId="{0F5F4F9B-906C-5247-B8B2-4ECD50C6F0DE}" srcOrd="13" destOrd="0" presId="urn:microsoft.com/office/officeart/2008/layout/LinedList"/>
    <dgm:cxn modelId="{16FC1BE6-AE2D-1E46-89C8-4C3885055E8D}" type="presParOf" srcId="{0F5F4F9B-906C-5247-B8B2-4ECD50C6F0DE}" destId="{489E8A3A-69A7-B143-8749-2C304E5D2227}" srcOrd="0" destOrd="0" presId="urn:microsoft.com/office/officeart/2008/layout/LinedList"/>
    <dgm:cxn modelId="{70F2D48A-103B-2E4B-948B-7654C4634300}" type="presParOf" srcId="{0F5F4F9B-906C-5247-B8B2-4ECD50C6F0DE}" destId="{260396C3-8B10-3B4B-A4DC-47E1B9422C6D}" srcOrd="1" destOrd="0" presId="urn:microsoft.com/office/officeart/2008/layout/LinedList"/>
    <dgm:cxn modelId="{28FC2D87-5614-3347-87AA-209AAEEFBD22}" type="presParOf" srcId="{0F5F4F9B-906C-5247-B8B2-4ECD50C6F0DE}" destId="{8712B0CC-E3DD-7A49-B6A0-0749B8998DDC}" srcOrd="2" destOrd="0" presId="urn:microsoft.com/office/officeart/2008/layout/LinedList"/>
    <dgm:cxn modelId="{A5CC1D8A-95BE-574D-961F-C4669ED4B702}" type="presParOf" srcId="{7FC13851-BB0A-A94F-A33E-BB0478940F5D}" destId="{74C2453E-F0DF-5B4D-847E-E11201D25B8D}" srcOrd="14" destOrd="0" presId="urn:microsoft.com/office/officeart/2008/layout/LinedList"/>
    <dgm:cxn modelId="{DDD559DA-4395-4D44-9659-0349E856DC5B}" type="presParOf" srcId="{7FC13851-BB0A-A94F-A33E-BB0478940F5D}" destId="{76E704BF-0F9C-C14C-AA46-C922A10692B2}" srcOrd="15" destOrd="0" presId="urn:microsoft.com/office/officeart/2008/layout/LinedList"/>
    <dgm:cxn modelId="{B0833622-4385-0E4E-ACE4-4F45D4FCED79}" type="presParOf" srcId="{04A72105-A662-AD4C-9475-3BDBF7F63560}" destId="{992BB21B-1837-A64B-B472-DCA6702EE3AD}" srcOrd="6" destOrd="0" presId="urn:microsoft.com/office/officeart/2008/layout/LinedList"/>
    <dgm:cxn modelId="{831C77EC-0076-4F44-A099-704F11A35E00}" type="presParOf" srcId="{04A72105-A662-AD4C-9475-3BDBF7F63560}" destId="{52E3ADDA-2CE4-694F-A8A1-6844DDEA10E8}" srcOrd="7" destOrd="0" presId="urn:microsoft.com/office/officeart/2008/layout/LinedList"/>
    <dgm:cxn modelId="{98B4EC20-793F-194D-8291-8051694BC557}" type="presParOf" srcId="{52E3ADDA-2CE4-694F-A8A1-6844DDEA10E8}" destId="{8BF72B73-93C3-E246-AB39-748535954D7B}" srcOrd="0" destOrd="0" presId="urn:microsoft.com/office/officeart/2008/layout/LinedList"/>
    <dgm:cxn modelId="{E258F478-249B-5F40-9636-ECB1245C66E3}" type="presParOf" srcId="{52E3ADDA-2CE4-694F-A8A1-6844DDEA10E8}" destId="{E10DAF81-CBD7-AC43-B7F4-1FAD06873356}" srcOrd="1" destOrd="0" presId="urn:microsoft.com/office/officeart/2008/layout/LinedList"/>
    <dgm:cxn modelId="{C1D75006-1DB4-1246-99C3-C81B9B3F5CC3}" type="presParOf" srcId="{E10DAF81-CBD7-AC43-B7F4-1FAD06873356}" destId="{26D0DD3A-80E5-A74F-B09A-ABDC05A569A5}" srcOrd="0" destOrd="0" presId="urn:microsoft.com/office/officeart/2008/layout/LinedList"/>
    <dgm:cxn modelId="{DC35109C-A393-DB4D-81F7-A83F4CE6EE9D}" type="presParOf" srcId="{E10DAF81-CBD7-AC43-B7F4-1FAD06873356}" destId="{87AAE61C-597B-3041-B3DC-9A90145423DF}" srcOrd="1" destOrd="0" presId="urn:microsoft.com/office/officeart/2008/layout/LinedList"/>
    <dgm:cxn modelId="{EA357113-B9C9-4E41-9B6B-94A178E4B6D2}" type="presParOf" srcId="{87AAE61C-597B-3041-B3DC-9A90145423DF}" destId="{BE3D73C2-C745-864E-9A20-42D96214EBDE}" srcOrd="0" destOrd="0" presId="urn:microsoft.com/office/officeart/2008/layout/LinedList"/>
    <dgm:cxn modelId="{968940F5-1C21-0F43-9A16-DE4FA9C44A1F}" type="presParOf" srcId="{87AAE61C-597B-3041-B3DC-9A90145423DF}" destId="{754ED5B8-DC2C-F245-962A-0838C8A284E2}" srcOrd="1" destOrd="0" presId="urn:microsoft.com/office/officeart/2008/layout/LinedList"/>
    <dgm:cxn modelId="{B4BFF7F1-30FF-8E43-9ABD-106970F6A486}" type="presParOf" srcId="{87AAE61C-597B-3041-B3DC-9A90145423DF}" destId="{EFE5A758-A102-4344-BB7C-B756A046180A}" srcOrd="2" destOrd="0" presId="urn:microsoft.com/office/officeart/2008/layout/LinedList"/>
    <dgm:cxn modelId="{65A7155E-7DD2-B94C-834F-6925C5441497}" type="presParOf" srcId="{E10DAF81-CBD7-AC43-B7F4-1FAD06873356}" destId="{144A3BC9-AA7B-8B4C-9486-476380344A3D}" srcOrd="2" destOrd="0" presId="urn:microsoft.com/office/officeart/2008/layout/LinedList"/>
    <dgm:cxn modelId="{5CEA351C-31A8-D04F-AE5C-B0EC11BB4B01}" type="presParOf" srcId="{E10DAF81-CBD7-AC43-B7F4-1FAD06873356}" destId="{50E2E3DD-E51C-9748-9522-B31793011856}" srcOrd="3" destOrd="0" presId="urn:microsoft.com/office/officeart/2008/layout/LinedList"/>
    <dgm:cxn modelId="{5BC255F3-2567-224F-A0E0-06C7A7E8AFC7}" type="presParOf" srcId="{E10DAF81-CBD7-AC43-B7F4-1FAD06873356}" destId="{E32118E0-20AC-C844-8314-2C4F751B5F8F}" srcOrd="4" destOrd="0" presId="urn:microsoft.com/office/officeart/2008/layout/LinedList"/>
    <dgm:cxn modelId="{1F388C12-2789-2141-80F7-5D952DF51E44}" type="presParOf" srcId="{E32118E0-20AC-C844-8314-2C4F751B5F8F}" destId="{5228D231-297E-7149-8A99-1ADD51C98F2D}" srcOrd="0" destOrd="0" presId="urn:microsoft.com/office/officeart/2008/layout/LinedList"/>
    <dgm:cxn modelId="{38E18244-4894-5F4E-8F98-55726B49A01A}" type="presParOf" srcId="{E32118E0-20AC-C844-8314-2C4F751B5F8F}" destId="{C9907403-135B-8D4D-8CED-986119D9DA64}" srcOrd="1" destOrd="0" presId="urn:microsoft.com/office/officeart/2008/layout/LinedList"/>
    <dgm:cxn modelId="{E75AB2EF-4452-7748-AD3A-FE37992EB6A2}" type="presParOf" srcId="{E32118E0-20AC-C844-8314-2C4F751B5F8F}" destId="{E95F4864-1C2C-CB4C-BDCC-61EC95A0B1E2}" srcOrd="2" destOrd="0" presId="urn:microsoft.com/office/officeart/2008/layout/LinedList"/>
    <dgm:cxn modelId="{BD18CB3F-E5B7-8444-973D-202835115B03}" type="presParOf" srcId="{E10DAF81-CBD7-AC43-B7F4-1FAD06873356}" destId="{238B2CB2-5A85-1446-BA70-8617065BF4B1}" srcOrd="5" destOrd="0" presId="urn:microsoft.com/office/officeart/2008/layout/LinedList"/>
    <dgm:cxn modelId="{1C40C2C7-B21E-BB49-9422-841AF91C9078}" type="presParOf" srcId="{E10DAF81-CBD7-AC43-B7F4-1FAD06873356}" destId="{255DAE85-3D88-474B-8BBA-AF65DE62FC78}" srcOrd="6" destOrd="0" presId="urn:microsoft.com/office/officeart/2008/layout/LinedList"/>
    <dgm:cxn modelId="{048BCE30-05EF-AF47-82D2-E38AC43213D1}" type="presParOf" srcId="{E10DAF81-CBD7-AC43-B7F4-1FAD06873356}" destId="{3A49AD9F-AAB3-4842-994A-F23C9B75CE0D}" srcOrd="7" destOrd="0" presId="urn:microsoft.com/office/officeart/2008/layout/LinedList"/>
    <dgm:cxn modelId="{3F4D260B-D29D-BC47-8156-79733BE1DE33}" type="presParOf" srcId="{3A49AD9F-AAB3-4842-994A-F23C9B75CE0D}" destId="{50954E20-C04B-FE4D-B93A-1530E55B6A24}" srcOrd="0" destOrd="0" presId="urn:microsoft.com/office/officeart/2008/layout/LinedList"/>
    <dgm:cxn modelId="{F151C10C-3563-AE44-A6F0-BFF3EF9EB61B}" type="presParOf" srcId="{3A49AD9F-AAB3-4842-994A-F23C9B75CE0D}" destId="{540B2B33-A242-C948-A521-40501D9E93B7}" srcOrd="1" destOrd="0" presId="urn:microsoft.com/office/officeart/2008/layout/LinedList"/>
    <dgm:cxn modelId="{8EC2CDAB-28BC-C844-916A-B0771957BB6E}" type="presParOf" srcId="{3A49AD9F-AAB3-4842-994A-F23C9B75CE0D}" destId="{8A75EF01-5B1E-074A-B089-871A81986638}" srcOrd="2" destOrd="0" presId="urn:microsoft.com/office/officeart/2008/layout/LinedList"/>
    <dgm:cxn modelId="{538621F8-18A7-F346-AC99-41F113671235}" type="presParOf" srcId="{E10DAF81-CBD7-AC43-B7F4-1FAD06873356}" destId="{1FD529A4-1523-1A43-B7D7-08B7565B83EA}" srcOrd="8" destOrd="0" presId="urn:microsoft.com/office/officeart/2008/layout/LinedList"/>
    <dgm:cxn modelId="{E509D1B8-4E2A-7D44-B4E6-4BE98B042307}" type="presParOf" srcId="{E10DAF81-CBD7-AC43-B7F4-1FAD06873356}" destId="{56FCD32A-1C38-124E-BD46-2B79E9351368}" srcOrd="9" destOrd="0" presId="urn:microsoft.com/office/officeart/2008/layout/LinedList"/>
    <dgm:cxn modelId="{DD38E1DF-6293-A540-82A0-FCEAA321AB39}" type="presParOf" srcId="{E10DAF81-CBD7-AC43-B7F4-1FAD06873356}" destId="{EF87EED7-BB4F-D24D-BD2C-47267AE80DC2}" srcOrd="10" destOrd="0" presId="urn:microsoft.com/office/officeart/2008/layout/LinedList"/>
    <dgm:cxn modelId="{39F2C419-0AD4-6947-8231-868212D84A2E}" type="presParOf" srcId="{EF87EED7-BB4F-D24D-BD2C-47267AE80DC2}" destId="{9EB95D70-A778-2040-811D-6AAD6C49E072}" srcOrd="0" destOrd="0" presId="urn:microsoft.com/office/officeart/2008/layout/LinedList"/>
    <dgm:cxn modelId="{6D1A7B4C-4BF7-3E47-B43B-9AC708FAA5E1}" type="presParOf" srcId="{EF87EED7-BB4F-D24D-BD2C-47267AE80DC2}" destId="{9EEBEC7C-EFA4-5F44-BA33-3E04F713B6D6}" srcOrd="1" destOrd="0" presId="urn:microsoft.com/office/officeart/2008/layout/LinedList"/>
    <dgm:cxn modelId="{318C496E-B49E-5049-A5EA-B7B8C7409C79}" type="presParOf" srcId="{EF87EED7-BB4F-D24D-BD2C-47267AE80DC2}" destId="{BCD75BCD-B327-0D44-8C60-5CD25315093B}" srcOrd="2" destOrd="0" presId="urn:microsoft.com/office/officeart/2008/layout/LinedList"/>
    <dgm:cxn modelId="{36EB6E7E-66C7-8E4A-ABB3-7F81513179FC}" type="presParOf" srcId="{E10DAF81-CBD7-AC43-B7F4-1FAD06873356}" destId="{A2A87D3D-85E6-F246-975E-9BD3E61F8924}" srcOrd="11" destOrd="0" presId="urn:microsoft.com/office/officeart/2008/layout/LinedList"/>
    <dgm:cxn modelId="{A055A022-C543-C448-BDB4-DBD7B790AF80}" type="presParOf" srcId="{E10DAF81-CBD7-AC43-B7F4-1FAD06873356}" destId="{72B112D4-95BA-DA41-B8C5-C3C6FC00C21E}"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D7F902D-8D8F-2F47-9194-DD155C5EEB55}"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kumimoji="1" lang="ja-JP" altLang="en-US"/>
        </a:p>
      </dgm:t>
    </dgm:pt>
    <dgm:pt modelId="{31895CD5-5A2D-2B4E-919E-4DD80965D2B2}">
      <dgm:prSet/>
      <dgm:spPr/>
      <dgm:t>
        <a:bodyPr/>
        <a:lstStyle/>
        <a:p>
          <a:r>
            <a:rPr kumimoji="1" lang="en-US" altLang="ja-JP" b="1" dirty="0"/>
            <a:t>1</a:t>
          </a:r>
          <a:r>
            <a:rPr kumimoji="1" lang="ja-JP" b="1"/>
            <a:t> 音声攻撃性研究（</a:t>
          </a:r>
          <a:r>
            <a:rPr kumimoji="1" lang="en-US" b="1" dirty="0"/>
            <a:t>Acoustic Aggression</a:t>
          </a:r>
          <a:r>
            <a:rPr kumimoji="1" lang="ja-JP" b="1"/>
            <a:t>） </a:t>
          </a:r>
          <a:endParaRPr kumimoji="1" lang="en-US" altLang="ja-JP" b="1" dirty="0"/>
        </a:p>
        <a:p>
          <a:r>
            <a:rPr kumimoji="1" lang="ja-JP" b="1"/>
            <a:t>→ 過去研究</a:t>
          </a:r>
          <a:r>
            <a:rPr kumimoji="1" lang="ja-JP" altLang="en-US" b="1"/>
            <a:t>比較</a:t>
          </a:r>
          <a:endParaRPr lang="ja-JP"/>
        </a:p>
      </dgm:t>
    </dgm:pt>
    <dgm:pt modelId="{F1689BEE-397B-384E-883B-AD88BFD4C5FC}" type="parTrans" cxnId="{EE48CF0A-DECD-0940-84FE-BD0DEEA68CC0}">
      <dgm:prSet/>
      <dgm:spPr/>
      <dgm:t>
        <a:bodyPr/>
        <a:lstStyle/>
        <a:p>
          <a:endParaRPr kumimoji="1" lang="ja-JP" altLang="en-US"/>
        </a:p>
      </dgm:t>
    </dgm:pt>
    <dgm:pt modelId="{C54C3289-24B7-5D47-9F38-39BA9FAE26E6}" type="sibTrans" cxnId="{EE48CF0A-DECD-0940-84FE-BD0DEEA68CC0}">
      <dgm:prSet/>
      <dgm:spPr/>
      <dgm:t>
        <a:bodyPr/>
        <a:lstStyle/>
        <a:p>
          <a:endParaRPr kumimoji="1" lang="ja-JP" altLang="en-US"/>
        </a:p>
      </dgm:t>
    </dgm:pt>
    <dgm:pt modelId="{F6F4F4C9-1065-6C4A-BC86-4CF4D171AEF4}">
      <dgm:prSet/>
      <dgm:spPr/>
      <dgm:t>
        <a:bodyPr/>
        <a:lstStyle/>
        <a:p>
          <a:r>
            <a:rPr kumimoji="1" lang="ja-JP"/>
            <a:t>怒り検知の研究（</a:t>
          </a:r>
          <a:r>
            <a:rPr kumimoji="1" lang="en-US" dirty="0"/>
            <a:t>Emotion Recognition</a:t>
          </a:r>
          <a:r>
            <a:rPr kumimoji="1" lang="ja-JP"/>
            <a:t>）は存在</a:t>
          </a:r>
          <a:endParaRPr lang="ja-JP"/>
        </a:p>
      </dgm:t>
    </dgm:pt>
    <dgm:pt modelId="{895BDED0-6CC4-6C45-8B23-CFBDF2BF4370}" type="parTrans" cxnId="{B15D3097-F746-DA47-A4C7-DD5F6A8D04D4}">
      <dgm:prSet/>
      <dgm:spPr/>
      <dgm:t>
        <a:bodyPr/>
        <a:lstStyle/>
        <a:p>
          <a:endParaRPr kumimoji="1" lang="ja-JP" altLang="en-US"/>
        </a:p>
      </dgm:t>
    </dgm:pt>
    <dgm:pt modelId="{FD647B46-0675-E44C-84C4-317E6E05C698}" type="sibTrans" cxnId="{B15D3097-F746-DA47-A4C7-DD5F6A8D04D4}">
      <dgm:prSet/>
      <dgm:spPr/>
      <dgm:t>
        <a:bodyPr/>
        <a:lstStyle/>
        <a:p>
          <a:endParaRPr kumimoji="1" lang="ja-JP" altLang="en-US"/>
        </a:p>
      </dgm:t>
    </dgm:pt>
    <dgm:pt modelId="{AB1DE5DD-0B56-B245-948E-212F30834195}">
      <dgm:prSet/>
      <dgm:spPr/>
      <dgm:t>
        <a:bodyPr/>
        <a:lstStyle/>
        <a:p>
          <a:r>
            <a:rPr kumimoji="1" lang="ja-JP"/>
            <a:t>しかし </a:t>
          </a:r>
          <a:r>
            <a:rPr kumimoji="1" lang="ja-JP" i="0"/>
            <a:t>「威圧・支配・攻撃性」を音響特性でモデル化した例はない</a:t>
          </a:r>
          <a:endParaRPr lang="ja-JP" i="0"/>
        </a:p>
      </dgm:t>
    </dgm:pt>
    <dgm:pt modelId="{B48881F1-0358-324C-8B7A-4E7F4DB27193}" type="parTrans" cxnId="{18E1DC4F-8F35-2442-9DF3-B69033F623F6}">
      <dgm:prSet/>
      <dgm:spPr/>
      <dgm:t>
        <a:bodyPr/>
        <a:lstStyle/>
        <a:p>
          <a:endParaRPr kumimoji="1" lang="ja-JP" altLang="en-US"/>
        </a:p>
      </dgm:t>
    </dgm:pt>
    <dgm:pt modelId="{AB0DAE1B-FD89-A84F-B89E-F4CD3DE41EC5}" type="sibTrans" cxnId="{18E1DC4F-8F35-2442-9DF3-B69033F623F6}">
      <dgm:prSet/>
      <dgm:spPr/>
      <dgm:t>
        <a:bodyPr/>
        <a:lstStyle/>
        <a:p>
          <a:endParaRPr kumimoji="1" lang="ja-JP" altLang="en-US"/>
        </a:p>
      </dgm:t>
    </dgm:pt>
    <dgm:pt modelId="{F791351F-0DF6-5746-B722-2EC44871F806}">
      <dgm:prSet/>
      <dgm:spPr/>
      <dgm:t>
        <a:bodyPr/>
        <a:lstStyle/>
        <a:p>
          <a:r>
            <a:rPr kumimoji="1" lang="en-US" dirty="0"/>
            <a:t>Whisper </a:t>
          </a:r>
          <a:r>
            <a:rPr kumimoji="1" lang="ja-JP"/>
            <a:t>量子化し端末実行する例はさらに無い</a:t>
          </a:r>
          <a:endParaRPr lang="ja-JP"/>
        </a:p>
      </dgm:t>
    </dgm:pt>
    <dgm:pt modelId="{66A59945-D5BF-2D4A-B45B-E8C446E8A977}" type="parTrans" cxnId="{952D2F33-E2C7-2F43-9F2C-31E1BDECD118}">
      <dgm:prSet/>
      <dgm:spPr/>
      <dgm:t>
        <a:bodyPr/>
        <a:lstStyle/>
        <a:p>
          <a:endParaRPr kumimoji="1" lang="ja-JP" altLang="en-US"/>
        </a:p>
      </dgm:t>
    </dgm:pt>
    <dgm:pt modelId="{4327EFC5-A384-554D-A29D-79A29C5489AE}" type="sibTrans" cxnId="{952D2F33-E2C7-2F43-9F2C-31E1BDECD118}">
      <dgm:prSet/>
      <dgm:spPr/>
      <dgm:t>
        <a:bodyPr/>
        <a:lstStyle/>
        <a:p>
          <a:endParaRPr kumimoji="1" lang="ja-JP" altLang="en-US"/>
        </a:p>
      </dgm:t>
    </dgm:pt>
    <dgm:pt modelId="{867A0A4C-111F-7E44-BA74-8FB252455811}">
      <dgm:prSet/>
      <dgm:spPr/>
      <dgm:t>
        <a:bodyPr/>
        <a:lstStyle/>
        <a:p>
          <a:r>
            <a:rPr kumimoji="1" lang="en-US" altLang="ja-JP" b="1" dirty="0"/>
            <a:t>2</a:t>
          </a:r>
          <a:r>
            <a:rPr kumimoji="1" lang="ja-JP" b="1"/>
            <a:t> 会話支配構造（</a:t>
          </a:r>
          <a:r>
            <a:rPr kumimoji="1" lang="en-US" b="1" dirty="0"/>
            <a:t>Conversational Dominance</a:t>
          </a:r>
          <a:r>
            <a:rPr kumimoji="1" lang="ja-JP" b="1"/>
            <a:t>） </a:t>
          </a:r>
          <a:endParaRPr kumimoji="1" lang="en-US" altLang="ja-JP" b="1" dirty="0"/>
        </a:p>
        <a:p>
          <a:r>
            <a:rPr kumimoji="1" lang="ja-JP" b="1"/>
            <a:t>→ 先行研究</a:t>
          </a:r>
          <a:r>
            <a:rPr kumimoji="1" lang="ja-JP" altLang="en-US" b="1"/>
            <a:t>比較</a:t>
          </a:r>
          <a:endParaRPr lang="ja-JP"/>
        </a:p>
      </dgm:t>
    </dgm:pt>
    <dgm:pt modelId="{AE57026A-FE4D-A64D-B466-34A8B7450A03}" type="parTrans" cxnId="{4E83831A-1114-4644-99A5-043307DA35C0}">
      <dgm:prSet/>
      <dgm:spPr/>
      <dgm:t>
        <a:bodyPr/>
        <a:lstStyle/>
        <a:p>
          <a:endParaRPr kumimoji="1" lang="ja-JP" altLang="en-US"/>
        </a:p>
      </dgm:t>
    </dgm:pt>
    <dgm:pt modelId="{D5F2AC57-DFE4-FE48-BAB6-CCAF3D8EBEB8}" type="sibTrans" cxnId="{4E83831A-1114-4644-99A5-043307DA35C0}">
      <dgm:prSet/>
      <dgm:spPr/>
      <dgm:t>
        <a:bodyPr/>
        <a:lstStyle/>
        <a:p>
          <a:endParaRPr kumimoji="1" lang="ja-JP" altLang="en-US"/>
        </a:p>
      </dgm:t>
    </dgm:pt>
    <dgm:pt modelId="{BBB8683A-EFD7-494F-82BC-74A044C931CC}">
      <dgm:prSet/>
      <dgm:spPr/>
      <dgm:t>
        <a:bodyPr/>
        <a:lstStyle/>
        <a:p>
          <a:r>
            <a:rPr kumimoji="1" lang="ja-JP"/>
            <a:t>「割り込み率」「発話長」などの研究は部分的に存在</a:t>
          </a:r>
          <a:endParaRPr lang="ja-JP"/>
        </a:p>
      </dgm:t>
    </dgm:pt>
    <dgm:pt modelId="{152CAA92-EB46-BD42-8171-C5ACF8317AC5}" type="parTrans" cxnId="{31E19D1B-9319-6541-87F7-45DB29AE57F8}">
      <dgm:prSet/>
      <dgm:spPr/>
      <dgm:t>
        <a:bodyPr/>
        <a:lstStyle/>
        <a:p>
          <a:endParaRPr kumimoji="1" lang="ja-JP" altLang="en-US"/>
        </a:p>
      </dgm:t>
    </dgm:pt>
    <dgm:pt modelId="{D62B49A8-50B0-F148-ADA7-7322AFD46B02}" type="sibTrans" cxnId="{31E19D1B-9319-6541-87F7-45DB29AE57F8}">
      <dgm:prSet/>
      <dgm:spPr/>
      <dgm:t>
        <a:bodyPr/>
        <a:lstStyle/>
        <a:p>
          <a:endParaRPr kumimoji="1" lang="ja-JP" altLang="en-US"/>
        </a:p>
      </dgm:t>
    </dgm:pt>
    <dgm:pt modelId="{B6CF862A-807E-F746-8FBF-3BF56FC401E3}">
      <dgm:prSet/>
      <dgm:spPr/>
      <dgm:t>
        <a:bodyPr/>
        <a:lstStyle/>
        <a:p>
          <a:r>
            <a:rPr kumimoji="1" lang="ja-JP"/>
            <a:t>しかし “ハラスメント構造”に結びつけたモデルは存在しない</a:t>
          </a:r>
          <a:endParaRPr lang="ja-JP"/>
        </a:p>
      </dgm:t>
    </dgm:pt>
    <dgm:pt modelId="{D7FB6C01-7B38-6E40-9567-127D8AEB029E}" type="parTrans" cxnId="{104A242D-62E9-EE46-9348-1AD5EA4D8F8F}">
      <dgm:prSet/>
      <dgm:spPr/>
      <dgm:t>
        <a:bodyPr/>
        <a:lstStyle/>
        <a:p>
          <a:endParaRPr kumimoji="1" lang="ja-JP" altLang="en-US"/>
        </a:p>
      </dgm:t>
    </dgm:pt>
    <dgm:pt modelId="{936A7B57-2A12-2642-820F-C549C0CC7CBC}" type="sibTrans" cxnId="{104A242D-62E9-EE46-9348-1AD5EA4D8F8F}">
      <dgm:prSet/>
      <dgm:spPr/>
      <dgm:t>
        <a:bodyPr/>
        <a:lstStyle/>
        <a:p>
          <a:endParaRPr kumimoji="1" lang="ja-JP" altLang="en-US"/>
        </a:p>
      </dgm:t>
    </dgm:pt>
    <dgm:pt modelId="{D02AA331-34EE-FE4D-AC35-DCFC85103A07}">
      <dgm:prSet/>
      <dgm:spPr/>
      <dgm:t>
        <a:bodyPr/>
        <a:lstStyle/>
        <a:p>
          <a:r>
            <a:rPr kumimoji="1" lang="en-US" altLang="ja-JP" b="1" dirty="0"/>
            <a:t>4</a:t>
          </a:r>
          <a:r>
            <a:rPr kumimoji="1" lang="ja-JP" b="1"/>
            <a:t> </a:t>
          </a:r>
          <a:r>
            <a:rPr kumimoji="1" lang="en-US" altLang="ja-JP" b="1" dirty="0"/>
            <a:t>NLP×</a:t>
          </a:r>
          <a:r>
            <a:rPr kumimoji="1" lang="ja-JP" b="1"/>
            <a:t>法律推論（</a:t>
          </a:r>
          <a:r>
            <a:rPr kumimoji="1" lang="en-US" b="1" dirty="0"/>
            <a:t>Legal Reasoning</a:t>
          </a:r>
          <a:r>
            <a:rPr kumimoji="1" lang="ja-JP" b="1"/>
            <a:t>） </a:t>
          </a:r>
          <a:endParaRPr kumimoji="1" lang="en-US" altLang="ja-JP" b="1" dirty="0"/>
        </a:p>
        <a:p>
          <a:r>
            <a:rPr kumimoji="1" lang="ja-JP" b="1"/>
            <a:t>→ 先行研究</a:t>
          </a:r>
          <a:r>
            <a:rPr kumimoji="1" lang="ja-JP" altLang="en-US" b="1"/>
            <a:t>比較</a:t>
          </a:r>
          <a:endParaRPr lang="ja-JP"/>
        </a:p>
      </dgm:t>
    </dgm:pt>
    <dgm:pt modelId="{81D94DD2-D7BC-6743-9588-B33BAF024101}" type="parTrans" cxnId="{2D2AC32C-990E-3F45-A783-33180083B44B}">
      <dgm:prSet/>
      <dgm:spPr/>
      <dgm:t>
        <a:bodyPr/>
        <a:lstStyle/>
        <a:p>
          <a:endParaRPr kumimoji="1" lang="ja-JP" altLang="en-US"/>
        </a:p>
      </dgm:t>
    </dgm:pt>
    <dgm:pt modelId="{AA693D17-862B-8844-B9B3-303103879A98}" type="sibTrans" cxnId="{2D2AC32C-990E-3F45-A783-33180083B44B}">
      <dgm:prSet/>
      <dgm:spPr/>
      <dgm:t>
        <a:bodyPr/>
        <a:lstStyle/>
        <a:p>
          <a:endParaRPr kumimoji="1" lang="ja-JP" altLang="en-US"/>
        </a:p>
      </dgm:t>
    </dgm:pt>
    <dgm:pt modelId="{CAB00CA5-E82D-CC4A-8F83-0CCE532220E4}">
      <dgm:prSet/>
      <dgm:spPr/>
      <dgm:t>
        <a:bodyPr/>
        <a:lstStyle/>
        <a:p>
          <a:r>
            <a:rPr kumimoji="1" lang="ja-JP"/>
            <a:t>判例検索</a:t>
          </a:r>
          <a:r>
            <a:rPr kumimoji="1" lang="en-US" dirty="0"/>
            <a:t>AI</a:t>
          </a:r>
          <a:r>
            <a:rPr kumimoji="1" lang="ja-JP"/>
            <a:t>は存在</a:t>
          </a:r>
          <a:endParaRPr lang="ja-JP"/>
        </a:p>
      </dgm:t>
    </dgm:pt>
    <dgm:pt modelId="{DF5C071D-EEFA-194A-9B8C-33EF49C36113}" type="parTrans" cxnId="{82D59DEF-7FA0-3142-9667-23CBC9D8B773}">
      <dgm:prSet/>
      <dgm:spPr/>
      <dgm:t>
        <a:bodyPr/>
        <a:lstStyle/>
        <a:p>
          <a:endParaRPr kumimoji="1" lang="ja-JP" altLang="en-US"/>
        </a:p>
      </dgm:t>
    </dgm:pt>
    <dgm:pt modelId="{700B0014-FA58-C54A-BC06-E784CCFE240C}" type="sibTrans" cxnId="{82D59DEF-7FA0-3142-9667-23CBC9D8B773}">
      <dgm:prSet/>
      <dgm:spPr/>
      <dgm:t>
        <a:bodyPr/>
        <a:lstStyle/>
        <a:p>
          <a:endParaRPr kumimoji="1" lang="ja-JP" altLang="en-US"/>
        </a:p>
      </dgm:t>
    </dgm:pt>
    <dgm:pt modelId="{276D620D-78AE-7643-A210-B3E8D40E1820}">
      <dgm:prSet/>
      <dgm:spPr/>
      <dgm:t>
        <a:bodyPr/>
        <a:lstStyle/>
        <a:p>
          <a:r>
            <a:rPr kumimoji="1" lang="ja-JP"/>
            <a:t>しかし “個人の音声ログ→法的</a:t>
          </a:r>
          <a:r>
            <a:rPr kumimoji="1" lang="ja-JP" altLang="en-US"/>
            <a:t>強度やハラスメント特化</a:t>
          </a:r>
          <a:r>
            <a:rPr kumimoji="1" lang="ja-JP"/>
            <a:t>推定”は未踏領域</a:t>
          </a:r>
          <a:endParaRPr lang="ja-JP"/>
        </a:p>
      </dgm:t>
    </dgm:pt>
    <dgm:pt modelId="{2500FD0F-244D-A344-98E7-48AA50C248C9}" type="parTrans" cxnId="{AD14BF07-57B2-5247-9D2F-18E46095973B}">
      <dgm:prSet/>
      <dgm:spPr/>
      <dgm:t>
        <a:bodyPr/>
        <a:lstStyle/>
        <a:p>
          <a:endParaRPr kumimoji="1" lang="ja-JP" altLang="en-US"/>
        </a:p>
      </dgm:t>
    </dgm:pt>
    <dgm:pt modelId="{55A09146-F2CA-F544-A14C-AA6C690BBE34}" type="sibTrans" cxnId="{AD14BF07-57B2-5247-9D2F-18E46095973B}">
      <dgm:prSet/>
      <dgm:spPr/>
      <dgm:t>
        <a:bodyPr/>
        <a:lstStyle/>
        <a:p>
          <a:endParaRPr kumimoji="1" lang="ja-JP" altLang="en-US"/>
        </a:p>
      </dgm:t>
    </dgm:pt>
    <dgm:pt modelId="{ABBBC64D-B114-6B42-AA17-B28B2516BF9D}">
      <dgm:prSet/>
      <dgm:spPr/>
      <dgm:t>
        <a:bodyPr/>
        <a:lstStyle/>
        <a:p>
          <a:r>
            <a:rPr kumimoji="1" lang="en-US" altLang="ja-JP" b="1" dirty="0"/>
            <a:t>5</a:t>
          </a:r>
          <a:r>
            <a:rPr kumimoji="1" lang="ja-JP" b="1"/>
            <a:t> 統合（音声</a:t>
          </a:r>
          <a:r>
            <a:rPr kumimoji="1" lang="en-US" b="1" dirty="0"/>
            <a:t>×</a:t>
          </a:r>
          <a:r>
            <a:rPr kumimoji="1" lang="ja-JP" b="1"/>
            <a:t>構造</a:t>
          </a:r>
          <a:r>
            <a:rPr kumimoji="1" lang="en-US" b="1" dirty="0"/>
            <a:t>×</a:t>
          </a:r>
          <a:r>
            <a:rPr kumimoji="1" lang="ja-JP" b="1"/>
            <a:t>法律） </a:t>
          </a:r>
          <a:endParaRPr kumimoji="1" lang="en-US" altLang="ja-JP" b="1" dirty="0"/>
        </a:p>
        <a:p>
          <a:r>
            <a:rPr kumimoji="1" lang="ja-JP" b="1"/>
            <a:t>→ 世界初の理由</a:t>
          </a:r>
          <a:endParaRPr lang="ja-JP"/>
        </a:p>
      </dgm:t>
    </dgm:pt>
    <dgm:pt modelId="{996A9468-0F1F-A741-935D-7AA80E1462AD}" type="parTrans" cxnId="{094C91A3-2608-FF4A-9648-9716931C5B6F}">
      <dgm:prSet/>
      <dgm:spPr/>
      <dgm:t>
        <a:bodyPr/>
        <a:lstStyle/>
        <a:p>
          <a:endParaRPr kumimoji="1" lang="ja-JP" altLang="en-US"/>
        </a:p>
      </dgm:t>
    </dgm:pt>
    <dgm:pt modelId="{34EDA4F5-4B45-454A-BF68-DF685327B145}" type="sibTrans" cxnId="{094C91A3-2608-FF4A-9648-9716931C5B6F}">
      <dgm:prSet/>
      <dgm:spPr/>
      <dgm:t>
        <a:bodyPr/>
        <a:lstStyle/>
        <a:p>
          <a:endParaRPr kumimoji="1" lang="ja-JP" altLang="en-US"/>
        </a:p>
      </dgm:t>
    </dgm:pt>
    <dgm:pt modelId="{FED16F63-F3ED-0F4D-BAFF-58A8268CC343}">
      <dgm:prSet/>
      <dgm:spPr/>
      <dgm:t>
        <a:bodyPr/>
        <a:lstStyle/>
        <a:p>
          <a:r>
            <a:rPr kumimoji="1" lang="ja-JP"/>
            <a:t>この</a:t>
          </a:r>
          <a:r>
            <a:rPr kumimoji="1" lang="ja-JP" altLang="en-US"/>
            <a:t>４</a:t>
          </a:r>
          <a:r>
            <a:rPr kumimoji="1" lang="ja-JP"/>
            <a:t>領域を統合する研究は確認されていない</a:t>
          </a:r>
          <a:endParaRPr lang="ja-JP"/>
        </a:p>
      </dgm:t>
    </dgm:pt>
    <dgm:pt modelId="{ABA11952-1F21-204E-AFED-34859C045DB3}" type="parTrans" cxnId="{58C7F82B-888A-1546-AB49-1435DD3130D5}">
      <dgm:prSet/>
      <dgm:spPr/>
      <dgm:t>
        <a:bodyPr/>
        <a:lstStyle/>
        <a:p>
          <a:endParaRPr kumimoji="1" lang="ja-JP" altLang="en-US"/>
        </a:p>
      </dgm:t>
    </dgm:pt>
    <dgm:pt modelId="{0A85AA76-6525-9B49-A45E-B6365DE3DF7C}" type="sibTrans" cxnId="{58C7F82B-888A-1546-AB49-1435DD3130D5}">
      <dgm:prSet/>
      <dgm:spPr/>
      <dgm:t>
        <a:bodyPr/>
        <a:lstStyle/>
        <a:p>
          <a:endParaRPr kumimoji="1" lang="ja-JP" altLang="en-US"/>
        </a:p>
      </dgm:t>
    </dgm:pt>
    <dgm:pt modelId="{2784194A-0BF4-FE45-BE5C-F0163FFC5F74}">
      <dgm:prSet/>
      <dgm:spPr/>
      <dgm:t>
        <a:bodyPr/>
        <a:lstStyle/>
        <a:p>
          <a:r>
            <a:rPr kumimoji="1" lang="ja-JP"/>
            <a:t>実装レベルでオンデバイス動作するものは世界に</a:t>
          </a:r>
          <a:r>
            <a:rPr kumimoji="1" lang="en-US" dirty="0"/>
            <a:t>1</a:t>
          </a:r>
          <a:r>
            <a:rPr kumimoji="1" lang="ja-JP"/>
            <a:t>つもない</a:t>
          </a:r>
          <a:endParaRPr lang="ja-JP"/>
        </a:p>
      </dgm:t>
    </dgm:pt>
    <dgm:pt modelId="{76069C9F-0C77-1647-AC0E-9FCDA237B67D}" type="parTrans" cxnId="{D0C26DDF-9DB4-694E-AE51-00C94BA2875A}">
      <dgm:prSet/>
      <dgm:spPr/>
      <dgm:t>
        <a:bodyPr/>
        <a:lstStyle/>
        <a:p>
          <a:endParaRPr kumimoji="1" lang="ja-JP" altLang="en-US"/>
        </a:p>
      </dgm:t>
    </dgm:pt>
    <dgm:pt modelId="{03A84D2D-96EC-2F42-851F-8DE0F1E1873F}" type="sibTrans" cxnId="{D0C26DDF-9DB4-694E-AE51-00C94BA2875A}">
      <dgm:prSet/>
      <dgm:spPr/>
      <dgm:t>
        <a:bodyPr/>
        <a:lstStyle/>
        <a:p>
          <a:endParaRPr kumimoji="1" lang="ja-JP" altLang="en-US"/>
        </a:p>
      </dgm:t>
    </dgm:pt>
    <dgm:pt modelId="{131D3431-D278-F540-B024-F5947756BA98}">
      <dgm:prSet/>
      <dgm:spPr/>
      <dgm:t>
        <a:bodyPr/>
        <a:lstStyle/>
        <a:p>
          <a:r>
            <a:rPr lang="en-US" altLang="ja-JP" b="1" dirty="0"/>
            <a:t>3 </a:t>
          </a:r>
          <a:r>
            <a:rPr lang="ja-JP" altLang="en-US" b="1"/>
            <a:t>言語攻撃性</a:t>
          </a:r>
          <a:r>
            <a:rPr lang="en-US" altLang="ja-JP" b="1" dirty="0"/>
            <a:t>(Language Aggression Model)</a:t>
          </a:r>
        </a:p>
        <a:p>
          <a:r>
            <a:rPr lang="en-US" altLang="ja-JP" b="1" dirty="0"/>
            <a:t>→</a:t>
          </a:r>
          <a:r>
            <a:rPr lang="ja-JP" altLang="en-US" b="1"/>
            <a:t>先行研究比較</a:t>
          </a:r>
          <a:endParaRPr lang="en-US" altLang="ja-JP" b="1" dirty="0"/>
        </a:p>
      </dgm:t>
    </dgm:pt>
    <dgm:pt modelId="{0BF472CD-28A7-6F4F-8608-10CFF64F32F0}" type="parTrans" cxnId="{4B70E689-6385-4442-8057-EE91A4327784}">
      <dgm:prSet/>
      <dgm:spPr/>
      <dgm:t>
        <a:bodyPr/>
        <a:lstStyle/>
        <a:p>
          <a:endParaRPr kumimoji="1" lang="ja-JP" altLang="en-US"/>
        </a:p>
      </dgm:t>
    </dgm:pt>
    <dgm:pt modelId="{B3BAA2EB-60C0-3D44-A9D2-C3A127B68F3E}" type="sibTrans" cxnId="{4B70E689-6385-4442-8057-EE91A4327784}">
      <dgm:prSet/>
      <dgm:spPr/>
      <dgm:t>
        <a:bodyPr/>
        <a:lstStyle/>
        <a:p>
          <a:endParaRPr kumimoji="1" lang="ja-JP" altLang="en-US"/>
        </a:p>
      </dgm:t>
    </dgm:pt>
    <dgm:pt modelId="{26DFE2C6-F0DD-CD4B-B808-95306A1D5FAF}">
      <dgm:prSet/>
      <dgm:spPr/>
      <dgm:t>
        <a:bodyPr/>
        <a:lstStyle/>
        <a:p>
          <a:r>
            <a:rPr lang="en-US" altLang="ja-JP" b="0" dirty="0"/>
            <a:t>toxicity </a:t>
          </a:r>
          <a:r>
            <a:rPr lang="ja-JP" altLang="en-US" b="0"/>
            <a:t>有害表現分類は存在</a:t>
          </a:r>
          <a:endParaRPr lang="en-US" altLang="ja-JP" b="0" dirty="0"/>
        </a:p>
      </dgm:t>
    </dgm:pt>
    <dgm:pt modelId="{BDF9806B-9E2D-D640-9B87-45CC8039694D}" type="parTrans" cxnId="{5E07CE7F-AAC7-8147-8729-034ED52FB621}">
      <dgm:prSet/>
      <dgm:spPr/>
      <dgm:t>
        <a:bodyPr/>
        <a:lstStyle/>
        <a:p>
          <a:endParaRPr kumimoji="1" lang="ja-JP" altLang="en-US"/>
        </a:p>
      </dgm:t>
    </dgm:pt>
    <dgm:pt modelId="{862081EF-C34C-F849-900D-F464FBBFDCE7}" type="sibTrans" cxnId="{5E07CE7F-AAC7-8147-8729-034ED52FB621}">
      <dgm:prSet/>
      <dgm:spPr/>
      <dgm:t>
        <a:bodyPr/>
        <a:lstStyle/>
        <a:p>
          <a:endParaRPr kumimoji="1" lang="ja-JP" altLang="en-US"/>
        </a:p>
      </dgm:t>
    </dgm:pt>
    <dgm:pt modelId="{5F3523FB-2E74-5144-A8B8-06D75C3979BF}">
      <dgm:prSet/>
      <dgm:spPr/>
      <dgm:t>
        <a:bodyPr/>
        <a:lstStyle/>
        <a:p>
          <a:r>
            <a:rPr kumimoji="1" lang="ja-JP" altLang="en-US"/>
            <a:t>しかし一般的</a:t>
          </a:r>
          <a:r>
            <a:rPr kumimoji="1" lang="en-US" altLang="ja-JP" dirty="0"/>
            <a:t>toxicity</a:t>
          </a:r>
          <a:r>
            <a:rPr kumimoji="1" lang="ja-JP" altLang="en-US"/>
            <a:t>検知では日本語ハラスメントは扱えない</a:t>
          </a:r>
        </a:p>
      </dgm:t>
    </dgm:pt>
    <dgm:pt modelId="{F51515BE-69BD-6C4F-9E45-220EFA6926B5}" type="parTrans" cxnId="{7E8F634D-4A11-5948-9958-8AF66ED82428}">
      <dgm:prSet/>
      <dgm:spPr/>
      <dgm:t>
        <a:bodyPr/>
        <a:lstStyle/>
        <a:p>
          <a:endParaRPr kumimoji="1" lang="ja-JP" altLang="en-US"/>
        </a:p>
      </dgm:t>
    </dgm:pt>
    <dgm:pt modelId="{CA42B4F9-8C0F-944F-99FC-4DB5B3D4797A}" type="sibTrans" cxnId="{7E8F634D-4A11-5948-9958-8AF66ED82428}">
      <dgm:prSet/>
      <dgm:spPr/>
      <dgm:t>
        <a:bodyPr/>
        <a:lstStyle/>
        <a:p>
          <a:endParaRPr kumimoji="1" lang="ja-JP" altLang="en-US"/>
        </a:p>
      </dgm:t>
    </dgm:pt>
    <dgm:pt modelId="{787C7F2C-EB92-0848-A2F6-69B6415987CE}">
      <dgm:prSet/>
      <dgm:spPr/>
      <dgm:t>
        <a:bodyPr/>
        <a:lstStyle/>
        <a:p>
          <a:r>
            <a:rPr kumimoji="1" lang="ja-JP" altLang="en-US"/>
            <a:t>さらに人格否定・能力否定個人攻撃の中傷パターンを独自学習は本研究独自</a:t>
          </a:r>
        </a:p>
      </dgm:t>
    </dgm:pt>
    <dgm:pt modelId="{A5535DA0-8E63-9B41-B2C1-0BB7FC71659D}" type="parTrans" cxnId="{5A14B019-F8E5-3645-A4E6-8524F19ED2CC}">
      <dgm:prSet/>
      <dgm:spPr/>
      <dgm:t>
        <a:bodyPr/>
        <a:lstStyle/>
        <a:p>
          <a:endParaRPr kumimoji="1" lang="ja-JP" altLang="en-US"/>
        </a:p>
      </dgm:t>
    </dgm:pt>
    <dgm:pt modelId="{E6AA07A4-D7EF-CA4B-B597-2D9E9FC0DCBE}" type="sibTrans" cxnId="{5A14B019-F8E5-3645-A4E6-8524F19ED2CC}">
      <dgm:prSet/>
      <dgm:spPr/>
      <dgm:t>
        <a:bodyPr/>
        <a:lstStyle/>
        <a:p>
          <a:endParaRPr kumimoji="1" lang="ja-JP" altLang="en-US"/>
        </a:p>
      </dgm:t>
    </dgm:pt>
    <dgm:pt modelId="{3ECE6E85-7BED-CA47-B28F-D95143044A9D}">
      <dgm:prSet/>
      <dgm:spPr/>
      <dgm:t>
        <a:bodyPr/>
        <a:lstStyle/>
        <a:p>
          <a:r>
            <a:rPr lang="ja-JP" altLang="en-US"/>
            <a:t>法的証拠価値まで算出する評価指数、法的強度を推定するモデルは世界初</a:t>
          </a:r>
          <a:endParaRPr lang="ja-JP"/>
        </a:p>
      </dgm:t>
    </dgm:pt>
    <dgm:pt modelId="{40776DEF-BD37-7B4B-821C-1D7F44890DF3}" type="parTrans" cxnId="{D9C9B3AD-187B-0D48-B015-DD30E9C37F06}">
      <dgm:prSet/>
      <dgm:spPr/>
    </dgm:pt>
    <dgm:pt modelId="{A7A30B01-8EE7-8D41-8E56-0EDE2DB0F22B}" type="sibTrans" cxnId="{D9C9B3AD-187B-0D48-B015-DD30E9C37F06}">
      <dgm:prSet/>
      <dgm:spPr/>
    </dgm:pt>
    <dgm:pt modelId="{DCFD8C86-8345-7748-AB05-65DCD1D084C1}" type="pres">
      <dgm:prSet presAssocID="{FD7F902D-8D8F-2F47-9194-DD155C5EEB55}" presName="vert0" presStyleCnt="0">
        <dgm:presLayoutVars>
          <dgm:dir/>
          <dgm:animOne val="branch"/>
          <dgm:animLvl val="lvl"/>
        </dgm:presLayoutVars>
      </dgm:prSet>
      <dgm:spPr/>
    </dgm:pt>
    <dgm:pt modelId="{2EB193A0-2EB6-D24D-90D8-4EC93FC282E6}" type="pres">
      <dgm:prSet presAssocID="{31895CD5-5A2D-2B4E-919E-4DD80965D2B2}" presName="thickLine" presStyleLbl="alignNode1" presStyleIdx="0" presStyleCnt="5"/>
      <dgm:spPr/>
    </dgm:pt>
    <dgm:pt modelId="{7B7E8073-73D7-2543-913C-5A847EF759C9}" type="pres">
      <dgm:prSet presAssocID="{31895CD5-5A2D-2B4E-919E-4DD80965D2B2}" presName="horz1" presStyleCnt="0"/>
      <dgm:spPr/>
    </dgm:pt>
    <dgm:pt modelId="{B9F2E487-2D1C-BD4B-9D83-74268790F932}" type="pres">
      <dgm:prSet presAssocID="{31895CD5-5A2D-2B4E-919E-4DD80965D2B2}" presName="tx1" presStyleLbl="revTx" presStyleIdx="0" presStyleCnt="18"/>
      <dgm:spPr/>
    </dgm:pt>
    <dgm:pt modelId="{34E3C650-EBE3-BC48-8796-55AFA47434E2}" type="pres">
      <dgm:prSet presAssocID="{31895CD5-5A2D-2B4E-919E-4DD80965D2B2}" presName="vert1" presStyleCnt="0"/>
      <dgm:spPr/>
    </dgm:pt>
    <dgm:pt modelId="{CA7967A7-9753-774B-ABC5-0093FDDCA085}" type="pres">
      <dgm:prSet presAssocID="{F6F4F4C9-1065-6C4A-BC86-4CF4D171AEF4}" presName="vertSpace2a" presStyleCnt="0"/>
      <dgm:spPr/>
    </dgm:pt>
    <dgm:pt modelId="{D2387161-C82E-1D4A-9638-085DCEF14B7B}" type="pres">
      <dgm:prSet presAssocID="{F6F4F4C9-1065-6C4A-BC86-4CF4D171AEF4}" presName="horz2" presStyleCnt="0"/>
      <dgm:spPr/>
    </dgm:pt>
    <dgm:pt modelId="{812C9E3D-8165-9442-90A5-1FD75AAE8B4D}" type="pres">
      <dgm:prSet presAssocID="{F6F4F4C9-1065-6C4A-BC86-4CF4D171AEF4}" presName="horzSpace2" presStyleCnt="0"/>
      <dgm:spPr/>
    </dgm:pt>
    <dgm:pt modelId="{56AE447A-1256-9F48-8758-E3A2CC8D1E49}" type="pres">
      <dgm:prSet presAssocID="{F6F4F4C9-1065-6C4A-BC86-4CF4D171AEF4}" presName="tx2" presStyleLbl="revTx" presStyleIdx="1" presStyleCnt="18"/>
      <dgm:spPr/>
    </dgm:pt>
    <dgm:pt modelId="{43AE58C8-71BA-F949-BFF3-6C73D7DC196B}" type="pres">
      <dgm:prSet presAssocID="{F6F4F4C9-1065-6C4A-BC86-4CF4D171AEF4}" presName="vert2" presStyleCnt="0"/>
      <dgm:spPr/>
    </dgm:pt>
    <dgm:pt modelId="{ABA29994-82C6-224C-8CC9-3D3A9D3ACE4F}" type="pres">
      <dgm:prSet presAssocID="{F6F4F4C9-1065-6C4A-BC86-4CF4D171AEF4}" presName="thinLine2b" presStyleLbl="callout" presStyleIdx="0" presStyleCnt="13"/>
      <dgm:spPr/>
    </dgm:pt>
    <dgm:pt modelId="{8D907F49-671B-AD4E-8615-0CCE64F0C5B1}" type="pres">
      <dgm:prSet presAssocID="{F6F4F4C9-1065-6C4A-BC86-4CF4D171AEF4}" presName="vertSpace2b" presStyleCnt="0"/>
      <dgm:spPr/>
    </dgm:pt>
    <dgm:pt modelId="{84D3D045-0142-3648-A1AB-A0587CB401A8}" type="pres">
      <dgm:prSet presAssocID="{AB1DE5DD-0B56-B245-948E-212F30834195}" presName="horz2" presStyleCnt="0"/>
      <dgm:spPr/>
    </dgm:pt>
    <dgm:pt modelId="{9B33712F-0302-7945-A0E5-B916F46D0751}" type="pres">
      <dgm:prSet presAssocID="{AB1DE5DD-0B56-B245-948E-212F30834195}" presName="horzSpace2" presStyleCnt="0"/>
      <dgm:spPr/>
    </dgm:pt>
    <dgm:pt modelId="{89A8FAAA-7F15-DC48-A811-23B560253DD2}" type="pres">
      <dgm:prSet presAssocID="{AB1DE5DD-0B56-B245-948E-212F30834195}" presName="tx2" presStyleLbl="revTx" presStyleIdx="2" presStyleCnt="18"/>
      <dgm:spPr/>
    </dgm:pt>
    <dgm:pt modelId="{0E224120-B67B-B14C-932C-2CC43C8E13A7}" type="pres">
      <dgm:prSet presAssocID="{AB1DE5DD-0B56-B245-948E-212F30834195}" presName="vert2" presStyleCnt="0"/>
      <dgm:spPr/>
    </dgm:pt>
    <dgm:pt modelId="{2E675E1C-6462-7D4F-8A26-937D53CB6DC8}" type="pres">
      <dgm:prSet presAssocID="{AB1DE5DD-0B56-B245-948E-212F30834195}" presName="thinLine2b" presStyleLbl="callout" presStyleIdx="1" presStyleCnt="13"/>
      <dgm:spPr/>
    </dgm:pt>
    <dgm:pt modelId="{FBAA4465-A364-D449-8968-289B07FD6A83}" type="pres">
      <dgm:prSet presAssocID="{AB1DE5DD-0B56-B245-948E-212F30834195}" presName="vertSpace2b" presStyleCnt="0"/>
      <dgm:spPr/>
    </dgm:pt>
    <dgm:pt modelId="{0A24E1BC-B499-5049-9002-B838A2F19370}" type="pres">
      <dgm:prSet presAssocID="{F791351F-0DF6-5746-B722-2EC44871F806}" presName="horz2" presStyleCnt="0"/>
      <dgm:spPr/>
    </dgm:pt>
    <dgm:pt modelId="{C2234A1C-7CB6-B841-9492-45E97B30A194}" type="pres">
      <dgm:prSet presAssocID="{F791351F-0DF6-5746-B722-2EC44871F806}" presName="horzSpace2" presStyleCnt="0"/>
      <dgm:spPr/>
    </dgm:pt>
    <dgm:pt modelId="{E91016A9-00B7-7449-9EEF-168E7CA51C21}" type="pres">
      <dgm:prSet presAssocID="{F791351F-0DF6-5746-B722-2EC44871F806}" presName="tx2" presStyleLbl="revTx" presStyleIdx="3" presStyleCnt="18"/>
      <dgm:spPr/>
    </dgm:pt>
    <dgm:pt modelId="{E52FA758-F92D-744E-95C3-11414EBBAE1B}" type="pres">
      <dgm:prSet presAssocID="{F791351F-0DF6-5746-B722-2EC44871F806}" presName="vert2" presStyleCnt="0"/>
      <dgm:spPr/>
    </dgm:pt>
    <dgm:pt modelId="{0E1BA5F0-C875-5E48-BF61-C525E0290800}" type="pres">
      <dgm:prSet presAssocID="{F791351F-0DF6-5746-B722-2EC44871F806}" presName="thinLine2b" presStyleLbl="callout" presStyleIdx="2" presStyleCnt="13"/>
      <dgm:spPr/>
    </dgm:pt>
    <dgm:pt modelId="{551539DD-7888-694E-9107-35B5FA6EF656}" type="pres">
      <dgm:prSet presAssocID="{F791351F-0DF6-5746-B722-2EC44871F806}" presName="vertSpace2b" presStyleCnt="0"/>
      <dgm:spPr/>
    </dgm:pt>
    <dgm:pt modelId="{1E6221BF-4218-3B49-8A10-4860B9E76B31}" type="pres">
      <dgm:prSet presAssocID="{867A0A4C-111F-7E44-BA74-8FB252455811}" presName="thickLine" presStyleLbl="alignNode1" presStyleIdx="1" presStyleCnt="5"/>
      <dgm:spPr/>
    </dgm:pt>
    <dgm:pt modelId="{69E2237D-71D1-BE45-A9B1-6D87BA269A70}" type="pres">
      <dgm:prSet presAssocID="{867A0A4C-111F-7E44-BA74-8FB252455811}" presName="horz1" presStyleCnt="0"/>
      <dgm:spPr/>
    </dgm:pt>
    <dgm:pt modelId="{8BF8C275-0D0D-1F4D-BB13-0633E4C344E5}" type="pres">
      <dgm:prSet presAssocID="{867A0A4C-111F-7E44-BA74-8FB252455811}" presName="tx1" presStyleLbl="revTx" presStyleIdx="4" presStyleCnt="18"/>
      <dgm:spPr/>
    </dgm:pt>
    <dgm:pt modelId="{7A99790F-747F-EB4F-844A-C769AA508721}" type="pres">
      <dgm:prSet presAssocID="{867A0A4C-111F-7E44-BA74-8FB252455811}" presName="vert1" presStyleCnt="0"/>
      <dgm:spPr/>
    </dgm:pt>
    <dgm:pt modelId="{CA86501A-FB8E-894B-A130-7E7CF5D768BC}" type="pres">
      <dgm:prSet presAssocID="{BBB8683A-EFD7-494F-82BC-74A044C931CC}" presName="vertSpace2a" presStyleCnt="0"/>
      <dgm:spPr/>
    </dgm:pt>
    <dgm:pt modelId="{3E5B1B99-FFD1-D44B-9669-BE1500102BFD}" type="pres">
      <dgm:prSet presAssocID="{BBB8683A-EFD7-494F-82BC-74A044C931CC}" presName="horz2" presStyleCnt="0"/>
      <dgm:spPr/>
    </dgm:pt>
    <dgm:pt modelId="{E92FD571-98FE-9848-8CB5-3C09C3C99C55}" type="pres">
      <dgm:prSet presAssocID="{BBB8683A-EFD7-494F-82BC-74A044C931CC}" presName="horzSpace2" presStyleCnt="0"/>
      <dgm:spPr/>
    </dgm:pt>
    <dgm:pt modelId="{8D83F93E-7B84-724D-A7EE-407EFBAC9B23}" type="pres">
      <dgm:prSet presAssocID="{BBB8683A-EFD7-494F-82BC-74A044C931CC}" presName="tx2" presStyleLbl="revTx" presStyleIdx="5" presStyleCnt="18"/>
      <dgm:spPr/>
    </dgm:pt>
    <dgm:pt modelId="{23FA41A7-1DDC-8641-9490-3CB7732E7C6B}" type="pres">
      <dgm:prSet presAssocID="{BBB8683A-EFD7-494F-82BC-74A044C931CC}" presName="vert2" presStyleCnt="0"/>
      <dgm:spPr/>
    </dgm:pt>
    <dgm:pt modelId="{B2413EF1-D6EC-1A4E-8284-C83CA63858EB}" type="pres">
      <dgm:prSet presAssocID="{BBB8683A-EFD7-494F-82BC-74A044C931CC}" presName="thinLine2b" presStyleLbl="callout" presStyleIdx="3" presStyleCnt="13"/>
      <dgm:spPr/>
    </dgm:pt>
    <dgm:pt modelId="{13BE0580-24FA-F44D-BEC1-54875C875DBC}" type="pres">
      <dgm:prSet presAssocID="{BBB8683A-EFD7-494F-82BC-74A044C931CC}" presName="vertSpace2b" presStyleCnt="0"/>
      <dgm:spPr/>
    </dgm:pt>
    <dgm:pt modelId="{D5482946-92E8-2F4F-84CB-303DA6BDE69B}" type="pres">
      <dgm:prSet presAssocID="{B6CF862A-807E-F746-8FBF-3BF56FC401E3}" presName="horz2" presStyleCnt="0"/>
      <dgm:spPr/>
    </dgm:pt>
    <dgm:pt modelId="{694E8B1B-AC89-F040-BD8E-ADCB655D2B81}" type="pres">
      <dgm:prSet presAssocID="{B6CF862A-807E-F746-8FBF-3BF56FC401E3}" presName="horzSpace2" presStyleCnt="0"/>
      <dgm:spPr/>
    </dgm:pt>
    <dgm:pt modelId="{FAAE77F0-C43D-954F-B020-94A06CD0941E}" type="pres">
      <dgm:prSet presAssocID="{B6CF862A-807E-F746-8FBF-3BF56FC401E3}" presName="tx2" presStyleLbl="revTx" presStyleIdx="6" presStyleCnt="18"/>
      <dgm:spPr/>
    </dgm:pt>
    <dgm:pt modelId="{1224F39D-95A9-0E41-A196-3AE203CBE9A7}" type="pres">
      <dgm:prSet presAssocID="{B6CF862A-807E-F746-8FBF-3BF56FC401E3}" presName="vert2" presStyleCnt="0"/>
      <dgm:spPr/>
    </dgm:pt>
    <dgm:pt modelId="{3ED43D0B-7C2E-3D4F-9552-0FA78862ABA3}" type="pres">
      <dgm:prSet presAssocID="{B6CF862A-807E-F746-8FBF-3BF56FC401E3}" presName="thinLine2b" presStyleLbl="callout" presStyleIdx="4" presStyleCnt="13"/>
      <dgm:spPr/>
    </dgm:pt>
    <dgm:pt modelId="{97DD0EEC-18BD-D343-BB13-BB40DCDF97CC}" type="pres">
      <dgm:prSet presAssocID="{B6CF862A-807E-F746-8FBF-3BF56FC401E3}" presName="vertSpace2b" presStyleCnt="0"/>
      <dgm:spPr/>
    </dgm:pt>
    <dgm:pt modelId="{E07EDEBE-67EB-1744-B501-3C990A9CCA20}" type="pres">
      <dgm:prSet presAssocID="{131D3431-D278-F540-B024-F5947756BA98}" presName="thickLine" presStyleLbl="alignNode1" presStyleIdx="2" presStyleCnt="5"/>
      <dgm:spPr/>
    </dgm:pt>
    <dgm:pt modelId="{843CB1F5-D848-9B4D-BB03-00CB09BD2C9B}" type="pres">
      <dgm:prSet presAssocID="{131D3431-D278-F540-B024-F5947756BA98}" presName="horz1" presStyleCnt="0"/>
      <dgm:spPr/>
    </dgm:pt>
    <dgm:pt modelId="{43FD75AE-7D32-2144-8E45-DC913337BE1A}" type="pres">
      <dgm:prSet presAssocID="{131D3431-D278-F540-B024-F5947756BA98}" presName="tx1" presStyleLbl="revTx" presStyleIdx="7" presStyleCnt="18"/>
      <dgm:spPr/>
    </dgm:pt>
    <dgm:pt modelId="{B3EEC8EA-9E10-3C40-9417-C1B896AED026}" type="pres">
      <dgm:prSet presAssocID="{131D3431-D278-F540-B024-F5947756BA98}" presName="vert1" presStyleCnt="0"/>
      <dgm:spPr/>
    </dgm:pt>
    <dgm:pt modelId="{787BC171-1F5D-D14F-A4D7-019C3E5550DC}" type="pres">
      <dgm:prSet presAssocID="{26DFE2C6-F0DD-CD4B-B808-95306A1D5FAF}" presName="vertSpace2a" presStyleCnt="0"/>
      <dgm:spPr/>
    </dgm:pt>
    <dgm:pt modelId="{59BF4210-E82C-734F-AA44-49A8A9DE0A44}" type="pres">
      <dgm:prSet presAssocID="{26DFE2C6-F0DD-CD4B-B808-95306A1D5FAF}" presName="horz2" presStyleCnt="0"/>
      <dgm:spPr/>
    </dgm:pt>
    <dgm:pt modelId="{A692E24F-0358-CF49-A3D5-017EE8221260}" type="pres">
      <dgm:prSet presAssocID="{26DFE2C6-F0DD-CD4B-B808-95306A1D5FAF}" presName="horzSpace2" presStyleCnt="0"/>
      <dgm:spPr/>
    </dgm:pt>
    <dgm:pt modelId="{7C26BE35-7077-9740-950D-C8C5F6EA5D11}" type="pres">
      <dgm:prSet presAssocID="{26DFE2C6-F0DD-CD4B-B808-95306A1D5FAF}" presName="tx2" presStyleLbl="revTx" presStyleIdx="8" presStyleCnt="18"/>
      <dgm:spPr/>
    </dgm:pt>
    <dgm:pt modelId="{3C1297F9-B9E4-3F41-BC4A-46784E3F605D}" type="pres">
      <dgm:prSet presAssocID="{26DFE2C6-F0DD-CD4B-B808-95306A1D5FAF}" presName="vert2" presStyleCnt="0"/>
      <dgm:spPr/>
    </dgm:pt>
    <dgm:pt modelId="{5FA791F8-E5E8-614A-B847-9AF502E40F2D}" type="pres">
      <dgm:prSet presAssocID="{26DFE2C6-F0DD-CD4B-B808-95306A1D5FAF}" presName="thinLine2b" presStyleLbl="callout" presStyleIdx="5" presStyleCnt="13"/>
      <dgm:spPr/>
    </dgm:pt>
    <dgm:pt modelId="{12FFCB27-55B5-DE44-BF32-F20FE526BB42}" type="pres">
      <dgm:prSet presAssocID="{26DFE2C6-F0DD-CD4B-B808-95306A1D5FAF}" presName="vertSpace2b" presStyleCnt="0"/>
      <dgm:spPr/>
    </dgm:pt>
    <dgm:pt modelId="{851ECE90-AEB9-584E-A3ED-3C3955C191A8}" type="pres">
      <dgm:prSet presAssocID="{5F3523FB-2E74-5144-A8B8-06D75C3979BF}" presName="horz2" presStyleCnt="0"/>
      <dgm:spPr/>
    </dgm:pt>
    <dgm:pt modelId="{A7C056B6-219F-F24E-BCF2-1F1631D140CB}" type="pres">
      <dgm:prSet presAssocID="{5F3523FB-2E74-5144-A8B8-06D75C3979BF}" presName="horzSpace2" presStyleCnt="0"/>
      <dgm:spPr/>
    </dgm:pt>
    <dgm:pt modelId="{11B08D74-7E82-DF44-BBC7-C17B428C92CC}" type="pres">
      <dgm:prSet presAssocID="{5F3523FB-2E74-5144-A8B8-06D75C3979BF}" presName="tx2" presStyleLbl="revTx" presStyleIdx="9" presStyleCnt="18"/>
      <dgm:spPr/>
    </dgm:pt>
    <dgm:pt modelId="{19DF7E97-A3C1-4F49-864E-3FEBB752A7C8}" type="pres">
      <dgm:prSet presAssocID="{5F3523FB-2E74-5144-A8B8-06D75C3979BF}" presName="vert2" presStyleCnt="0"/>
      <dgm:spPr/>
    </dgm:pt>
    <dgm:pt modelId="{FDD25C4B-39A9-5C43-9F90-9BF1D0E02D88}" type="pres">
      <dgm:prSet presAssocID="{5F3523FB-2E74-5144-A8B8-06D75C3979BF}" presName="thinLine2b" presStyleLbl="callout" presStyleIdx="6" presStyleCnt="13"/>
      <dgm:spPr/>
    </dgm:pt>
    <dgm:pt modelId="{3C88031B-D27F-EE41-A073-EF2F053A14E1}" type="pres">
      <dgm:prSet presAssocID="{5F3523FB-2E74-5144-A8B8-06D75C3979BF}" presName="vertSpace2b" presStyleCnt="0"/>
      <dgm:spPr/>
    </dgm:pt>
    <dgm:pt modelId="{2E00D43E-ABF7-564C-8057-C19E60D47DE5}" type="pres">
      <dgm:prSet presAssocID="{787C7F2C-EB92-0848-A2F6-69B6415987CE}" presName="horz2" presStyleCnt="0"/>
      <dgm:spPr/>
    </dgm:pt>
    <dgm:pt modelId="{F0A787D0-F036-5B49-9FF9-182D51E7D45C}" type="pres">
      <dgm:prSet presAssocID="{787C7F2C-EB92-0848-A2F6-69B6415987CE}" presName="horzSpace2" presStyleCnt="0"/>
      <dgm:spPr/>
    </dgm:pt>
    <dgm:pt modelId="{9C55DD86-8FB1-1443-BE7D-E3E8E5785428}" type="pres">
      <dgm:prSet presAssocID="{787C7F2C-EB92-0848-A2F6-69B6415987CE}" presName="tx2" presStyleLbl="revTx" presStyleIdx="10" presStyleCnt="18"/>
      <dgm:spPr/>
    </dgm:pt>
    <dgm:pt modelId="{4DC0374A-B3CC-0440-925E-648C9077E670}" type="pres">
      <dgm:prSet presAssocID="{787C7F2C-EB92-0848-A2F6-69B6415987CE}" presName="vert2" presStyleCnt="0"/>
      <dgm:spPr/>
    </dgm:pt>
    <dgm:pt modelId="{55F8778A-7D36-E346-A68B-FA03DC9995BF}" type="pres">
      <dgm:prSet presAssocID="{787C7F2C-EB92-0848-A2F6-69B6415987CE}" presName="thinLine2b" presStyleLbl="callout" presStyleIdx="7" presStyleCnt="13"/>
      <dgm:spPr/>
    </dgm:pt>
    <dgm:pt modelId="{3F542AE5-8FED-4F48-8EEE-495D81E46B1D}" type="pres">
      <dgm:prSet presAssocID="{787C7F2C-EB92-0848-A2F6-69B6415987CE}" presName="vertSpace2b" presStyleCnt="0"/>
      <dgm:spPr/>
    </dgm:pt>
    <dgm:pt modelId="{BE4EAA08-8B07-554D-9F44-D8BB1D8C6389}" type="pres">
      <dgm:prSet presAssocID="{D02AA331-34EE-FE4D-AC35-DCFC85103A07}" presName="thickLine" presStyleLbl="alignNode1" presStyleIdx="3" presStyleCnt="5"/>
      <dgm:spPr/>
    </dgm:pt>
    <dgm:pt modelId="{79A7AF19-1029-B441-85C5-7ECC5104C056}" type="pres">
      <dgm:prSet presAssocID="{D02AA331-34EE-FE4D-AC35-DCFC85103A07}" presName="horz1" presStyleCnt="0"/>
      <dgm:spPr/>
    </dgm:pt>
    <dgm:pt modelId="{7D70592D-2953-F443-925A-09523B452234}" type="pres">
      <dgm:prSet presAssocID="{D02AA331-34EE-FE4D-AC35-DCFC85103A07}" presName="tx1" presStyleLbl="revTx" presStyleIdx="11" presStyleCnt="18"/>
      <dgm:spPr/>
    </dgm:pt>
    <dgm:pt modelId="{7BBF2FF1-B99C-6D4D-BA23-1DABB875A6CD}" type="pres">
      <dgm:prSet presAssocID="{D02AA331-34EE-FE4D-AC35-DCFC85103A07}" presName="vert1" presStyleCnt="0"/>
      <dgm:spPr/>
    </dgm:pt>
    <dgm:pt modelId="{5A8B898F-C9B3-254A-ACCB-CD169CED35C1}" type="pres">
      <dgm:prSet presAssocID="{CAB00CA5-E82D-CC4A-8F83-0CCE532220E4}" presName="vertSpace2a" presStyleCnt="0"/>
      <dgm:spPr/>
    </dgm:pt>
    <dgm:pt modelId="{697531E3-964C-834C-96AC-32F4276DADE2}" type="pres">
      <dgm:prSet presAssocID="{CAB00CA5-E82D-CC4A-8F83-0CCE532220E4}" presName="horz2" presStyleCnt="0"/>
      <dgm:spPr/>
    </dgm:pt>
    <dgm:pt modelId="{E330DD68-EC03-F74D-89CE-37EC5B36D8F1}" type="pres">
      <dgm:prSet presAssocID="{CAB00CA5-E82D-CC4A-8F83-0CCE532220E4}" presName="horzSpace2" presStyleCnt="0"/>
      <dgm:spPr/>
    </dgm:pt>
    <dgm:pt modelId="{3758FC54-B516-1C4E-B81F-5777C0267B5A}" type="pres">
      <dgm:prSet presAssocID="{CAB00CA5-E82D-CC4A-8F83-0CCE532220E4}" presName="tx2" presStyleLbl="revTx" presStyleIdx="12" presStyleCnt="18"/>
      <dgm:spPr/>
    </dgm:pt>
    <dgm:pt modelId="{E4A71AF5-A152-9445-8762-ADDC7F1C5B4F}" type="pres">
      <dgm:prSet presAssocID="{CAB00CA5-E82D-CC4A-8F83-0CCE532220E4}" presName="vert2" presStyleCnt="0"/>
      <dgm:spPr/>
    </dgm:pt>
    <dgm:pt modelId="{D150EDDB-7390-0B42-B140-77BA64122EFF}" type="pres">
      <dgm:prSet presAssocID="{CAB00CA5-E82D-CC4A-8F83-0CCE532220E4}" presName="thinLine2b" presStyleLbl="callout" presStyleIdx="8" presStyleCnt="13"/>
      <dgm:spPr/>
    </dgm:pt>
    <dgm:pt modelId="{E57ACB2D-DF47-CF46-A424-E2DDC6AA7532}" type="pres">
      <dgm:prSet presAssocID="{CAB00CA5-E82D-CC4A-8F83-0CCE532220E4}" presName="vertSpace2b" presStyleCnt="0"/>
      <dgm:spPr/>
    </dgm:pt>
    <dgm:pt modelId="{D5D05562-1B71-D74F-89D5-151D0BFBE80F}" type="pres">
      <dgm:prSet presAssocID="{276D620D-78AE-7643-A210-B3E8D40E1820}" presName="horz2" presStyleCnt="0"/>
      <dgm:spPr/>
    </dgm:pt>
    <dgm:pt modelId="{B901F944-E5E1-E44A-88CD-B0B9445AF2C1}" type="pres">
      <dgm:prSet presAssocID="{276D620D-78AE-7643-A210-B3E8D40E1820}" presName="horzSpace2" presStyleCnt="0"/>
      <dgm:spPr/>
    </dgm:pt>
    <dgm:pt modelId="{8AA9D983-69E2-A840-BBB7-7D98B16A9DB1}" type="pres">
      <dgm:prSet presAssocID="{276D620D-78AE-7643-A210-B3E8D40E1820}" presName="tx2" presStyleLbl="revTx" presStyleIdx="13" presStyleCnt="18"/>
      <dgm:spPr/>
    </dgm:pt>
    <dgm:pt modelId="{40B6BDF7-C7DA-2D48-B9E2-F42FFBE7CCEF}" type="pres">
      <dgm:prSet presAssocID="{276D620D-78AE-7643-A210-B3E8D40E1820}" presName="vert2" presStyleCnt="0"/>
      <dgm:spPr/>
    </dgm:pt>
    <dgm:pt modelId="{CB530246-A4EE-114C-8531-8004B2A463DC}" type="pres">
      <dgm:prSet presAssocID="{276D620D-78AE-7643-A210-B3E8D40E1820}" presName="thinLine2b" presStyleLbl="callout" presStyleIdx="9" presStyleCnt="13"/>
      <dgm:spPr/>
    </dgm:pt>
    <dgm:pt modelId="{F0951B38-E28A-1F4D-B103-A24C2D5DBFCD}" type="pres">
      <dgm:prSet presAssocID="{276D620D-78AE-7643-A210-B3E8D40E1820}" presName="vertSpace2b" presStyleCnt="0"/>
      <dgm:spPr/>
    </dgm:pt>
    <dgm:pt modelId="{B6F05D49-4A58-224E-B82C-EDA628DCA11D}" type="pres">
      <dgm:prSet presAssocID="{ABBBC64D-B114-6B42-AA17-B28B2516BF9D}" presName="thickLine" presStyleLbl="alignNode1" presStyleIdx="4" presStyleCnt="5"/>
      <dgm:spPr/>
    </dgm:pt>
    <dgm:pt modelId="{08DF272B-A625-644F-A9A7-3C8D5F737458}" type="pres">
      <dgm:prSet presAssocID="{ABBBC64D-B114-6B42-AA17-B28B2516BF9D}" presName="horz1" presStyleCnt="0"/>
      <dgm:spPr/>
    </dgm:pt>
    <dgm:pt modelId="{1810741A-E2B4-D64E-BBBA-783FF3EEF615}" type="pres">
      <dgm:prSet presAssocID="{ABBBC64D-B114-6B42-AA17-B28B2516BF9D}" presName="tx1" presStyleLbl="revTx" presStyleIdx="14" presStyleCnt="18"/>
      <dgm:spPr/>
    </dgm:pt>
    <dgm:pt modelId="{25247457-4651-034D-A4BF-F4A3FF0E3F1B}" type="pres">
      <dgm:prSet presAssocID="{ABBBC64D-B114-6B42-AA17-B28B2516BF9D}" presName="vert1" presStyleCnt="0"/>
      <dgm:spPr/>
    </dgm:pt>
    <dgm:pt modelId="{34FE53FF-4254-4447-A5FC-5BCED64ECA80}" type="pres">
      <dgm:prSet presAssocID="{FED16F63-F3ED-0F4D-BAFF-58A8268CC343}" presName="vertSpace2a" presStyleCnt="0"/>
      <dgm:spPr/>
    </dgm:pt>
    <dgm:pt modelId="{8A3B0AE6-E69D-AE41-9C49-CB8A7A2F13DC}" type="pres">
      <dgm:prSet presAssocID="{FED16F63-F3ED-0F4D-BAFF-58A8268CC343}" presName="horz2" presStyleCnt="0"/>
      <dgm:spPr/>
    </dgm:pt>
    <dgm:pt modelId="{E2AAFF7A-8484-DC43-932C-524821D05A35}" type="pres">
      <dgm:prSet presAssocID="{FED16F63-F3ED-0F4D-BAFF-58A8268CC343}" presName="horzSpace2" presStyleCnt="0"/>
      <dgm:spPr/>
    </dgm:pt>
    <dgm:pt modelId="{7680E30A-8168-B744-83E4-2FAFC4BAAD9F}" type="pres">
      <dgm:prSet presAssocID="{FED16F63-F3ED-0F4D-BAFF-58A8268CC343}" presName="tx2" presStyleLbl="revTx" presStyleIdx="15" presStyleCnt="18"/>
      <dgm:spPr/>
    </dgm:pt>
    <dgm:pt modelId="{EFF79CDC-A9CA-7140-B09A-7E87D020E299}" type="pres">
      <dgm:prSet presAssocID="{FED16F63-F3ED-0F4D-BAFF-58A8268CC343}" presName="vert2" presStyleCnt="0"/>
      <dgm:spPr/>
    </dgm:pt>
    <dgm:pt modelId="{25A65B72-9948-D349-88D1-0A397C37A0DD}" type="pres">
      <dgm:prSet presAssocID="{FED16F63-F3ED-0F4D-BAFF-58A8268CC343}" presName="thinLine2b" presStyleLbl="callout" presStyleIdx="10" presStyleCnt="13"/>
      <dgm:spPr/>
    </dgm:pt>
    <dgm:pt modelId="{05C28909-EAC9-1343-8B53-3C987419BE84}" type="pres">
      <dgm:prSet presAssocID="{FED16F63-F3ED-0F4D-BAFF-58A8268CC343}" presName="vertSpace2b" presStyleCnt="0"/>
      <dgm:spPr/>
    </dgm:pt>
    <dgm:pt modelId="{FCE24C9B-0F4D-5044-98C9-9A5842F8C6E9}" type="pres">
      <dgm:prSet presAssocID="{3ECE6E85-7BED-CA47-B28F-D95143044A9D}" presName="horz2" presStyleCnt="0"/>
      <dgm:spPr/>
    </dgm:pt>
    <dgm:pt modelId="{095BC0AB-F086-404D-84E6-8066087E2C78}" type="pres">
      <dgm:prSet presAssocID="{3ECE6E85-7BED-CA47-B28F-D95143044A9D}" presName="horzSpace2" presStyleCnt="0"/>
      <dgm:spPr/>
    </dgm:pt>
    <dgm:pt modelId="{4767F988-9F82-5740-A96F-3C56CAF2EDCC}" type="pres">
      <dgm:prSet presAssocID="{3ECE6E85-7BED-CA47-B28F-D95143044A9D}" presName="tx2" presStyleLbl="revTx" presStyleIdx="16" presStyleCnt="18"/>
      <dgm:spPr/>
    </dgm:pt>
    <dgm:pt modelId="{5DDF8D7B-5CBC-5C42-B353-D319838ABF04}" type="pres">
      <dgm:prSet presAssocID="{3ECE6E85-7BED-CA47-B28F-D95143044A9D}" presName="vert2" presStyleCnt="0"/>
      <dgm:spPr/>
    </dgm:pt>
    <dgm:pt modelId="{02EAFBA7-09EF-3241-A7DD-3A03386CA4DA}" type="pres">
      <dgm:prSet presAssocID="{3ECE6E85-7BED-CA47-B28F-D95143044A9D}" presName="thinLine2b" presStyleLbl="callout" presStyleIdx="11" presStyleCnt="13"/>
      <dgm:spPr/>
    </dgm:pt>
    <dgm:pt modelId="{B4B61CA0-F988-2B4F-8180-E40A76830084}" type="pres">
      <dgm:prSet presAssocID="{3ECE6E85-7BED-CA47-B28F-D95143044A9D}" presName="vertSpace2b" presStyleCnt="0"/>
      <dgm:spPr/>
    </dgm:pt>
    <dgm:pt modelId="{276E49D8-2264-4E49-B4A5-EBE6129BE6EF}" type="pres">
      <dgm:prSet presAssocID="{2784194A-0BF4-FE45-BE5C-F0163FFC5F74}" presName="horz2" presStyleCnt="0"/>
      <dgm:spPr/>
    </dgm:pt>
    <dgm:pt modelId="{EC45954D-91CA-A54E-A556-28CD4C2922A3}" type="pres">
      <dgm:prSet presAssocID="{2784194A-0BF4-FE45-BE5C-F0163FFC5F74}" presName="horzSpace2" presStyleCnt="0"/>
      <dgm:spPr/>
    </dgm:pt>
    <dgm:pt modelId="{8E6BCAEB-ACD9-1543-B2BC-222E062BB321}" type="pres">
      <dgm:prSet presAssocID="{2784194A-0BF4-FE45-BE5C-F0163FFC5F74}" presName="tx2" presStyleLbl="revTx" presStyleIdx="17" presStyleCnt="18"/>
      <dgm:spPr/>
    </dgm:pt>
    <dgm:pt modelId="{DF4B72C0-C22A-DC47-94CB-34311C6B6EDA}" type="pres">
      <dgm:prSet presAssocID="{2784194A-0BF4-FE45-BE5C-F0163FFC5F74}" presName="vert2" presStyleCnt="0"/>
      <dgm:spPr/>
    </dgm:pt>
    <dgm:pt modelId="{8B36A865-B4F8-5B4A-944C-A5AE1296337B}" type="pres">
      <dgm:prSet presAssocID="{2784194A-0BF4-FE45-BE5C-F0163FFC5F74}" presName="thinLine2b" presStyleLbl="callout" presStyleIdx="12" presStyleCnt="13"/>
      <dgm:spPr/>
    </dgm:pt>
    <dgm:pt modelId="{FD8D0DFD-ECFE-7043-A90F-8D3291CC4028}" type="pres">
      <dgm:prSet presAssocID="{2784194A-0BF4-FE45-BE5C-F0163FFC5F74}" presName="vertSpace2b" presStyleCnt="0"/>
      <dgm:spPr/>
    </dgm:pt>
  </dgm:ptLst>
  <dgm:cxnLst>
    <dgm:cxn modelId="{60663807-0833-9742-B131-4743C804A3EB}" type="presOf" srcId="{F791351F-0DF6-5746-B722-2EC44871F806}" destId="{E91016A9-00B7-7449-9EEF-168E7CA51C21}" srcOrd="0" destOrd="0" presId="urn:microsoft.com/office/officeart/2008/layout/LinedList"/>
    <dgm:cxn modelId="{AD14BF07-57B2-5247-9D2F-18E46095973B}" srcId="{D02AA331-34EE-FE4D-AC35-DCFC85103A07}" destId="{276D620D-78AE-7643-A210-B3E8D40E1820}" srcOrd="1" destOrd="0" parTransId="{2500FD0F-244D-A344-98E7-48AA50C248C9}" sibTransId="{55A09146-F2CA-F544-A14C-AA6C690BBE34}"/>
    <dgm:cxn modelId="{EE48CF0A-DECD-0940-84FE-BD0DEEA68CC0}" srcId="{FD7F902D-8D8F-2F47-9194-DD155C5EEB55}" destId="{31895CD5-5A2D-2B4E-919E-4DD80965D2B2}" srcOrd="0" destOrd="0" parTransId="{F1689BEE-397B-384E-883B-AD88BFD4C5FC}" sibTransId="{C54C3289-24B7-5D47-9F38-39BA9FAE26E6}"/>
    <dgm:cxn modelId="{6C8EA713-673E-1442-91C9-DF5698326022}" type="presOf" srcId="{AB1DE5DD-0B56-B245-948E-212F30834195}" destId="{89A8FAAA-7F15-DC48-A811-23B560253DD2}" srcOrd="0" destOrd="0" presId="urn:microsoft.com/office/officeart/2008/layout/LinedList"/>
    <dgm:cxn modelId="{DF581019-1E70-D141-AB42-A995E4E4AFF1}" type="presOf" srcId="{D02AA331-34EE-FE4D-AC35-DCFC85103A07}" destId="{7D70592D-2953-F443-925A-09523B452234}" srcOrd="0" destOrd="0" presId="urn:microsoft.com/office/officeart/2008/layout/LinedList"/>
    <dgm:cxn modelId="{5A14B019-F8E5-3645-A4E6-8524F19ED2CC}" srcId="{131D3431-D278-F540-B024-F5947756BA98}" destId="{787C7F2C-EB92-0848-A2F6-69B6415987CE}" srcOrd="2" destOrd="0" parTransId="{A5535DA0-8E63-9B41-B2C1-0BB7FC71659D}" sibTransId="{E6AA07A4-D7EF-CA4B-B597-2D9E9FC0DCBE}"/>
    <dgm:cxn modelId="{E40F4D1A-397C-DF4D-BF8A-CB08118A6B01}" type="presOf" srcId="{2784194A-0BF4-FE45-BE5C-F0163FFC5F74}" destId="{8E6BCAEB-ACD9-1543-B2BC-222E062BB321}" srcOrd="0" destOrd="0" presId="urn:microsoft.com/office/officeart/2008/layout/LinedList"/>
    <dgm:cxn modelId="{4E83831A-1114-4644-99A5-043307DA35C0}" srcId="{FD7F902D-8D8F-2F47-9194-DD155C5EEB55}" destId="{867A0A4C-111F-7E44-BA74-8FB252455811}" srcOrd="1" destOrd="0" parTransId="{AE57026A-FE4D-A64D-B466-34A8B7450A03}" sibTransId="{D5F2AC57-DFE4-FE48-BAB6-CCAF3D8EBEB8}"/>
    <dgm:cxn modelId="{31E19D1B-9319-6541-87F7-45DB29AE57F8}" srcId="{867A0A4C-111F-7E44-BA74-8FB252455811}" destId="{BBB8683A-EFD7-494F-82BC-74A044C931CC}" srcOrd="0" destOrd="0" parTransId="{152CAA92-EB46-BD42-8171-C5ACF8317AC5}" sibTransId="{D62B49A8-50B0-F148-ADA7-7322AFD46B02}"/>
    <dgm:cxn modelId="{D414A124-001E-4B47-B5C1-2B69EB6D437B}" type="presOf" srcId="{ABBBC64D-B114-6B42-AA17-B28B2516BF9D}" destId="{1810741A-E2B4-D64E-BBBA-783FF3EEF615}" srcOrd="0" destOrd="0" presId="urn:microsoft.com/office/officeart/2008/layout/LinedList"/>
    <dgm:cxn modelId="{58C7F82B-888A-1546-AB49-1435DD3130D5}" srcId="{ABBBC64D-B114-6B42-AA17-B28B2516BF9D}" destId="{FED16F63-F3ED-0F4D-BAFF-58A8268CC343}" srcOrd="0" destOrd="0" parTransId="{ABA11952-1F21-204E-AFED-34859C045DB3}" sibTransId="{0A85AA76-6525-9B49-A45E-B6365DE3DF7C}"/>
    <dgm:cxn modelId="{2D2AC32C-990E-3F45-A783-33180083B44B}" srcId="{FD7F902D-8D8F-2F47-9194-DD155C5EEB55}" destId="{D02AA331-34EE-FE4D-AC35-DCFC85103A07}" srcOrd="3" destOrd="0" parTransId="{81D94DD2-D7BC-6743-9588-B33BAF024101}" sibTransId="{AA693D17-862B-8844-B9B3-303103879A98}"/>
    <dgm:cxn modelId="{104A242D-62E9-EE46-9348-1AD5EA4D8F8F}" srcId="{867A0A4C-111F-7E44-BA74-8FB252455811}" destId="{B6CF862A-807E-F746-8FBF-3BF56FC401E3}" srcOrd="1" destOrd="0" parTransId="{D7FB6C01-7B38-6E40-9567-127D8AEB029E}" sibTransId="{936A7B57-2A12-2642-820F-C549C0CC7CBC}"/>
    <dgm:cxn modelId="{952D2F33-E2C7-2F43-9F2C-31E1BDECD118}" srcId="{31895CD5-5A2D-2B4E-919E-4DD80965D2B2}" destId="{F791351F-0DF6-5746-B722-2EC44871F806}" srcOrd="2" destOrd="0" parTransId="{66A59945-D5BF-2D4A-B45B-E8C446E8A977}" sibTransId="{4327EFC5-A384-554D-A29D-79A29C5489AE}"/>
    <dgm:cxn modelId="{19CA2049-AA71-2A44-B60D-7E814B9268C7}" type="presOf" srcId="{B6CF862A-807E-F746-8FBF-3BF56FC401E3}" destId="{FAAE77F0-C43D-954F-B020-94A06CD0941E}" srcOrd="0" destOrd="0" presId="urn:microsoft.com/office/officeart/2008/layout/LinedList"/>
    <dgm:cxn modelId="{7E8F634D-4A11-5948-9958-8AF66ED82428}" srcId="{131D3431-D278-F540-B024-F5947756BA98}" destId="{5F3523FB-2E74-5144-A8B8-06D75C3979BF}" srcOrd="1" destOrd="0" parTransId="{F51515BE-69BD-6C4F-9E45-220EFA6926B5}" sibTransId="{CA42B4F9-8C0F-944F-99FC-4DB5B3D4797A}"/>
    <dgm:cxn modelId="{18E1DC4F-8F35-2442-9DF3-B69033F623F6}" srcId="{31895CD5-5A2D-2B4E-919E-4DD80965D2B2}" destId="{AB1DE5DD-0B56-B245-948E-212F30834195}" srcOrd="1" destOrd="0" parTransId="{B48881F1-0358-324C-8B7A-4E7F4DB27193}" sibTransId="{AB0DAE1B-FD89-A84F-B89E-F4CD3DE41EC5}"/>
    <dgm:cxn modelId="{AF223656-F98A-BD4E-BF95-E80581666F31}" type="presOf" srcId="{3ECE6E85-7BED-CA47-B28F-D95143044A9D}" destId="{4767F988-9F82-5740-A96F-3C56CAF2EDCC}" srcOrd="0" destOrd="0" presId="urn:microsoft.com/office/officeart/2008/layout/LinedList"/>
    <dgm:cxn modelId="{A4398162-C44A-5647-9197-1C9CBCF53730}" type="presOf" srcId="{26DFE2C6-F0DD-CD4B-B808-95306A1D5FAF}" destId="{7C26BE35-7077-9740-950D-C8C5F6EA5D11}" srcOrd="0" destOrd="0" presId="urn:microsoft.com/office/officeart/2008/layout/LinedList"/>
    <dgm:cxn modelId="{A394266C-F930-364E-9F01-4822E557D70E}" type="presOf" srcId="{31895CD5-5A2D-2B4E-919E-4DD80965D2B2}" destId="{B9F2E487-2D1C-BD4B-9D83-74268790F932}" srcOrd="0" destOrd="0" presId="urn:microsoft.com/office/officeart/2008/layout/LinedList"/>
    <dgm:cxn modelId="{864DFC7A-4FC7-644E-AEC4-409219FD7249}" type="presOf" srcId="{FD7F902D-8D8F-2F47-9194-DD155C5EEB55}" destId="{DCFD8C86-8345-7748-AB05-65DCD1D084C1}" srcOrd="0" destOrd="0" presId="urn:microsoft.com/office/officeart/2008/layout/LinedList"/>
    <dgm:cxn modelId="{5E07CE7F-AAC7-8147-8729-034ED52FB621}" srcId="{131D3431-D278-F540-B024-F5947756BA98}" destId="{26DFE2C6-F0DD-CD4B-B808-95306A1D5FAF}" srcOrd="0" destOrd="0" parTransId="{BDF9806B-9E2D-D640-9B87-45CC8039694D}" sibTransId="{862081EF-C34C-F849-900D-F464FBBFDCE7}"/>
    <dgm:cxn modelId="{4B70E689-6385-4442-8057-EE91A4327784}" srcId="{FD7F902D-8D8F-2F47-9194-DD155C5EEB55}" destId="{131D3431-D278-F540-B024-F5947756BA98}" srcOrd="2" destOrd="0" parTransId="{0BF472CD-28A7-6F4F-8608-10CFF64F32F0}" sibTransId="{B3BAA2EB-60C0-3D44-A9D2-C3A127B68F3E}"/>
    <dgm:cxn modelId="{8FDCAD94-B700-3D4A-B77E-FA2FE7ACFEE7}" type="presOf" srcId="{787C7F2C-EB92-0848-A2F6-69B6415987CE}" destId="{9C55DD86-8FB1-1443-BE7D-E3E8E5785428}" srcOrd="0" destOrd="0" presId="urn:microsoft.com/office/officeart/2008/layout/LinedList"/>
    <dgm:cxn modelId="{B15D3097-F746-DA47-A4C7-DD5F6A8D04D4}" srcId="{31895CD5-5A2D-2B4E-919E-4DD80965D2B2}" destId="{F6F4F4C9-1065-6C4A-BC86-4CF4D171AEF4}" srcOrd="0" destOrd="0" parTransId="{895BDED0-6CC4-6C45-8B23-CFBDF2BF4370}" sibTransId="{FD647B46-0675-E44C-84C4-317E6E05C698}"/>
    <dgm:cxn modelId="{6F04139D-1CA6-924A-8C83-8F20119404CB}" type="presOf" srcId="{BBB8683A-EFD7-494F-82BC-74A044C931CC}" destId="{8D83F93E-7B84-724D-A7EE-407EFBAC9B23}" srcOrd="0" destOrd="0" presId="urn:microsoft.com/office/officeart/2008/layout/LinedList"/>
    <dgm:cxn modelId="{8DAE15A2-419E-674C-860C-EA92B320D1A3}" type="presOf" srcId="{131D3431-D278-F540-B024-F5947756BA98}" destId="{43FD75AE-7D32-2144-8E45-DC913337BE1A}" srcOrd="0" destOrd="0" presId="urn:microsoft.com/office/officeart/2008/layout/LinedList"/>
    <dgm:cxn modelId="{094C91A3-2608-FF4A-9648-9716931C5B6F}" srcId="{FD7F902D-8D8F-2F47-9194-DD155C5EEB55}" destId="{ABBBC64D-B114-6B42-AA17-B28B2516BF9D}" srcOrd="4" destOrd="0" parTransId="{996A9468-0F1F-A741-935D-7AA80E1462AD}" sibTransId="{34EDA4F5-4B45-454A-BF68-DF685327B145}"/>
    <dgm:cxn modelId="{D9C9B3AD-187B-0D48-B015-DD30E9C37F06}" srcId="{ABBBC64D-B114-6B42-AA17-B28B2516BF9D}" destId="{3ECE6E85-7BED-CA47-B28F-D95143044A9D}" srcOrd="1" destOrd="0" parTransId="{40776DEF-BD37-7B4B-821C-1D7F44890DF3}" sibTransId="{A7A30B01-8EE7-8D41-8E56-0EDE2DB0F22B}"/>
    <dgm:cxn modelId="{5E8541B3-3582-7241-82BF-379FFA8D7ED4}" type="presOf" srcId="{5F3523FB-2E74-5144-A8B8-06D75C3979BF}" destId="{11B08D74-7E82-DF44-BBC7-C17B428C92CC}" srcOrd="0" destOrd="0" presId="urn:microsoft.com/office/officeart/2008/layout/LinedList"/>
    <dgm:cxn modelId="{821B5BD1-96C0-F546-BBA3-6C6B4426FAA9}" type="presOf" srcId="{276D620D-78AE-7643-A210-B3E8D40E1820}" destId="{8AA9D983-69E2-A840-BBB7-7D98B16A9DB1}" srcOrd="0" destOrd="0" presId="urn:microsoft.com/office/officeart/2008/layout/LinedList"/>
    <dgm:cxn modelId="{067432D2-C4F1-2043-96CD-7803703904CD}" type="presOf" srcId="{F6F4F4C9-1065-6C4A-BC86-4CF4D171AEF4}" destId="{56AE447A-1256-9F48-8758-E3A2CC8D1E49}" srcOrd="0" destOrd="0" presId="urn:microsoft.com/office/officeart/2008/layout/LinedList"/>
    <dgm:cxn modelId="{17CB4ED4-75AD-7A45-A08C-EF008444536E}" type="presOf" srcId="{CAB00CA5-E82D-CC4A-8F83-0CCE532220E4}" destId="{3758FC54-B516-1C4E-B81F-5777C0267B5A}" srcOrd="0" destOrd="0" presId="urn:microsoft.com/office/officeart/2008/layout/LinedList"/>
    <dgm:cxn modelId="{D0C26DDF-9DB4-694E-AE51-00C94BA2875A}" srcId="{ABBBC64D-B114-6B42-AA17-B28B2516BF9D}" destId="{2784194A-0BF4-FE45-BE5C-F0163FFC5F74}" srcOrd="2" destOrd="0" parTransId="{76069C9F-0C77-1647-AC0E-9FCDA237B67D}" sibTransId="{03A84D2D-96EC-2F42-851F-8DE0F1E1873F}"/>
    <dgm:cxn modelId="{E9CAECEE-2081-D64F-877E-33CD96F7A3CA}" type="presOf" srcId="{FED16F63-F3ED-0F4D-BAFF-58A8268CC343}" destId="{7680E30A-8168-B744-83E4-2FAFC4BAAD9F}" srcOrd="0" destOrd="0" presId="urn:microsoft.com/office/officeart/2008/layout/LinedList"/>
    <dgm:cxn modelId="{82D59DEF-7FA0-3142-9667-23CBC9D8B773}" srcId="{D02AA331-34EE-FE4D-AC35-DCFC85103A07}" destId="{CAB00CA5-E82D-CC4A-8F83-0CCE532220E4}" srcOrd="0" destOrd="0" parTransId="{DF5C071D-EEFA-194A-9B8C-33EF49C36113}" sibTransId="{700B0014-FA58-C54A-BC06-E784CCFE240C}"/>
    <dgm:cxn modelId="{FAE601F8-B94C-6C42-9D77-4E40C50167FE}" type="presOf" srcId="{867A0A4C-111F-7E44-BA74-8FB252455811}" destId="{8BF8C275-0D0D-1F4D-BB13-0633E4C344E5}" srcOrd="0" destOrd="0" presId="urn:microsoft.com/office/officeart/2008/layout/LinedList"/>
    <dgm:cxn modelId="{DD5C24D9-438C-EB47-B431-3F4B893370BC}" type="presParOf" srcId="{DCFD8C86-8345-7748-AB05-65DCD1D084C1}" destId="{2EB193A0-2EB6-D24D-90D8-4EC93FC282E6}" srcOrd="0" destOrd="0" presId="urn:microsoft.com/office/officeart/2008/layout/LinedList"/>
    <dgm:cxn modelId="{056A615D-9D2F-4C48-8CB3-4C1930781BC7}" type="presParOf" srcId="{DCFD8C86-8345-7748-AB05-65DCD1D084C1}" destId="{7B7E8073-73D7-2543-913C-5A847EF759C9}" srcOrd="1" destOrd="0" presId="urn:microsoft.com/office/officeart/2008/layout/LinedList"/>
    <dgm:cxn modelId="{216AE954-CE73-1D46-8D62-7A130FE6A59C}" type="presParOf" srcId="{7B7E8073-73D7-2543-913C-5A847EF759C9}" destId="{B9F2E487-2D1C-BD4B-9D83-74268790F932}" srcOrd="0" destOrd="0" presId="urn:microsoft.com/office/officeart/2008/layout/LinedList"/>
    <dgm:cxn modelId="{1BFCC78D-56A8-8140-972C-457EC79309D9}" type="presParOf" srcId="{7B7E8073-73D7-2543-913C-5A847EF759C9}" destId="{34E3C650-EBE3-BC48-8796-55AFA47434E2}" srcOrd="1" destOrd="0" presId="urn:microsoft.com/office/officeart/2008/layout/LinedList"/>
    <dgm:cxn modelId="{D1EE9BF8-1B68-2F42-B488-8593A0213A6C}" type="presParOf" srcId="{34E3C650-EBE3-BC48-8796-55AFA47434E2}" destId="{CA7967A7-9753-774B-ABC5-0093FDDCA085}" srcOrd="0" destOrd="0" presId="urn:microsoft.com/office/officeart/2008/layout/LinedList"/>
    <dgm:cxn modelId="{8C4DCD05-BA51-3542-B041-04C6807B869B}" type="presParOf" srcId="{34E3C650-EBE3-BC48-8796-55AFA47434E2}" destId="{D2387161-C82E-1D4A-9638-085DCEF14B7B}" srcOrd="1" destOrd="0" presId="urn:microsoft.com/office/officeart/2008/layout/LinedList"/>
    <dgm:cxn modelId="{B98B63C0-751D-3E47-B42A-BD65FFEE6CD2}" type="presParOf" srcId="{D2387161-C82E-1D4A-9638-085DCEF14B7B}" destId="{812C9E3D-8165-9442-90A5-1FD75AAE8B4D}" srcOrd="0" destOrd="0" presId="urn:microsoft.com/office/officeart/2008/layout/LinedList"/>
    <dgm:cxn modelId="{067B11CE-C9A7-8E4B-94DE-740E1AFBC79D}" type="presParOf" srcId="{D2387161-C82E-1D4A-9638-085DCEF14B7B}" destId="{56AE447A-1256-9F48-8758-E3A2CC8D1E49}" srcOrd="1" destOrd="0" presId="urn:microsoft.com/office/officeart/2008/layout/LinedList"/>
    <dgm:cxn modelId="{594507B2-C63F-1C44-91C7-6415825CE914}" type="presParOf" srcId="{D2387161-C82E-1D4A-9638-085DCEF14B7B}" destId="{43AE58C8-71BA-F949-BFF3-6C73D7DC196B}" srcOrd="2" destOrd="0" presId="urn:microsoft.com/office/officeart/2008/layout/LinedList"/>
    <dgm:cxn modelId="{D8F52F70-8475-8242-AC81-9427A50659C6}" type="presParOf" srcId="{34E3C650-EBE3-BC48-8796-55AFA47434E2}" destId="{ABA29994-82C6-224C-8CC9-3D3A9D3ACE4F}" srcOrd="2" destOrd="0" presId="urn:microsoft.com/office/officeart/2008/layout/LinedList"/>
    <dgm:cxn modelId="{AEB8D0F4-1C3A-2143-98D7-6E520B828235}" type="presParOf" srcId="{34E3C650-EBE3-BC48-8796-55AFA47434E2}" destId="{8D907F49-671B-AD4E-8615-0CCE64F0C5B1}" srcOrd="3" destOrd="0" presId="urn:microsoft.com/office/officeart/2008/layout/LinedList"/>
    <dgm:cxn modelId="{4E717D49-E785-B648-A845-65C7F1874E0C}" type="presParOf" srcId="{34E3C650-EBE3-BC48-8796-55AFA47434E2}" destId="{84D3D045-0142-3648-A1AB-A0587CB401A8}" srcOrd="4" destOrd="0" presId="urn:microsoft.com/office/officeart/2008/layout/LinedList"/>
    <dgm:cxn modelId="{FE7D64BF-5765-244D-8DB9-E6B2B42F63FF}" type="presParOf" srcId="{84D3D045-0142-3648-A1AB-A0587CB401A8}" destId="{9B33712F-0302-7945-A0E5-B916F46D0751}" srcOrd="0" destOrd="0" presId="urn:microsoft.com/office/officeart/2008/layout/LinedList"/>
    <dgm:cxn modelId="{FAB4CE3B-2CE4-B14D-B0FA-E573BD140F3A}" type="presParOf" srcId="{84D3D045-0142-3648-A1AB-A0587CB401A8}" destId="{89A8FAAA-7F15-DC48-A811-23B560253DD2}" srcOrd="1" destOrd="0" presId="urn:microsoft.com/office/officeart/2008/layout/LinedList"/>
    <dgm:cxn modelId="{9FEC52E9-8D78-B545-8D9F-C70D89DF126A}" type="presParOf" srcId="{84D3D045-0142-3648-A1AB-A0587CB401A8}" destId="{0E224120-B67B-B14C-932C-2CC43C8E13A7}" srcOrd="2" destOrd="0" presId="urn:microsoft.com/office/officeart/2008/layout/LinedList"/>
    <dgm:cxn modelId="{9868939F-6C7E-7749-975A-D3C9AE38A7CF}" type="presParOf" srcId="{34E3C650-EBE3-BC48-8796-55AFA47434E2}" destId="{2E675E1C-6462-7D4F-8A26-937D53CB6DC8}" srcOrd="5" destOrd="0" presId="urn:microsoft.com/office/officeart/2008/layout/LinedList"/>
    <dgm:cxn modelId="{A3644BD6-4E16-154B-90BE-A4F853202304}" type="presParOf" srcId="{34E3C650-EBE3-BC48-8796-55AFA47434E2}" destId="{FBAA4465-A364-D449-8968-289B07FD6A83}" srcOrd="6" destOrd="0" presId="urn:microsoft.com/office/officeart/2008/layout/LinedList"/>
    <dgm:cxn modelId="{A197FF96-F8E9-A740-8FFF-86D6F2DEC9B4}" type="presParOf" srcId="{34E3C650-EBE3-BC48-8796-55AFA47434E2}" destId="{0A24E1BC-B499-5049-9002-B838A2F19370}" srcOrd="7" destOrd="0" presId="urn:microsoft.com/office/officeart/2008/layout/LinedList"/>
    <dgm:cxn modelId="{01066E8C-A2EE-D94C-A247-A604B767F263}" type="presParOf" srcId="{0A24E1BC-B499-5049-9002-B838A2F19370}" destId="{C2234A1C-7CB6-B841-9492-45E97B30A194}" srcOrd="0" destOrd="0" presId="urn:microsoft.com/office/officeart/2008/layout/LinedList"/>
    <dgm:cxn modelId="{05B00F04-19A8-F84A-A590-D3F9D0279E3D}" type="presParOf" srcId="{0A24E1BC-B499-5049-9002-B838A2F19370}" destId="{E91016A9-00B7-7449-9EEF-168E7CA51C21}" srcOrd="1" destOrd="0" presId="urn:microsoft.com/office/officeart/2008/layout/LinedList"/>
    <dgm:cxn modelId="{E135F516-4482-9B44-B7D5-FF4EF5E7157E}" type="presParOf" srcId="{0A24E1BC-B499-5049-9002-B838A2F19370}" destId="{E52FA758-F92D-744E-95C3-11414EBBAE1B}" srcOrd="2" destOrd="0" presId="urn:microsoft.com/office/officeart/2008/layout/LinedList"/>
    <dgm:cxn modelId="{9AC4C961-B710-F143-9146-8C1BF344D37F}" type="presParOf" srcId="{34E3C650-EBE3-BC48-8796-55AFA47434E2}" destId="{0E1BA5F0-C875-5E48-BF61-C525E0290800}" srcOrd="8" destOrd="0" presId="urn:microsoft.com/office/officeart/2008/layout/LinedList"/>
    <dgm:cxn modelId="{9BF65CD4-CA7D-C341-B25D-6CA1D6EF12CF}" type="presParOf" srcId="{34E3C650-EBE3-BC48-8796-55AFA47434E2}" destId="{551539DD-7888-694E-9107-35B5FA6EF656}" srcOrd="9" destOrd="0" presId="urn:microsoft.com/office/officeart/2008/layout/LinedList"/>
    <dgm:cxn modelId="{F6020B75-4007-8C43-9EC5-043397A86155}" type="presParOf" srcId="{DCFD8C86-8345-7748-AB05-65DCD1D084C1}" destId="{1E6221BF-4218-3B49-8A10-4860B9E76B31}" srcOrd="2" destOrd="0" presId="urn:microsoft.com/office/officeart/2008/layout/LinedList"/>
    <dgm:cxn modelId="{82FED5F6-D275-3849-8A36-1DD147FE1711}" type="presParOf" srcId="{DCFD8C86-8345-7748-AB05-65DCD1D084C1}" destId="{69E2237D-71D1-BE45-A9B1-6D87BA269A70}" srcOrd="3" destOrd="0" presId="urn:microsoft.com/office/officeart/2008/layout/LinedList"/>
    <dgm:cxn modelId="{AD5E846D-E44F-0B42-9FED-0608012EFF71}" type="presParOf" srcId="{69E2237D-71D1-BE45-A9B1-6D87BA269A70}" destId="{8BF8C275-0D0D-1F4D-BB13-0633E4C344E5}" srcOrd="0" destOrd="0" presId="urn:microsoft.com/office/officeart/2008/layout/LinedList"/>
    <dgm:cxn modelId="{F0744D5F-99D6-0A40-8680-86FDBBE02C89}" type="presParOf" srcId="{69E2237D-71D1-BE45-A9B1-6D87BA269A70}" destId="{7A99790F-747F-EB4F-844A-C769AA508721}" srcOrd="1" destOrd="0" presId="urn:microsoft.com/office/officeart/2008/layout/LinedList"/>
    <dgm:cxn modelId="{1B30B1F1-AE78-D145-9704-B574AE9CF1FA}" type="presParOf" srcId="{7A99790F-747F-EB4F-844A-C769AA508721}" destId="{CA86501A-FB8E-894B-A130-7E7CF5D768BC}" srcOrd="0" destOrd="0" presId="urn:microsoft.com/office/officeart/2008/layout/LinedList"/>
    <dgm:cxn modelId="{9DA1B083-A475-E54E-A082-05A86C50BBD4}" type="presParOf" srcId="{7A99790F-747F-EB4F-844A-C769AA508721}" destId="{3E5B1B99-FFD1-D44B-9669-BE1500102BFD}" srcOrd="1" destOrd="0" presId="urn:microsoft.com/office/officeart/2008/layout/LinedList"/>
    <dgm:cxn modelId="{9B461880-D357-6641-84E5-4CB006293771}" type="presParOf" srcId="{3E5B1B99-FFD1-D44B-9669-BE1500102BFD}" destId="{E92FD571-98FE-9848-8CB5-3C09C3C99C55}" srcOrd="0" destOrd="0" presId="urn:microsoft.com/office/officeart/2008/layout/LinedList"/>
    <dgm:cxn modelId="{7CF1F79E-7315-BA4F-A87F-D009EBE7EE25}" type="presParOf" srcId="{3E5B1B99-FFD1-D44B-9669-BE1500102BFD}" destId="{8D83F93E-7B84-724D-A7EE-407EFBAC9B23}" srcOrd="1" destOrd="0" presId="urn:microsoft.com/office/officeart/2008/layout/LinedList"/>
    <dgm:cxn modelId="{86ECDD4F-B172-0042-B034-0266AECD648B}" type="presParOf" srcId="{3E5B1B99-FFD1-D44B-9669-BE1500102BFD}" destId="{23FA41A7-1DDC-8641-9490-3CB7732E7C6B}" srcOrd="2" destOrd="0" presId="urn:microsoft.com/office/officeart/2008/layout/LinedList"/>
    <dgm:cxn modelId="{6B304A56-D5C8-C44C-8E74-5186E2F9658E}" type="presParOf" srcId="{7A99790F-747F-EB4F-844A-C769AA508721}" destId="{B2413EF1-D6EC-1A4E-8284-C83CA63858EB}" srcOrd="2" destOrd="0" presId="urn:microsoft.com/office/officeart/2008/layout/LinedList"/>
    <dgm:cxn modelId="{9826BF73-B376-D84D-BD3F-6D360FD14F01}" type="presParOf" srcId="{7A99790F-747F-EB4F-844A-C769AA508721}" destId="{13BE0580-24FA-F44D-BEC1-54875C875DBC}" srcOrd="3" destOrd="0" presId="urn:microsoft.com/office/officeart/2008/layout/LinedList"/>
    <dgm:cxn modelId="{1AD07963-FD58-F142-A4F9-038649DF278C}" type="presParOf" srcId="{7A99790F-747F-EB4F-844A-C769AA508721}" destId="{D5482946-92E8-2F4F-84CB-303DA6BDE69B}" srcOrd="4" destOrd="0" presId="urn:microsoft.com/office/officeart/2008/layout/LinedList"/>
    <dgm:cxn modelId="{2A78F1EC-DC53-104A-8E51-E0B7E04CD5A1}" type="presParOf" srcId="{D5482946-92E8-2F4F-84CB-303DA6BDE69B}" destId="{694E8B1B-AC89-F040-BD8E-ADCB655D2B81}" srcOrd="0" destOrd="0" presId="urn:microsoft.com/office/officeart/2008/layout/LinedList"/>
    <dgm:cxn modelId="{FEAC587E-2718-EC4D-B517-F8CFF271C029}" type="presParOf" srcId="{D5482946-92E8-2F4F-84CB-303DA6BDE69B}" destId="{FAAE77F0-C43D-954F-B020-94A06CD0941E}" srcOrd="1" destOrd="0" presId="urn:microsoft.com/office/officeart/2008/layout/LinedList"/>
    <dgm:cxn modelId="{38D4C51C-0920-144F-A992-E1356F6A7600}" type="presParOf" srcId="{D5482946-92E8-2F4F-84CB-303DA6BDE69B}" destId="{1224F39D-95A9-0E41-A196-3AE203CBE9A7}" srcOrd="2" destOrd="0" presId="urn:microsoft.com/office/officeart/2008/layout/LinedList"/>
    <dgm:cxn modelId="{DBF10173-F538-B34C-978D-BF41A3E95586}" type="presParOf" srcId="{7A99790F-747F-EB4F-844A-C769AA508721}" destId="{3ED43D0B-7C2E-3D4F-9552-0FA78862ABA3}" srcOrd="5" destOrd="0" presId="urn:microsoft.com/office/officeart/2008/layout/LinedList"/>
    <dgm:cxn modelId="{312D6F72-796B-1F49-BA9C-B197D4FF0E8E}" type="presParOf" srcId="{7A99790F-747F-EB4F-844A-C769AA508721}" destId="{97DD0EEC-18BD-D343-BB13-BB40DCDF97CC}" srcOrd="6" destOrd="0" presId="urn:microsoft.com/office/officeart/2008/layout/LinedList"/>
    <dgm:cxn modelId="{4DD4F701-9437-8C49-94C0-666B4A50B9B7}" type="presParOf" srcId="{DCFD8C86-8345-7748-AB05-65DCD1D084C1}" destId="{E07EDEBE-67EB-1744-B501-3C990A9CCA20}" srcOrd="4" destOrd="0" presId="urn:microsoft.com/office/officeart/2008/layout/LinedList"/>
    <dgm:cxn modelId="{8159BBC2-BCA8-8140-9751-F00FCF67A075}" type="presParOf" srcId="{DCFD8C86-8345-7748-AB05-65DCD1D084C1}" destId="{843CB1F5-D848-9B4D-BB03-00CB09BD2C9B}" srcOrd="5" destOrd="0" presId="urn:microsoft.com/office/officeart/2008/layout/LinedList"/>
    <dgm:cxn modelId="{72F16A32-862A-BC4B-809A-0EBDB9BDFA7A}" type="presParOf" srcId="{843CB1F5-D848-9B4D-BB03-00CB09BD2C9B}" destId="{43FD75AE-7D32-2144-8E45-DC913337BE1A}" srcOrd="0" destOrd="0" presId="urn:microsoft.com/office/officeart/2008/layout/LinedList"/>
    <dgm:cxn modelId="{6242F7BA-B2B7-D34E-8582-0E4F62B40B19}" type="presParOf" srcId="{843CB1F5-D848-9B4D-BB03-00CB09BD2C9B}" destId="{B3EEC8EA-9E10-3C40-9417-C1B896AED026}" srcOrd="1" destOrd="0" presId="urn:microsoft.com/office/officeart/2008/layout/LinedList"/>
    <dgm:cxn modelId="{A75BE72E-82A3-C24A-8BC6-35FDD5161CAC}" type="presParOf" srcId="{B3EEC8EA-9E10-3C40-9417-C1B896AED026}" destId="{787BC171-1F5D-D14F-A4D7-019C3E5550DC}" srcOrd="0" destOrd="0" presId="urn:microsoft.com/office/officeart/2008/layout/LinedList"/>
    <dgm:cxn modelId="{5EDA6252-0BE2-A64B-807F-3B5A5C506F31}" type="presParOf" srcId="{B3EEC8EA-9E10-3C40-9417-C1B896AED026}" destId="{59BF4210-E82C-734F-AA44-49A8A9DE0A44}" srcOrd="1" destOrd="0" presId="urn:microsoft.com/office/officeart/2008/layout/LinedList"/>
    <dgm:cxn modelId="{7891C6FF-BC60-8E4C-B096-001CAFAE4AF6}" type="presParOf" srcId="{59BF4210-E82C-734F-AA44-49A8A9DE0A44}" destId="{A692E24F-0358-CF49-A3D5-017EE8221260}" srcOrd="0" destOrd="0" presId="urn:microsoft.com/office/officeart/2008/layout/LinedList"/>
    <dgm:cxn modelId="{46C53DCD-5C48-C346-A484-2231F6D16206}" type="presParOf" srcId="{59BF4210-E82C-734F-AA44-49A8A9DE0A44}" destId="{7C26BE35-7077-9740-950D-C8C5F6EA5D11}" srcOrd="1" destOrd="0" presId="urn:microsoft.com/office/officeart/2008/layout/LinedList"/>
    <dgm:cxn modelId="{65BC27B8-D724-2A4E-9121-B595365334F2}" type="presParOf" srcId="{59BF4210-E82C-734F-AA44-49A8A9DE0A44}" destId="{3C1297F9-B9E4-3F41-BC4A-46784E3F605D}" srcOrd="2" destOrd="0" presId="urn:microsoft.com/office/officeart/2008/layout/LinedList"/>
    <dgm:cxn modelId="{02B56689-C0B3-F34B-8A87-65F0C60A852B}" type="presParOf" srcId="{B3EEC8EA-9E10-3C40-9417-C1B896AED026}" destId="{5FA791F8-E5E8-614A-B847-9AF502E40F2D}" srcOrd="2" destOrd="0" presId="urn:microsoft.com/office/officeart/2008/layout/LinedList"/>
    <dgm:cxn modelId="{E0253024-3E2E-BA4E-9F8F-281889032548}" type="presParOf" srcId="{B3EEC8EA-9E10-3C40-9417-C1B896AED026}" destId="{12FFCB27-55B5-DE44-BF32-F20FE526BB42}" srcOrd="3" destOrd="0" presId="urn:microsoft.com/office/officeart/2008/layout/LinedList"/>
    <dgm:cxn modelId="{292B3603-7476-CB41-99A5-8D12773B74F4}" type="presParOf" srcId="{B3EEC8EA-9E10-3C40-9417-C1B896AED026}" destId="{851ECE90-AEB9-584E-A3ED-3C3955C191A8}" srcOrd="4" destOrd="0" presId="urn:microsoft.com/office/officeart/2008/layout/LinedList"/>
    <dgm:cxn modelId="{9A18270C-CADF-7948-BA1C-083B65C307E8}" type="presParOf" srcId="{851ECE90-AEB9-584E-A3ED-3C3955C191A8}" destId="{A7C056B6-219F-F24E-BCF2-1F1631D140CB}" srcOrd="0" destOrd="0" presId="urn:microsoft.com/office/officeart/2008/layout/LinedList"/>
    <dgm:cxn modelId="{81DDE331-EAE0-904B-BAD5-5D2D21B61566}" type="presParOf" srcId="{851ECE90-AEB9-584E-A3ED-3C3955C191A8}" destId="{11B08D74-7E82-DF44-BBC7-C17B428C92CC}" srcOrd="1" destOrd="0" presId="urn:microsoft.com/office/officeart/2008/layout/LinedList"/>
    <dgm:cxn modelId="{FE411F0F-D4EA-EA45-BCBA-A8FC79D949CB}" type="presParOf" srcId="{851ECE90-AEB9-584E-A3ED-3C3955C191A8}" destId="{19DF7E97-A3C1-4F49-864E-3FEBB752A7C8}" srcOrd="2" destOrd="0" presId="urn:microsoft.com/office/officeart/2008/layout/LinedList"/>
    <dgm:cxn modelId="{FBAA5D55-0747-3541-97F1-DB954C9289FC}" type="presParOf" srcId="{B3EEC8EA-9E10-3C40-9417-C1B896AED026}" destId="{FDD25C4B-39A9-5C43-9F90-9BF1D0E02D88}" srcOrd="5" destOrd="0" presId="urn:microsoft.com/office/officeart/2008/layout/LinedList"/>
    <dgm:cxn modelId="{0ACA6325-2652-6A41-9301-EB40C2BFB157}" type="presParOf" srcId="{B3EEC8EA-9E10-3C40-9417-C1B896AED026}" destId="{3C88031B-D27F-EE41-A073-EF2F053A14E1}" srcOrd="6" destOrd="0" presId="urn:microsoft.com/office/officeart/2008/layout/LinedList"/>
    <dgm:cxn modelId="{437D7BF0-5BFE-9A42-BE3C-390651E91627}" type="presParOf" srcId="{B3EEC8EA-9E10-3C40-9417-C1B896AED026}" destId="{2E00D43E-ABF7-564C-8057-C19E60D47DE5}" srcOrd="7" destOrd="0" presId="urn:microsoft.com/office/officeart/2008/layout/LinedList"/>
    <dgm:cxn modelId="{0C2A3CCE-809D-254A-8B7E-93CFAD40CB93}" type="presParOf" srcId="{2E00D43E-ABF7-564C-8057-C19E60D47DE5}" destId="{F0A787D0-F036-5B49-9FF9-182D51E7D45C}" srcOrd="0" destOrd="0" presId="urn:microsoft.com/office/officeart/2008/layout/LinedList"/>
    <dgm:cxn modelId="{35C26F72-2CC0-AB40-A49D-54A5C4048ADA}" type="presParOf" srcId="{2E00D43E-ABF7-564C-8057-C19E60D47DE5}" destId="{9C55DD86-8FB1-1443-BE7D-E3E8E5785428}" srcOrd="1" destOrd="0" presId="urn:microsoft.com/office/officeart/2008/layout/LinedList"/>
    <dgm:cxn modelId="{FA43C70B-B7D2-7A47-B750-161F8AEFDA37}" type="presParOf" srcId="{2E00D43E-ABF7-564C-8057-C19E60D47DE5}" destId="{4DC0374A-B3CC-0440-925E-648C9077E670}" srcOrd="2" destOrd="0" presId="urn:microsoft.com/office/officeart/2008/layout/LinedList"/>
    <dgm:cxn modelId="{E8CE94EC-FF97-6A42-9139-2A14D642FD14}" type="presParOf" srcId="{B3EEC8EA-9E10-3C40-9417-C1B896AED026}" destId="{55F8778A-7D36-E346-A68B-FA03DC9995BF}" srcOrd="8" destOrd="0" presId="urn:microsoft.com/office/officeart/2008/layout/LinedList"/>
    <dgm:cxn modelId="{39D443D1-A467-C242-A6F8-6F967D5557E4}" type="presParOf" srcId="{B3EEC8EA-9E10-3C40-9417-C1B896AED026}" destId="{3F542AE5-8FED-4F48-8EEE-495D81E46B1D}" srcOrd="9" destOrd="0" presId="urn:microsoft.com/office/officeart/2008/layout/LinedList"/>
    <dgm:cxn modelId="{0685247F-88CF-144F-82A4-8599A2B1F976}" type="presParOf" srcId="{DCFD8C86-8345-7748-AB05-65DCD1D084C1}" destId="{BE4EAA08-8B07-554D-9F44-D8BB1D8C6389}" srcOrd="6" destOrd="0" presId="urn:microsoft.com/office/officeart/2008/layout/LinedList"/>
    <dgm:cxn modelId="{A996849D-62AE-A743-B5DA-9697E7D8D30E}" type="presParOf" srcId="{DCFD8C86-8345-7748-AB05-65DCD1D084C1}" destId="{79A7AF19-1029-B441-85C5-7ECC5104C056}" srcOrd="7" destOrd="0" presId="urn:microsoft.com/office/officeart/2008/layout/LinedList"/>
    <dgm:cxn modelId="{192FE4D1-6141-394E-BC46-605D5163803C}" type="presParOf" srcId="{79A7AF19-1029-B441-85C5-7ECC5104C056}" destId="{7D70592D-2953-F443-925A-09523B452234}" srcOrd="0" destOrd="0" presId="urn:microsoft.com/office/officeart/2008/layout/LinedList"/>
    <dgm:cxn modelId="{5F1F6CAA-51CE-694C-A0A8-3F99F7F17016}" type="presParOf" srcId="{79A7AF19-1029-B441-85C5-7ECC5104C056}" destId="{7BBF2FF1-B99C-6D4D-BA23-1DABB875A6CD}" srcOrd="1" destOrd="0" presId="urn:microsoft.com/office/officeart/2008/layout/LinedList"/>
    <dgm:cxn modelId="{CD18BA4F-B6F9-AB44-AFF4-0228CE827705}" type="presParOf" srcId="{7BBF2FF1-B99C-6D4D-BA23-1DABB875A6CD}" destId="{5A8B898F-C9B3-254A-ACCB-CD169CED35C1}" srcOrd="0" destOrd="0" presId="urn:microsoft.com/office/officeart/2008/layout/LinedList"/>
    <dgm:cxn modelId="{354901F5-779F-7143-ABD3-90D2A6BCD773}" type="presParOf" srcId="{7BBF2FF1-B99C-6D4D-BA23-1DABB875A6CD}" destId="{697531E3-964C-834C-96AC-32F4276DADE2}" srcOrd="1" destOrd="0" presId="urn:microsoft.com/office/officeart/2008/layout/LinedList"/>
    <dgm:cxn modelId="{9FD5D200-9707-FF48-95D7-4D6C4757E7B3}" type="presParOf" srcId="{697531E3-964C-834C-96AC-32F4276DADE2}" destId="{E330DD68-EC03-F74D-89CE-37EC5B36D8F1}" srcOrd="0" destOrd="0" presId="urn:microsoft.com/office/officeart/2008/layout/LinedList"/>
    <dgm:cxn modelId="{3D799A3E-E468-A643-8998-3523C6F10DDF}" type="presParOf" srcId="{697531E3-964C-834C-96AC-32F4276DADE2}" destId="{3758FC54-B516-1C4E-B81F-5777C0267B5A}" srcOrd="1" destOrd="0" presId="urn:microsoft.com/office/officeart/2008/layout/LinedList"/>
    <dgm:cxn modelId="{8AE07318-040E-6B4D-948C-9F560E8C2F6D}" type="presParOf" srcId="{697531E3-964C-834C-96AC-32F4276DADE2}" destId="{E4A71AF5-A152-9445-8762-ADDC7F1C5B4F}" srcOrd="2" destOrd="0" presId="urn:microsoft.com/office/officeart/2008/layout/LinedList"/>
    <dgm:cxn modelId="{5103C9B0-9A27-7D48-B921-5C5C6995F968}" type="presParOf" srcId="{7BBF2FF1-B99C-6D4D-BA23-1DABB875A6CD}" destId="{D150EDDB-7390-0B42-B140-77BA64122EFF}" srcOrd="2" destOrd="0" presId="urn:microsoft.com/office/officeart/2008/layout/LinedList"/>
    <dgm:cxn modelId="{9F8C89A5-AEC9-3948-B6F5-F174C55DFC94}" type="presParOf" srcId="{7BBF2FF1-B99C-6D4D-BA23-1DABB875A6CD}" destId="{E57ACB2D-DF47-CF46-A424-E2DDC6AA7532}" srcOrd="3" destOrd="0" presId="urn:microsoft.com/office/officeart/2008/layout/LinedList"/>
    <dgm:cxn modelId="{63406172-E41D-2D49-BCF7-62FCCE260573}" type="presParOf" srcId="{7BBF2FF1-B99C-6D4D-BA23-1DABB875A6CD}" destId="{D5D05562-1B71-D74F-89D5-151D0BFBE80F}" srcOrd="4" destOrd="0" presId="urn:microsoft.com/office/officeart/2008/layout/LinedList"/>
    <dgm:cxn modelId="{05AF56F8-842E-9248-9E5C-C65CE3C28422}" type="presParOf" srcId="{D5D05562-1B71-D74F-89D5-151D0BFBE80F}" destId="{B901F944-E5E1-E44A-88CD-B0B9445AF2C1}" srcOrd="0" destOrd="0" presId="urn:microsoft.com/office/officeart/2008/layout/LinedList"/>
    <dgm:cxn modelId="{DC874797-9E4A-AE48-806A-719C251FF8C6}" type="presParOf" srcId="{D5D05562-1B71-D74F-89D5-151D0BFBE80F}" destId="{8AA9D983-69E2-A840-BBB7-7D98B16A9DB1}" srcOrd="1" destOrd="0" presId="urn:microsoft.com/office/officeart/2008/layout/LinedList"/>
    <dgm:cxn modelId="{A1BD1A2C-EE0A-B04B-AC50-2B0E49C6F2D0}" type="presParOf" srcId="{D5D05562-1B71-D74F-89D5-151D0BFBE80F}" destId="{40B6BDF7-C7DA-2D48-B9E2-F42FFBE7CCEF}" srcOrd="2" destOrd="0" presId="urn:microsoft.com/office/officeart/2008/layout/LinedList"/>
    <dgm:cxn modelId="{F008F689-870B-A248-AF93-656586A7963E}" type="presParOf" srcId="{7BBF2FF1-B99C-6D4D-BA23-1DABB875A6CD}" destId="{CB530246-A4EE-114C-8531-8004B2A463DC}" srcOrd="5" destOrd="0" presId="urn:microsoft.com/office/officeart/2008/layout/LinedList"/>
    <dgm:cxn modelId="{94E8F103-7862-7248-BB8A-EBF0EFDFE2C3}" type="presParOf" srcId="{7BBF2FF1-B99C-6D4D-BA23-1DABB875A6CD}" destId="{F0951B38-E28A-1F4D-B103-A24C2D5DBFCD}" srcOrd="6" destOrd="0" presId="urn:microsoft.com/office/officeart/2008/layout/LinedList"/>
    <dgm:cxn modelId="{F945A32B-993E-BB4F-89A8-19F9FE8B198C}" type="presParOf" srcId="{DCFD8C86-8345-7748-AB05-65DCD1D084C1}" destId="{B6F05D49-4A58-224E-B82C-EDA628DCA11D}" srcOrd="8" destOrd="0" presId="urn:microsoft.com/office/officeart/2008/layout/LinedList"/>
    <dgm:cxn modelId="{AA40DFFA-BA71-5543-885D-85C94B91D32F}" type="presParOf" srcId="{DCFD8C86-8345-7748-AB05-65DCD1D084C1}" destId="{08DF272B-A625-644F-A9A7-3C8D5F737458}" srcOrd="9" destOrd="0" presId="urn:microsoft.com/office/officeart/2008/layout/LinedList"/>
    <dgm:cxn modelId="{D0DB71F6-A1EA-924C-918F-4E6E768CE300}" type="presParOf" srcId="{08DF272B-A625-644F-A9A7-3C8D5F737458}" destId="{1810741A-E2B4-D64E-BBBA-783FF3EEF615}" srcOrd="0" destOrd="0" presId="urn:microsoft.com/office/officeart/2008/layout/LinedList"/>
    <dgm:cxn modelId="{7FD05451-0155-7244-A18E-079C999CE358}" type="presParOf" srcId="{08DF272B-A625-644F-A9A7-3C8D5F737458}" destId="{25247457-4651-034D-A4BF-F4A3FF0E3F1B}" srcOrd="1" destOrd="0" presId="urn:microsoft.com/office/officeart/2008/layout/LinedList"/>
    <dgm:cxn modelId="{1BBF087B-C65C-F64E-9D2A-D8D5F7890E71}" type="presParOf" srcId="{25247457-4651-034D-A4BF-F4A3FF0E3F1B}" destId="{34FE53FF-4254-4447-A5FC-5BCED64ECA80}" srcOrd="0" destOrd="0" presId="urn:microsoft.com/office/officeart/2008/layout/LinedList"/>
    <dgm:cxn modelId="{6E782180-BA97-3E40-AA5F-60E8C088E33F}" type="presParOf" srcId="{25247457-4651-034D-A4BF-F4A3FF0E3F1B}" destId="{8A3B0AE6-E69D-AE41-9C49-CB8A7A2F13DC}" srcOrd="1" destOrd="0" presId="urn:microsoft.com/office/officeart/2008/layout/LinedList"/>
    <dgm:cxn modelId="{1A7299E0-8479-EF4C-941B-C84655F37656}" type="presParOf" srcId="{8A3B0AE6-E69D-AE41-9C49-CB8A7A2F13DC}" destId="{E2AAFF7A-8484-DC43-932C-524821D05A35}" srcOrd="0" destOrd="0" presId="urn:microsoft.com/office/officeart/2008/layout/LinedList"/>
    <dgm:cxn modelId="{21B6E038-72F6-824F-9CC3-474A26F1C04B}" type="presParOf" srcId="{8A3B0AE6-E69D-AE41-9C49-CB8A7A2F13DC}" destId="{7680E30A-8168-B744-83E4-2FAFC4BAAD9F}" srcOrd="1" destOrd="0" presId="urn:microsoft.com/office/officeart/2008/layout/LinedList"/>
    <dgm:cxn modelId="{F10C9FAA-19AA-7D46-8208-4862ACE1F5E1}" type="presParOf" srcId="{8A3B0AE6-E69D-AE41-9C49-CB8A7A2F13DC}" destId="{EFF79CDC-A9CA-7140-B09A-7E87D020E299}" srcOrd="2" destOrd="0" presId="urn:microsoft.com/office/officeart/2008/layout/LinedList"/>
    <dgm:cxn modelId="{BB466191-0052-894B-A2EB-5C7ED6C8ADC7}" type="presParOf" srcId="{25247457-4651-034D-A4BF-F4A3FF0E3F1B}" destId="{25A65B72-9948-D349-88D1-0A397C37A0DD}" srcOrd="2" destOrd="0" presId="urn:microsoft.com/office/officeart/2008/layout/LinedList"/>
    <dgm:cxn modelId="{996A6A08-3CAF-0A48-B161-CF999B8F653A}" type="presParOf" srcId="{25247457-4651-034D-A4BF-F4A3FF0E3F1B}" destId="{05C28909-EAC9-1343-8B53-3C987419BE84}" srcOrd="3" destOrd="0" presId="urn:microsoft.com/office/officeart/2008/layout/LinedList"/>
    <dgm:cxn modelId="{14C2202C-2997-534A-81E0-79015531F5DD}" type="presParOf" srcId="{25247457-4651-034D-A4BF-F4A3FF0E3F1B}" destId="{FCE24C9B-0F4D-5044-98C9-9A5842F8C6E9}" srcOrd="4" destOrd="0" presId="urn:microsoft.com/office/officeart/2008/layout/LinedList"/>
    <dgm:cxn modelId="{401B64B2-4457-874C-BED0-CF69B05A5742}" type="presParOf" srcId="{FCE24C9B-0F4D-5044-98C9-9A5842F8C6E9}" destId="{095BC0AB-F086-404D-84E6-8066087E2C78}" srcOrd="0" destOrd="0" presId="urn:microsoft.com/office/officeart/2008/layout/LinedList"/>
    <dgm:cxn modelId="{E84E7A71-1035-7D4F-A614-CD5176040511}" type="presParOf" srcId="{FCE24C9B-0F4D-5044-98C9-9A5842F8C6E9}" destId="{4767F988-9F82-5740-A96F-3C56CAF2EDCC}" srcOrd="1" destOrd="0" presId="urn:microsoft.com/office/officeart/2008/layout/LinedList"/>
    <dgm:cxn modelId="{52AD719F-EC7B-4542-B4BC-D32591D43690}" type="presParOf" srcId="{FCE24C9B-0F4D-5044-98C9-9A5842F8C6E9}" destId="{5DDF8D7B-5CBC-5C42-B353-D319838ABF04}" srcOrd="2" destOrd="0" presId="urn:microsoft.com/office/officeart/2008/layout/LinedList"/>
    <dgm:cxn modelId="{B4B82E91-EB29-2143-8B43-85D61B72B3EC}" type="presParOf" srcId="{25247457-4651-034D-A4BF-F4A3FF0E3F1B}" destId="{02EAFBA7-09EF-3241-A7DD-3A03386CA4DA}" srcOrd="5" destOrd="0" presId="urn:microsoft.com/office/officeart/2008/layout/LinedList"/>
    <dgm:cxn modelId="{F38CA840-FCB6-AA48-A22A-80CED74F2D85}" type="presParOf" srcId="{25247457-4651-034D-A4BF-F4A3FF0E3F1B}" destId="{B4B61CA0-F988-2B4F-8180-E40A76830084}" srcOrd="6" destOrd="0" presId="urn:microsoft.com/office/officeart/2008/layout/LinedList"/>
    <dgm:cxn modelId="{02F50E88-2A7F-E44A-B531-01D3A3F3D45D}" type="presParOf" srcId="{25247457-4651-034D-A4BF-F4A3FF0E3F1B}" destId="{276E49D8-2264-4E49-B4A5-EBE6129BE6EF}" srcOrd="7" destOrd="0" presId="urn:microsoft.com/office/officeart/2008/layout/LinedList"/>
    <dgm:cxn modelId="{44131D34-7921-C84C-873B-0C98B6452974}" type="presParOf" srcId="{276E49D8-2264-4E49-B4A5-EBE6129BE6EF}" destId="{EC45954D-91CA-A54E-A556-28CD4C2922A3}" srcOrd="0" destOrd="0" presId="urn:microsoft.com/office/officeart/2008/layout/LinedList"/>
    <dgm:cxn modelId="{0E8291FE-DE80-E345-954B-E6D748CBF8F6}" type="presParOf" srcId="{276E49D8-2264-4E49-B4A5-EBE6129BE6EF}" destId="{8E6BCAEB-ACD9-1543-B2BC-222E062BB321}" srcOrd="1" destOrd="0" presId="urn:microsoft.com/office/officeart/2008/layout/LinedList"/>
    <dgm:cxn modelId="{2EBFA487-97DB-B347-A9B9-48E193C953C1}" type="presParOf" srcId="{276E49D8-2264-4E49-B4A5-EBE6129BE6EF}" destId="{DF4B72C0-C22A-DC47-94CB-34311C6B6EDA}" srcOrd="2" destOrd="0" presId="urn:microsoft.com/office/officeart/2008/layout/LinedList"/>
    <dgm:cxn modelId="{0394D2BF-FAE7-A044-8510-7DA5CDBF244E}" type="presParOf" srcId="{25247457-4651-034D-A4BF-F4A3FF0E3F1B}" destId="{8B36A865-B4F8-5B4A-944C-A5AE1296337B}" srcOrd="8" destOrd="0" presId="urn:microsoft.com/office/officeart/2008/layout/LinedList"/>
    <dgm:cxn modelId="{ADBE6918-C718-5E49-BA02-37E2A018AE2A}" type="presParOf" srcId="{25247457-4651-034D-A4BF-F4A3FF0E3F1B}" destId="{FD8D0DFD-ECFE-7043-A90F-8D3291CC4028}"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1F91418-A587-B94B-86BF-554F31F48A14}"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kumimoji="1" lang="ja-JP" altLang="en-US"/>
        </a:p>
      </dgm:t>
    </dgm:pt>
    <dgm:pt modelId="{F355F357-32A6-6D43-AD7C-2560F5416736}">
      <dgm:prSet/>
      <dgm:spPr/>
      <dgm:t>
        <a:bodyPr/>
        <a:lstStyle/>
        <a:p>
          <a:r>
            <a:rPr kumimoji="1" lang="ja-JP" b="1"/>
            <a:t>・音声攻撃性 </a:t>
          </a:r>
          <a:r>
            <a:rPr kumimoji="1" lang="en-US" b="1" dirty="0"/>
            <a:t>× </a:t>
          </a:r>
          <a:r>
            <a:rPr kumimoji="1" lang="ja-JP" b="1"/>
            <a:t>会話支配構造 </a:t>
          </a:r>
          <a:r>
            <a:rPr kumimoji="1" lang="en-US" b="1" dirty="0"/>
            <a:t>× </a:t>
          </a:r>
          <a:r>
            <a:rPr kumimoji="1" lang="en-US" b="1" dirty="0" err="1"/>
            <a:t>言語攻撃性</a:t>
          </a:r>
          <a:r>
            <a:rPr kumimoji="1" lang="en-US" b="1" dirty="0"/>
            <a:t> × NLP × </a:t>
          </a:r>
          <a:r>
            <a:rPr kumimoji="1" lang="ja-JP" b="1"/>
            <a:t>法律の「</a:t>
          </a:r>
          <a:r>
            <a:rPr kumimoji="1" lang="en-US" b="1" dirty="0"/>
            <a:t>4</a:t>
          </a:r>
          <a:r>
            <a:rPr kumimoji="1" lang="ja-JP" b="1"/>
            <a:t>層統合モデル」は世界初</a:t>
          </a:r>
          <a:br>
            <a:rPr kumimoji="1" lang="ja-JP"/>
          </a:br>
          <a:r>
            <a:rPr kumimoji="1" lang="ja-JP"/>
            <a:t>　既存研究は「文章のみ」「音声のみ」に限定されている。</a:t>
          </a:r>
          <a:endParaRPr lang="ja-JP"/>
        </a:p>
      </dgm:t>
    </dgm:pt>
    <dgm:pt modelId="{92D4F53B-6AC4-5546-8C2C-C587D5A6E716}" type="parTrans" cxnId="{E2F5C2BB-2FEF-C845-9484-D539658648B5}">
      <dgm:prSet/>
      <dgm:spPr/>
      <dgm:t>
        <a:bodyPr/>
        <a:lstStyle/>
        <a:p>
          <a:endParaRPr kumimoji="1" lang="ja-JP" altLang="en-US"/>
        </a:p>
      </dgm:t>
    </dgm:pt>
    <dgm:pt modelId="{0B32DDBC-43AD-E645-AA1D-8B3013B04DAD}" type="sibTrans" cxnId="{E2F5C2BB-2FEF-C845-9484-D539658648B5}">
      <dgm:prSet/>
      <dgm:spPr/>
      <dgm:t>
        <a:bodyPr/>
        <a:lstStyle/>
        <a:p>
          <a:endParaRPr kumimoji="1" lang="ja-JP" altLang="en-US"/>
        </a:p>
      </dgm:t>
    </dgm:pt>
    <dgm:pt modelId="{3CC91170-E4E7-864B-85CB-614739DCA949}">
      <dgm:prSet/>
      <dgm:spPr/>
      <dgm:t>
        <a:bodyPr/>
        <a:lstStyle/>
        <a:p>
          <a:r>
            <a:rPr kumimoji="1" lang="ja-JP" b="1"/>
            <a:t>・ハラスメント行動の“構造”を定量化する </a:t>
          </a:r>
          <a:r>
            <a:rPr kumimoji="1" lang="en-US" b="1" dirty="0"/>
            <a:t>HSIE </a:t>
          </a:r>
          <a:r>
            <a:rPr kumimoji="1" lang="ja-JP" b="1"/>
            <a:t>は未踏領域</a:t>
          </a:r>
          <a:br>
            <a:rPr kumimoji="1" lang="ja-JP"/>
          </a:br>
          <a:r>
            <a:rPr kumimoji="1" lang="ja-JP"/>
            <a:t>　心理学・音声学・法学を同時に統合する指標は存在しない。</a:t>
          </a:r>
          <a:endParaRPr lang="ja-JP"/>
        </a:p>
      </dgm:t>
    </dgm:pt>
    <dgm:pt modelId="{F737CDAC-609C-224C-88D8-9744B6C1D2CE}" type="parTrans" cxnId="{4C90F496-8CDF-8F41-9B64-69607D64B5E1}">
      <dgm:prSet/>
      <dgm:spPr/>
      <dgm:t>
        <a:bodyPr/>
        <a:lstStyle/>
        <a:p>
          <a:endParaRPr kumimoji="1" lang="ja-JP" altLang="en-US"/>
        </a:p>
      </dgm:t>
    </dgm:pt>
    <dgm:pt modelId="{1199198F-2E19-AF47-8BBE-B56DC6E4E47A}" type="sibTrans" cxnId="{4C90F496-8CDF-8F41-9B64-69607D64B5E1}">
      <dgm:prSet/>
      <dgm:spPr/>
      <dgm:t>
        <a:bodyPr/>
        <a:lstStyle/>
        <a:p>
          <a:endParaRPr kumimoji="1" lang="ja-JP" altLang="en-US"/>
        </a:p>
      </dgm:t>
    </dgm:pt>
    <dgm:pt modelId="{1E022EB7-84E4-D44F-8895-78270987325E}">
      <dgm:prSet/>
      <dgm:spPr/>
      <dgm:t>
        <a:bodyPr/>
        <a:lstStyle/>
        <a:p>
          <a:r>
            <a:rPr kumimoji="1" lang="ja-JP" b="1"/>
            <a:t>・</a:t>
          </a:r>
          <a:r>
            <a:rPr kumimoji="1" lang="en-US" b="1" dirty="0"/>
            <a:t>Whisper</a:t>
          </a:r>
          <a:r>
            <a:rPr kumimoji="1" lang="ja-JP" b="1"/>
            <a:t>ベースの </a:t>
          </a:r>
          <a:r>
            <a:rPr kumimoji="1" lang="en-US" b="1" dirty="0"/>
            <a:t>ASR </a:t>
          </a:r>
          <a:r>
            <a:rPr kumimoji="1" lang="ja-JP" b="1"/>
            <a:t>を </a:t>
          </a:r>
          <a:r>
            <a:rPr kumimoji="1" lang="en-US" b="1" dirty="0"/>
            <a:t>4bit</a:t>
          </a:r>
          <a:r>
            <a:rPr kumimoji="1" lang="ja-JP" b="1"/>
            <a:t>量子化しスマホ上で攻撃性推定する例は未報告</a:t>
          </a:r>
          <a:br>
            <a:rPr kumimoji="1" lang="ja-JP"/>
          </a:br>
          <a:r>
            <a:rPr kumimoji="1" lang="ja-JP"/>
            <a:t>　オンデバイスで攻撃性を解析する技術は先行研究がない。</a:t>
          </a:r>
          <a:endParaRPr lang="ja-JP"/>
        </a:p>
      </dgm:t>
    </dgm:pt>
    <dgm:pt modelId="{4BB354DF-725F-1F4D-9F02-25F1A6DBB507}" type="parTrans" cxnId="{B0CDACD2-88D8-2B4B-A433-0E3D3F7561F0}">
      <dgm:prSet/>
      <dgm:spPr/>
      <dgm:t>
        <a:bodyPr/>
        <a:lstStyle/>
        <a:p>
          <a:endParaRPr kumimoji="1" lang="ja-JP" altLang="en-US"/>
        </a:p>
      </dgm:t>
    </dgm:pt>
    <dgm:pt modelId="{F307B106-74A2-0E43-B55A-653775E50B16}" type="sibTrans" cxnId="{B0CDACD2-88D8-2B4B-A433-0E3D3F7561F0}">
      <dgm:prSet/>
      <dgm:spPr/>
      <dgm:t>
        <a:bodyPr/>
        <a:lstStyle/>
        <a:p>
          <a:endParaRPr kumimoji="1" lang="ja-JP" altLang="en-US"/>
        </a:p>
      </dgm:t>
    </dgm:pt>
    <dgm:pt modelId="{7019B5AA-C258-3848-8562-F1D843ACC485}">
      <dgm:prSet/>
      <dgm:spPr/>
      <dgm:t>
        <a:bodyPr/>
        <a:lstStyle/>
        <a:p>
          <a:r>
            <a:rPr kumimoji="1" lang="ja-JP" b="1"/>
            <a:t>・個人の音声ログから法的リスクを </a:t>
          </a:r>
          <a:r>
            <a:rPr kumimoji="1" lang="en-US" b="1" dirty="0"/>
            <a:t>Top-K </a:t>
          </a:r>
          <a:r>
            <a:rPr kumimoji="1" lang="ja-JP" b="1"/>
            <a:t>推論する“判例マッチング</a:t>
          </a:r>
          <a:r>
            <a:rPr kumimoji="1" lang="en-US" b="1" dirty="0"/>
            <a:t>AI”</a:t>
          </a:r>
          <a:r>
            <a:rPr kumimoji="1" lang="ja-JP" b="1"/>
            <a:t>は世界初</a:t>
          </a:r>
          <a:br>
            <a:rPr kumimoji="1" lang="ja-JP"/>
          </a:br>
          <a:r>
            <a:rPr kumimoji="1" lang="ja-JP"/>
            <a:t>　</a:t>
          </a:r>
          <a:r>
            <a:rPr kumimoji="1" lang="en-US" dirty="0"/>
            <a:t>AI</a:t>
          </a:r>
          <a:r>
            <a:rPr kumimoji="1" lang="ja-JP"/>
            <a:t>が自動的に「どの法的リスクに対応するか」を推定できる。</a:t>
          </a:r>
          <a:endParaRPr lang="ja-JP"/>
        </a:p>
      </dgm:t>
    </dgm:pt>
    <dgm:pt modelId="{ADA61797-0E48-7241-95E8-56B6E42BD795}" type="parTrans" cxnId="{10527604-233C-5047-B3AD-65A99D7CCFB6}">
      <dgm:prSet/>
      <dgm:spPr/>
      <dgm:t>
        <a:bodyPr/>
        <a:lstStyle/>
        <a:p>
          <a:endParaRPr kumimoji="1" lang="ja-JP" altLang="en-US"/>
        </a:p>
      </dgm:t>
    </dgm:pt>
    <dgm:pt modelId="{456E74AA-C7CC-9D4A-A81F-F70C2B9FBAC7}" type="sibTrans" cxnId="{10527604-233C-5047-B3AD-65A99D7CCFB6}">
      <dgm:prSet/>
      <dgm:spPr/>
      <dgm:t>
        <a:bodyPr/>
        <a:lstStyle/>
        <a:p>
          <a:endParaRPr kumimoji="1" lang="ja-JP" altLang="en-US"/>
        </a:p>
      </dgm:t>
    </dgm:pt>
    <dgm:pt modelId="{FC803FC2-F51F-1745-9CD2-54F8D3C1CC49}" type="pres">
      <dgm:prSet presAssocID="{31F91418-A587-B94B-86BF-554F31F48A14}" presName="vert0" presStyleCnt="0">
        <dgm:presLayoutVars>
          <dgm:dir/>
          <dgm:animOne val="branch"/>
          <dgm:animLvl val="lvl"/>
        </dgm:presLayoutVars>
      </dgm:prSet>
      <dgm:spPr/>
    </dgm:pt>
    <dgm:pt modelId="{29D04FA6-1B50-BD47-94AF-90C912957CC4}" type="pres">
      <dgm:prSet presAssocID="{F355F357-32A6-6D43-AD7C-2560F5416736}" presName="thickLine" presStyleLbl="alignNode1" presStyleIdx="0" presStyleCnt="4"/>
      <dgm:spPr/>
    </dgm:pt>
    <dgm:pt modelId="{67868772-F5E7-214C-8EEC-93F0936A93DA}" type="pres">
      <dgm:prSet presAssocID="{F355F357-32A6-6D43-AD7C-2560F5416736}" presName="horz1" presStyleCnt="0"/>
      <dgm:spPr/>
    </dgm:pt>
    <dgm:pt modelId="{30458CB5-FCA5-164E-9B88-45F99F142C2D}" type="pres">
      <dgm:prSet presAssocID="{F355F357-32A6-6D43-AD7C-2560F5416736}" presName="tx1" presStyleLbl="revTx" presStyleIdx="0" presStyleCnt="4"/>
      <dgm:spPr/>
    </dgm:pt>
    <dgm:pt modelId="{3BA5F3FF-55B0-5E41-B664-A8D92EC2CFFE}" type="pres">
      <dgm:prSet presAssocID="{F355F357-32A6-6D43-AD7C-2560F5416736}" presName="vert1" presStyleCnt="0"/>
      <dgm:spPr/>
    </dgm:pt>
    <dgm:pt modelId="{7245A824-0F84-BC48-B699-EB0DEDC8922F}" type="pres">
      <dgm:prSet presAssocID="{3CC91170-E4E7-864B-85CB-614739DCA949}" presName="thickLine" presStyleLbl="alignNode1" presStyleIdx="1" presStyleCnt="4"/>
      <dgm:spPr/>
    </dgm:pt>
    <dgm:pt modelId="{52DBC9CE-A7AF-8C47-B259-8EE21574617C}" type="pres">
      <dgm:prSet presAssocID="{3CC91170-E4E7-864B-85CB-614739DCA949}" presName="horz1" presStyleCnt="0"/>
      <dgm:spPr/>
    </dgm:pt>
    <dgm:pt modelId="{349E0888-2AC4-2144-9AD8-34203F11F592}" type="pres">
      <dgm:prSet presAssocID="{3CC91170-E4E7-864B-85CB-614739DCA949}" presName="tx1" presStyleLbl="revTx" presStyleIdx="1" presStyleCnt="4"/>
      <dgm:spPr/>
    </dgm:pt>
    <dgm:pt modelId="{CC965224-7D1A-B84F-8298-FE6389440EB3}" type="pres">
      <dgm:prSet presAssocID="{3CC91170-E4E7-864B-85CB-614739DCA949}" presName="vert1" presStyleCnt="0"/>
      <dgm:spPr/>
    </dgm:pt>
    <dgm:pt modelId="{6C79AB86-ADD4-6545-9D4D-B8ECF4428BE9}" type="pres">
      <dgm:prSet presAssocID="{1E022EB7-84E4-D44F-8895-78270987325E}" presName="thickLine" presStyleLbl="alignNode1" presStyleIdx="2" presStyleCnt="4"/>
      <dgm:spPr/>
    </dgm:pt>
    <dgm:pt modelId="{9DAE85C0-B9C7-AF41-A571-C5E893628F90}" type="pres">
      <dgm:prSet presAssocID="{1E022EB7-84E4-D44F-8895-78270987325E}" presName="horz1" presStyleCnt="0"/>
      <dgm:spPr/>
    </dgm:pt>
    <dgm:pt modelId="{7C1F4FE7-0152-0B4B-872F-3A063CCD95F2}" type="pres">
      <dgm:prSet presAssocID="{1E022EB7-84E4-D44F-8895-78270987325E}" presName="tx1" presStyleLbl="revTx" presStyleIdx="2" presStyleCnt="4"/>
      <dgm:spPr/>
    </dgm:pt>
    <dgm:pt modelId="{5C0EE252-78FC-AD4D-8B3E-F7D241EED29D}" type="pres">
      <dgm:prSet presAssocID="{1E022EB7-84E4-D44F-8895-78270987325E}" presName="vert1" presStyleCnt="0"/>
      <dgm:spPr/>
    </dgm:pt>
    <dgm:pt modelId="{CE94C952-F01F-2943-B193-597B21C05832}" type="pres">
      <dgm:prSet presAssocID="{7019B5AA-C258-3848-8562-F1D843ACC485}" presName="thickLine" presStyleLbl="alignNode1" presStyleIdx="3" presStyleCnt="4"/>
      <dgm:spPr/>
    </dgm:pt>
    <dgm:pt modelId="{E00395F1-BFE2-0A45-8C9C-FFA1FD8827F1}" type="pres">
      <dgm:prSet presAssocID="{7019B5AA-C258-3848-8562-F1D843ACC485}" presName="horz1" presStyleCnt="0"/>
      <dgm:spPr/>
    </dgm:pt>
    <dgm:pt modelId="{0CAE827A-C42C-DB47-BBB7-1B5BA1160ECE}" type="pres">
      <dgm:prSet presAssocID="{7019B5AA-C258-3848-8562-F1D843ACC485}" presName="tx1" presStyleLbl="revTx" presStyleIdx="3" presStyleCnt="4"/>
      <dgm:spPr/>
    </dgm:pt>
    <dgm:pt modelId="{59DC3001-ED06-F14A-8170-F537F30587C1}" type="pres">
      <dgm:prSet presAssocID="{7019B5AA-C258-3848-8562-F1D843ACC485}" presName="vert1" presStyleCnt="0"/>
      <dgm:spPr/>
    </dgm:pt>
  </dgm:ptLst>
  <dgm:cxnLst>
    <dgm:cxn modelId="{058B6D04-8B14-5F43-ADB6-5920422B2C61}" type="presOf" srcId="{F355F357-32A6-6D43-AD7C-2560F5416736}" destId="{30458CB5-FCA5-164E-9B88-45F99F142C2D}" srcOrd="0" destOrd="0" presId="urn:microsoft.com/office/officeart/2008/layout/LinedList"/>
    <dgm:cxn modelId="{10527604-233C-5047-B3AD-65A99D7CCFB6}" srcId="{31F91418-A587-B94B-86BF-554F31F48A14}" destId="{7019B5AA-C258-3848-8562-F1D843ACC485}" srcOrd="3" destOrd="0" parTransId="{ADA61797-0E48-7241-95E8-56B6E42BD795}" sibTransId="{456E74AA-C7CC-9D4A-A81F-F70C2B9FBAC7}"/>
    <dgm:cxn modelId="{E5CA8816-5185-D04E-911B-EA98DDB3B7EF}" type="presOf" srcId="{1E022EB7-84E4-D44F-8895-78270987325E}" destId="{7C1F4FE7-0152-0B4B-872F-3A063CCD95F2}" srcOrd="0" destOrd="0" presId="urn:microsoft.com/office/officeart/2008/layout/LinedList"/>
    <dgm:cxn modelId="{F9D65E3B-5BCE-DE4A-A386-A5B8AC87E52E}" type="presOf" srcId="{7019B5AA-C258-3848-8562-F1D843ACC485}" destId="{0CAE827A-C42C-DB47-BBB7-1B5BA1160ECE}" srcOrd="0" destOrd="0" presId="urn:microsoft.com/office/officeart/2008/layout/LinedList"/>
    <dgm:cxn modelId="{6958B963-40D0-7145-82EE-D55C5971739A}" type="presOf" srcId="{31F91418-A587-B94B-86BF-554F31F48A14}" destId="{FC803FC2-F51F-1745-9CD2-54F8D3C1CC49}" srcOrd="0" destOrd="0" presId="urn:microsoft.com/office/officeart/2008/layout/LinedList"/>
    <dgm:cxn modelId="{FDF72871-E1FA-6D43-A818-A83D0E801EFA}" type="presOf" srcId="{3CC91170-E4E7-864B-85CB-614739DCA949}" destId="{349E0888-2AC4-2144-9AD8-34203F11F592}" srcOrd="0" destOrd="0" presId="urn:microsoft.com/office/officeart/2008/layout/LinedList"/>
    <dgm:cxn modelId="{4C90F496-8CDF-8F41-9B64-69607D64B5E1}" srcId="{31F91418-A587-B94B-86BF-554F31F48A14}" destId="{3CC91170-E4E7-864B-85CB-614739DCA949}" srcOrd="1" destOrd="0" parTransId="{F737CDAC-609C-224C-88D8-9744B6C1D2CE}" sibTransId="{1199198F-2E19-AF47-8BBE-B56DC6E4E47A}"/>
    <dgm:cxn modelId="{E2F5C2BB-2FEF-C845-9484-D539658648B5}" srcId="{31F91418-A587-B94B-86BF-554F31F48A14}" destId="{F355F357-32A6-6D43-AD7C-2560F5416736}" srcOrd="0" destOrd="0" parTransId="{92D4F53B-6AC4-5546-8C2C-C587D5A6E716}" sibTransId="{0B32DDBC-43AD-E645-AA1D-8B3013B04DAD}"/>
    <dgm:cxn modelId="{B0CDACD2-88D8-2B4B-A433-0E3D3F7561F0}" srcId="{31F91418-A587-B94B-86BF-554F31F48A14}" destId="{1E022EB7-84E4-D44F-8895-78270987325E}" srcOrd="2" destOrd="0" parTransId="{4BB354DF-725F-1F4D-9F02-25F1A6DBB507}" sibTransId="{F307B106-74A2-0E43-B55A-653775E50B16}"/>
    <dgm:cxn modelId="{BB93287F-E546-984E-BBDC-021571F2082D}" type="presParOf" srcId="{FC803FC2-F51F-1745-9CD2-54F8D3C1CC49}" destId="{29D04FA6-1B50-BD47-94AF-90C912957CC4}" srcOrd="0" destOrd="0" presId="urn:microsoft.com/office/officeart/2008/layout/LinedList"/>
    <dgm:cxn modelId="{1C2055B0-B389-9F4F-AF69-C11E4D05B8C1}" type="presParOf" srcId="{FC803FC2-F51F-1745-9CD2-54F8D3C1CC49}" destId="{67868772-F5E7-214C-8EEC-93F0936A93DA}" srcOrd="1" destOrd="0" presId="urn:microsoft.com/office/officeart/2008/layout/LinedList"/>
    <dgm:cxn modelId="{6BE3E67E-449B-1B4A-A4E6-92A8E8D4A1D7}" type="presParOf" srcId="{67868772-F5E7-214C-8EEC-93F0936A93DA}" destId="{30458CB5-FCA5-164E-9B88-45F99F142C2D}" srcOrd="0" destOrd="0" presId="urn:microsoft.com/office/officeart/2008/layout/LinedList"/>
    <dgm:cxn modelId="{51350F61-4770-6641-96B8-8D9AB8BA9CE1}" type="presParOf" srcId="{67868772-F5E7-214C-8EEC-93F0936A93DA}" destId="{3BA5F3FF-55B0-5E41-B664-A8D92EC2CFFE}" srcOrd="1" destOrd="0" presId="urn:microsoft.com/office/officeart/2008/layout/LinedList"/>
    <dgm:cxn modelId="{3EB0D4CD-7514-AF49-8209-1B19BFB3F10F}" type="presParOf" srcId="{FC803FC2-F51F-1745-9CD2-54F8D3C1CC49}" destId="{7245A824-0F84-BC48-B699-EB0DEDC8922F}" srcOrd="2" destOrd="0" presId="urn:microsoft.com/office/officeart/2008/layout/LinedList"/>
    <dgm:cxn modelId="{349FACCE-6ED3-8E47-8E3F-DE014B40CB11}" type="presParOf" srcId="{FC803FC2-F51F-1745-9CD2-54F8D3C1CC49}" destId="{52DBC9CE-A7AF-8C47-B259-8EE21574617C}" srcOrd="3" destOrd="0" presId="urn:microsoft.com/office/officeart/2008/layout/LinedList"/>
    <dgm:cxn modelId="{1007A908-8025-9B45-8185-FD446160AA8E}" type="presParOf" srcId="{52DBC9CE-A7AF-8C47-B259-8EE21574617C}" destId="{349E0888-2AC4-2144-9AD8-34203F11F592}" srcOrd="0" destOrd="0" presId="urn:microsoft.com/office/officeart/2008/layout/LinedList"/>
    <dgm:cxn modelId="{96D4F55B-294B-AB42-A880-1F8830F4D5E0}" type="presParOf" srcId="{52DBC9CE-A7AF-8C47-B259-8EE21574617C}" destId="{CC965224-7D1A-B84F-8298-FE6389440EB3}" srcOrd="1" destOrd="0" presId="urn:microsoft.com/office/officeart/2008/layout/LinedList"/>
    <dgm:cxn modelId="{EBC439EF-6FF9-D041-9084-C16A9969DACA}" type="presParOf" srcId="{FC803FC2-F51F-1745-9CD2-54F8D3C1CC49}" destId="{6C79AB86-ADD4-6545-9D4D-B8ECF4428BE9}" srcOrd="4" destOrd="0" presId="urn:microsoft.com/office/officeart/2008/layout/LinedList"/>
    <dgm:cxn modelId="{D82A5C45-3DA0-1B40-96CF-9DF2CA7623B7}" type="presParOf" srcId="{FC803FC2-F51F-1745-9CD2-54F8D3C1CC49}" destId="{9DAE85C0-B9C7-AF41-A571-C5E893628F90}" srcOrd="5" destOrd="0" presId="urn:microsoft.com/office/officeart/2008/layout/LinedList"/>
    <dgm:cxn modelId="{4339F4A4-123D-654D-B6C9-D41C84A2ED6E}" type="presParOf" srcId="{9DAE85C0-B9C7-AF41-A571-C5E893628F90}" destId="{7C1F4FE7-0152-0B4B-872F-3A063CCD95F2}" srcOrd="0" destOrd="0" presId="urn:microsoft.com/office/officeart/2008/layout/LinedList"/>
    <dgm:cxn modelId="{2A6D10B2-B606-0C4A-B68E-9A4403437D32}" type="presParOf" srcId="{9DAE85C0-B9C7-AF41-A571-C5E893628F90}" destId="{5C0EE252-78FC-AD4D-8B3E-F7D241EED29D}" srcOrd="1" destOrd="0" presId="urn:microsoft.com/office/officeart/2008/layout/LinedList"/>
    <dgm:cxn modelId="{AE54DE5B-B92E-AB4D-9F95-EE8713699C39}" type="presParOf" srcId="{FC803FC2-F51F-1745-9CD2-54F8D3C1CC49}" destId="{CE94C952-F01F-2943-B193-597B21C05832}" srcOrd="6" destOrd="0" presId="urn:microsoft.com/office/officeart/2008/layout/LinedList"/>
    <dgm:cxn modelId="{AA7C3CBF-46E8-924E-87E1-DDADA3D715EC}" type="presParOf" srcId="{FC803FC2-F51F-1745-9CD2-54F8D3C1CC49}" destId="{E00395F1-BFE2-0A45-8C9C-FFA1FD8827F1}" srcOrd="7" destOrd="0" presId="urn:microsoft.com/office/officeart/2008/layout/LinedList"/>
    <dgm:cxn modelId="{5653DCC6-7FDE-9F4D-98F4-39DF500CD5F1}" type="presParOf" srcId="{E00395F1-BFE2-0A45-8C9C-FFA1FD8827F1}" destId="{0CAE827A-C42C-DB47-BBB7-1B5BA1160ECE}" srcOrd="0" destOrd="0" presId="urn:microsoft.com/office/officeart/2008/layout/LinedList"/>
    <dgm:cxn modelId="{6BB8AF9D-5264-2A4A-AB16-27416CF66657}" type="presParOf" srcId="{E00395F1-BFE2-0A45-8C9C-FFA1FD8827F1}" destId="{59DC3001-ED06-F14A-8170-F537F30587C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791DA9F-37D6-3B49-8828-F88B3BC9B6E3}" type="doc">
      <dgm:prSet loTypeId="urn:microsoft.com/office/officeart/2008/layout/LinedList" loCatId="" qsTypeId="urn:microsoft.com/office/officeart/2005/8/quickstyle/simple1" qsCatId="simple" csTypeId="urn:microsoft.com/office/officeart/2005/8/colors/accent1_2" csCatId="accent1" phldr="1"/>
      <dgm:spPr/>
      <dgm:t>
        <a:bodyPr/>
        <a:lstStyle/>
        <a:p>
          <a:endParaRPr kumimoji="1" lang="ja-JP" altLang="en-US"/>
        </a:p>
      </dgm:t>
    </dgm:pt>
    <dgm:pt modelId="{2FBF01D1-4831-9A41-AF6F-AE39171F5E18}">
      <dgm:prSet/>
      <dgm:spPr/>
      <dgm:t>
        <a:bodyPr/>
        <a:lstStyle/>
        <a:p>
          <a:r>
            <a:rPr kumimoji="1" lang="ja-JP"/>
            <a:t>音声攻撃性推定</a:t>
          </a:r>
          <a:endParaRPr lang="ja-JP"/>
        </a:p>
      </dgm:t>
    </dgm:pt>
    <dgm:pt modelId="{F4035425-CD46-4C4D-AB1C-E248A3E1A2C1}" type="parTrans" cxnId="{CF70DF7F-A73D-B049-B0C8-FBE1E98D267C}">
      <dgm:prSet/>
      <dgm:spPr/>
      <dgm:t>
        <a:bodyPr/>
        <a:lstStyle/>
        <a:p>
          <a:endParaRPr kumimoji="1" lang="ja-JP" altLang="en-US"/>
        </a:p>
      </dgm:t>
    </dgm:pt>
    <dgm:pt modelId="{7E6AE8B0-784B-8B49-9609-61A4D625CB0E}" type="sibTrans" cxnId="{CF70DF7F-A73D-B049-B0C8-FBE1E98D267C}">
      <dgm:prSet/>
      <dgm:spPr/>
      <dgm:t>
        <a:bodyPr/>
        <a:lstStyle/>
        <a:p>
          <a:endParaRPr kumimoji="1" lang="ja-JP" altLang="en-US"/>
        </a:p>
      </dgm:t>
    </dgm:pt>
    <dgm:pt modelId="{B8302F78-295B-8145-A4C1-B79D7AE75C34}">
      <dgm:prSet custT="1"/>
      <dgm:spPr/>
      <dgm:t>
        <a:bodyPr/>
        <a:lstStyle/>
        <a:p>
          <a:r>
            <a:rPr kumimoji="1" lang="en-US" sz="2000" b="1" dirty="0"/>
            <a:t>F1-score</a:t>
          </a:r>
          <a:endParaRPr lang="ja-JP" sz="2000"/>
        </a:p>
      </dgm:t>
    </dgm:pt>
    <dgm:pt modelId="{8420394D-8A56-8A47-AE5C-5C299F0C9698}" type="parTrans" cxnId="{F231B803-9108-A443-9BB3-043DA2EB47ED}">
      <dgm:prSet/>
      <dgm:spPr/>
      <dgm:t>
        <a:bodyPr/>
        <a:lstStyle/>
        <a:p>
          <a:endParaRPr kumimoji="1" lang="ja-JP" altLang="en-US"/>
        </a:p>
      </dgm:t>
    </dgm:pt>
    <dgm:pt modelId="{A694A6BE-4D5D-0943-BF72-18744896BCF1}" type="sibTrans" cxnId="{F231B803-9108-A443-9BB3-043DA2EB47ED}">
      <dgm:prSet/>
      <dgm:spPr/>
      <dgm:t>
        <a:bodyPr/>
        <a:lstStyle/>
        <a:p>
          <a:endParaRPr kumimoji="1" lang="ja-JP" altLang="en-US"/>
        </a:p>
      </dgm:t>
    </dgm:pt>
    <dgm:pt modelId="{336C8A72-CB99-2C47-9351-6F4026F6FB75}">
      <dgm:prSet/>
      <dgm:spPr/>
      <dgm:t>
        <a:bodyPr/>
        <a:lstStyle/>
        <a:p>
          <a:r>
            <a:rPr kumimoji="1" lang="ja-JP" altLang="en-US"/>
            <a:t>・音声から「怒鳴り」「威圧」「強圧的トーン」の検知は分類問題</a:t>
          </a:r>
          <a:endParaRPr kumimoji="1" lang="en-US" altLang="ja-JP" dirty="0"/>
        </a:p>
        <a:p>
          <a:r>
            <a:rPr kumimoji="1" lang="ja-JP" altLang="en-US"/>
            <a:t>・正確性と見逃しの少なさのバランスを両立</a:t>
          </a:r>
          <a:endParaRPr kumimoji="1" lang="en-US" altLang="ja-JP" dirty="0"/>
        </a:p>
      </dgm:t>
    </dgm:pt>
    <dgm:pt modelId="{2B8330C6-A633-634F-BDAD-365C7A02E98A}" type="parTrans" cxnId="{94B15180-598B-8043-81FE-BBC490FCDB24}">
      <dgm:prSet/>
      <dgm:spPr/>
      <dgm:t>
        <a:bodyPr/>
        <a:lstStyle/>
        <a:p>
          <a:endParaRPr kumimoji="1" lang="ja-JP" altLang="en-US"/>
        </a:p>
      </dgm:t>
    </dgm:pt>
    <dgm:pt modelId="{42EAF2E8-35AD-C14A-9CB7-79BAFA237B4F}" type="sibTrans" cxnId="{94B15180-598B-8043-81FE-BBC490FCDB24}">
      <dgm:prSet/>
      <dgm:spPr/>
      <dgm:t>
        <a:bodyPr/>
        <a:lstStyle/>
        <a:p>
          <a:endParaRPr kumimoji="1" lang="ja-JP" altLang="en-US"/>
        </a:p>
      </dgm:t>
    </dgm:pt>
    <dgm:pt modelId="{E6F821F7-C9EA-C64D-89F9-FC7D2304961E}" type="pres">
      <dgm:prSet presAssocID="{8791DA9F-37D6-3B49-8828-F88B3BC9B6E3}" presName="vert0" presStyleCnt="0">
        <dgm:presLayoutVars>
          <dgm:dir/>
          <dgm:animOne val="branch"/>
          <dgm:animLvl val="lvl"/>
        </dgm:presLayoutVars>
      </dgm:prSet>
      <dgm:spPr/>
    </dgm:pt>
    <dgm:pt modelId="{17EAF7C2-3E2C-5E47-9894-61523B0BAB67}" type="pres">
      <dgm:prSet presAssocID="{2FBF01D1-4831-9A41-AF6F-AE39171F5E18}" presName="thickLine" presStyleLbl="alignNode1" presStyleIdx="0" presStyleCnt="1"/>
      <dgm:spPr/>
    </dgm:pt>
    <dgm:pt modelId="{4D7BF2B8-7D36-6544-BDBE-E1749C4D316E}" type="pres">
      <dgm:prSet presAssocID="{2FBF01D1-4831-9A41-AF6F-AE39171F5E18}" presName="horz1" presStyleCnt="0"/>
      <dgm:spPr/>
    </dgm:pt>
    <dgm:pt modelId="{42E71288-058D-7A4C-9FE3-FFE670B0BFE6}" type="pres">
      <dgm:prSet presAssocID="{2FBF01D1-4831-9A41-AF6F-AE39171F5E18}" presName="tx1" presStyleLbl="revTx" presStyleIdx="0" presStyleCnt="3"/>
      <dgm:spPr/>
    </dgm:pt>
    <dgm:pt modelId="{F933EDE1-7DA5-6144-BD02-A8F68AF34162}" type="pres">
      <dgm:prSet presAssocID="{2FBF01D1-4831-9A41-AF6F-AE39171F5E18}" presName="vert1" presStyleCnt="0"/>
      <dgm:spPr/>
    </dgm:pt>
    <dgm:pt modelId="{DF444066-68C9-0541-8555-E69CD9D2D6A8}" type="pres">
      <dgm:prSet presAssocID="{B8302F78-295B-8145-A4C1-B79D7AE75C34}" presName="vertSpace2a" presStyleCnt="0"/>
      <dgm:spPr/>
    </dgm:pt>
    <dgm:pt modelId="{366E47BD-D130-0641-89C6-6C11C2738988}" type="pres">
      <dgm:prSet presAssocID="{B8302F78-295B-8145-A4C1-B79D7AE75C34}" presName="horz2" presStyleCnt="0"/>
      <dgm:spPr/>
    </dgm:pt>
    <dgm:pt modelId="{F7D711C8-EEE1-844A-A296-4687ED6728F7}" type="pres">
      <dgm:prSet presAssocID="{B8302F78-295B-8145-A4C1-B79D7AE75C34}" presName="horzSpace2" presStyleCnt="0"/>
      <dgm:spPr/>
    </dgm:pt>
    <dgm:pt modelId="{172D6AEC-AB3A-674F-BB38-6BBDF0A702DA}" type="pres">
      <dgm:prSet presAssocID="{B8302F78-295B-8145-A4C1-B79D7AE75C34}" presName="tx2" presStyleLbl="revTx" presStyleIdx="1" presStyleCnt="3" custScaleX="59336"/>
      <dgm:spPr/>
    </dgm:pt>
    <dgm:pt modelId="{8FAD86A6-90B3-2748-9326-F446F769A8F7}" type="pres">
      <dgm:prSet presAssocID="{B8302F78-295B-8145-A4C1-B79D7AE75C34}" presName="vert2" presStyleCnt="0"/>
      <dgm:spPr/>
    </dgm:pt>
    <dgm:pt modelId="{0C33D2E4-2F4C-5C46-A138-28EBDD8F2A07}" type="pres">
      <dgm:prSet presAssocID="{336C8A72-CB99-2C47-9351-6F4026F6FB75}" presName="horz3" presStyleCnt="0"/>
      <dgm:spPr/>
    </dgm:pt>
    <dgm:pt modelId="{44269196-0079-DC46-8616-AAA8AF1CAE44}" type="pres">
      <dgm:prSet presAssocID="{336C8A72-CB99-2C47-9351-6F4026F6FB75}" presName="horzSpace3" presStyleCnt="0"/>
      <dgm:spPr/>
    </dgm:pt>
    <dgm:pt modelId="{0E11E265-2FF7-1246-8737-788560811568}" type="pres">
      <dgm:prSet presAssocID="{336C8A72-CB99-2C47-9351-6F4026F6FB75}" presName="tx3" presStyleLbl="revTx" presStyleIdx="2" presStyleCnt="3" custScaleX="259740"/>
      <dgm:spPr/>
    </dgm:pt>
    <dgm:pt modelId="{661139EB-A0F6-A94B-B204-75DBE3CF8741}" type="pres">
      <dgm:prSet presAssocID="{336C8A72-CB99-2C47-9351-6F4026F6FB75}" presName="vert3" presStyleCnt="0"/>
      <dgm:spPr/>
    </dgm:pt>
    <dgm:pt modelId="{29CDF4D1-89DB-B04E-BA73-A10353C10B1D}" type="pres">
      <dgm:prSet presAssocID="{B8302F78-295B-8145-A4C1-B79D7AE75C34}" presName="thinLine2b" presStyleLbl="callout" presStyleIdx="0" presStyleCnt="1"/>
      <dgm:spPr/>
    </dgm:pt>
    <dgm:pt modelId="{09A4ACB4-46BE-CD43-89F5-A5238745D700}" type="pres">
      <dgm:prSet presAssocID="{B8302F78-295B-8145-A4C1-B79D7AE75C34}" presName="vertSpace2b" presStyleCnt="0"/>
      <dgm:spPr/>
    </dgm:pt>
  </dgm:ptLst>
  <dgm:cxnLst>
    <dgm:cxn modelId="{F231B803-9108-A443-9BB3-043DA2EB47ED}" srcId="{2FBF01D1-4831-9A41-AF6F-AE39171F5E18}" destId="{B8302F78-295B-8145-A4C1-B79D7AE75C34}" srcOrd="0" destOrd="0" parTransId="{8420394D-8A56-8A47-AE5C-5C299F0C9698}" sibTransId="{A694A6BE-4D5D-0943-BF72-18744896BCF1}"/>
    <dgm:cxn modelId="{D0388B1B-6E48-E140-A532-18857B218DA5}" type="presOf" srcId="{B8302F78-295B-8145-A4C1-B79D7AE75C34}" destId="{172D6AEC-AB3A-674F-BB38-6BBDF0A702DA}" srcOrd="0" destOrd="0" presId="urn:microsoft.com/office/officeart/2008/layout/LinedList"/>
    <dgm:cxn modelId="{8288E045-041E-3A4A-A794-6348131559B1}" type="presOf" srcId="{2FBF01D1-4831-9A41-AF6F-AE39171F5E18}" destId="{42E71288-058D-7A4C-9FE3-FFE670B0BFE6}" srcOrd="0" destOrd="0" presId="urn:microsoft.com/office/officeart/2008/layout/LinedList"/>
    <dgm:cxn modelId="{CF70DF7F-A73D-B049-B0C8-FBE1E98D267C}" srcId="{8791DA9F-37D6-3B49-8828-F88B3BC9B6E3}" destId="{2FBF01D1-4831-9A41-AF6F-AE39171F5E18}" srcOrd="0" destOrd="0" parTransId="{F4035425-CD46-4C4D-AB1C-E248A3E1A2C1}" sibTransId="{7E6AE8B0-784B-8B49-9609-61A4D625CB0E}"/>
    <dgm:cxn modelId="{94B15180-598B-8043-81FE-BBC490FCDB24}" srcId="{B8302F78-295B-8145-A4C1-B79D7AE75C34}" destId="{336C8A72-CB99-2C47-9351-6F4026F6FB75}" srcOrd="0" destOrd="0" parTransId="{2B8330C6-A633-634F-BDAD-365C7A02E98A}" sibTransId="{42EAF2E8-35AD-C14A-9CB7-79BAFA237B4F}"/>
    <dgm:cxn modelId="{8B1DE68E-A82A-1C4D-B051-EF5423D67BD6}" type="presOf" srcId="{336C8A72-CB99-2C47-9351-6F4026F6FB75}" destId="{0E11E265-2FF7-1246-8737-788560811568}" srcOrd="0" destOrd="0" presId="urn:microsoft.com/office/officeart/2008/layout/LinedList"/>
    <dgm:cxn modelId="{676B5FFF-C04F-754A-A8A9-15C9E0F23095}" type="presOf" srcId="{8791DA9F-37D6-3B49-8828-F88B3BC9B6E3}" destId="{E6F821F7-C9EA-C64D-89F9-FC7D2304961E}" srcOrd="0" destOrd="0" presId="urn:microsoft.com/office/officeart/2008/layout/LinedList"/>
    <dgm:cxn modelId="{B8EF4608-AA8E-C846-A3D0-30A6BED49423}" type="presParOf" srcId="{E6F821F7-C9EA-C64D-89F9-FC7D2304961E}" destId="{17EAF7C2-3E2C-5E47-9894-61523B0BAB67}" srcOrd="0" destOrd="0" presId="urn:microsoft.com/office/officeart/2008/layout/LinedList"/>
    <dgm:cxn modelId="{E477D5FA-D51E-AF44-A390-91D431A73E6F}" type="presParOf" srcId="{E6F821F7-C9EA-C64D-89F9-FC7D2304961E}" destId="{4D7BF2B8-7D36-6544-BDBE-E1749C4D316E}" srcOrd="1" destOrd="0" presId="urn:microsoft.com/office/officeart/2008/layout/LinedList"/>
    <dgm:cxn modelId="{9AEF9F91-F201-6745-BBD9-6B5910278AE3}" type="presParOf" srcId="{4D7BF2B8-7D36-6544-BDBE-E1749C4D316E}" destId="{42E71288-058D-7A4C-9FE3-FFE670B0BFE6}" srcOrd="0" destOrd="0" presId="urn:microsoft.com/office/officeart/2008/layout/LinedList"/>
    <dgm:cxn modelId="{BB27E679-0F7D-6D4A-9E8C-F1FC0379ECFA}" type="presParOf" srcId="{4D7BF2B8-7D36-6544-BDBE-E1749C4D316E}" destId="{F933EDE1-7DA5-6144-BD02-A8F68AF34162}" srcOrd="1" destOrd="0" presId="urn:microsoft.com/office/officeart/2008/layout/LinedList"/>
    <dgm:cxn modelId="{B340C276-9710-714C-829C-BD65370DCB78}" type="presParOf" srcId="{F933EDE1-7DA5-6144-BD02-A8F68AF34162}" destId="{DF444066-68C9-0541-8555-E69CD9D2D6A8}" srcOrd="0" destOrd="0" presId="urn:microsoft.com/office/officeart/2008/layout/LinedList"/>
    <dgm:cxn modelId="{F8FE729E-D134-6341-AFEC-5F7AB9D7FA16}" type="presParOf" srcId="{F933EDE1-7DA5-6144-BD02-A8F68AF34162}" destId="{366E47BD-D130-0641-89C6-6C11C2738988}" srcOrd="1" destOrd="0" presId="urn:microsoft.com/office/officeart/2008/layout/LinedList"/>
    <dgm:cxn modelId="{67DE8B4A-ABA3-AA44-BFC5-5F44026D4113}" type="presParOf" srcId="{366E47BD-D130-0641-89C6-6C11C2738988}" destId="{F7D711C8-EEE1-844A-A296-4687ED6728F7}" srcOrd="0" destOrd="0" presId="urn:microsoft.com/office/officeart/2008/layout/LinedList"/>
    <dgm:cxn modelId="{1E8226ED-3A4A-A947-8889-923C86871349}" type="presParOf" srcId="{366E47BD-D130-0641-89C6-6C11C2738988}" destId="{172D6AEC-AB3A-674F-BB38-6BBDF0A702DA}" srcOrd="1" destOrd="0" presId="urn:microsoft.com/office/officeart/2008/layout/LinedList"/>
    <dgm:cxn modelId="{7DB52E7F-C095-9E47-9E44-68502661AC9A}" type="presParOf" srcId="{366E47BD-D130-0641-89C6-6C11C2738988}" destId="{8FAD86A6-90B3-2748-9326-F446F769A8F7}" srcOrd="2" destOrd="0" presId="urn:microsoft.com/office/officeart/2008/layout/LinedList"/>
    <dgm:cxn modelId="{6885D1F1-B258-1943-90BF-524A477E0CFF}" type="presParOf" srcId="{8FAD86A6-90B3-2748-9326-F446F769A8F7}" destId="{0C33D2E4-2F4C-5C46-A138-28EBDD8F2A07}" srcOrd="0" destOrd="0" presId="urn:microsoft.com/office/officeart/2008/layout/LinedList"/>
    <dgm:cxn modelId="{0969BFDB-6C28-954B-B14E-DD1D065EECC5}" type="presParOf" srcId="{0C33D2E4-2F4C-5C46-A138-28EBDD8F2A07}" destId="{44269196-0079-DC46-8616-AAA8AF1CAE44}" srcOrd="0" destOrd="0" presId="urn:microsoft.com/office/officeart/2008/layout/LinedList"/>
    <dgm:cxn modelId="{BCDFEE54-8BC3-D946-89B8-CBF3092F393A}" type="presParOf" srcId="{0C33D2E4-2F4C-5C46-A138-28EBDD8F2A07}" destId="{0E11E265-2FF7-1246-8737-788560811568}" srcOrd="1" destOrd="0" presId="urn:microsoft.com/office/officeart/2008/layout/LinedList"/>
    <dgm:cxn modelId="{AC139AF2-2902-E042-966E-3601C373401E}" type="presParOf" srcId="{0C33D2E4-2F4C-5C46-A138-28EBDD8F2A07}" destId="{661139EB-A0F6-A94B-B204-75DBE3CF8741}" srcOrd="2" destOrd="0" presId="urn:microsoft.com/office/officeart/2008/layout/LinedList"/>
    <dgm:cxn modelId="{ACCE46C3-7C09-B048-A873-F3D1CCA6E58F}" type="presParOf" srcId="{F933EDE1-7DA5-6144-BD02-A8F68AF34162}" destId="{29CDF4D1-89DB-B04E-BA73-A10353C10B1D}" srcOrd="2" destOrd="0" presId="urn:microsoft.com/office/officeart/2008/layout/LinedList"/>
    <dgm:cxn modelId="{8F9E9A2B-3801-FF48-BD6D-523E3CE6978A}" type="presParOf" srcId="{F933EDE1-7DA5-6144-BD02-A8F68AF34162}" destId="{09A4ACB4-46BE-CD43-89F5-A5238745D700}"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791DA9F-37D6-3B49-8828-F88B3BC9B6E3}" type="doc">
      <dgm:prSet loTypeId="urn:microsoft.com/office/officeart/2008/layout/LinedList" loCatId="" qsTypeId="urn:microsoft.com/office/officeart/2005/8/quickstyle/simple1" qsCatId="simple" csTypeId="urn:microsoft.com/office/officeart/2005/8/colors/accent1_2" csCatId="accent1" phldr="1"/>
      <dgm:spPr/>
      <dgm:t>
        <a:bodyPr/>
        <a:lstStyle/>
        <a:p>
          <a:endParaRPr kumimoji="1" lang="ja-JP" altLang="en-US"/>
        </a:p>
      </dgm:t>
    </dgm:pt>
    <dgm:pt modelId="{2FBF01D1-4831-9A41-AF6F-AE39171F5E18}">
      <dgm:prSet/>
      <dgm:spPr/>
      <dgm:t>
        <a:bodyPr/>
        <a:lstStyle/>
        <a:p>
          <a:r>
            <a:rPr lang="ja-JP" altLang="en-US"/>
            <a:t>支配構造推定</a:t>
          </a:r>
          <a:endParaRPr lang="ja-JP"/>
        </a:p>
      </dgm:t>
    </dgm:pt>
    <dgm:pt modelId="{F4035425-CD46-4C4D-AB1C-E248A3E1A2C1}" type="parTrans" cxnId="{CF70DF7F-A73D-B049-B0C8-FBE1E98D267C}">
      <dgm:prSet/>
      <dgm:spPr/>
      <dgm:t>
        <a:bodyPr/>
        <a:lstStyle/>
        <a:p>
          <a:endParaRPr kumimoji="1" lang="ja-JP" altLang="en-US"/>
        </a:p>
      </dgm:t>
    </dgm:pt>
    <dgm:pt modelId="{7E6AE8B0-784B-8B49-9609-61A4D625CB0E}" type="sibTrans" cxnId="{CF70DF7F-A73D-B049-B0C8-FBE1E98D267C}">
      <dgm:prSet/>
      <dgm:spPr/>
      <dgm:t>
        <a:bodyPr/>
        <a:lstStyle/>
        <a:p>
          <a:endParaRPr kumimoji="1" lang="ja-JP" altLang="en-US"/>
        </a:p>
      </dgm:t>
    </dgm:pt>
    <dgm:pt modelId="{B8302F78-295B-8145-A4C1-B79D7AE75C34}">
      <dgm:prSet/>
      <dgm:spPr/>
      <dgm:t>
        <a:bodyPr/>
        <a:lstStyle/>
        <a:p>
          <a:r>
            <a:rPr lang="ja-JP" altLang="en-US" b="1"/>
            <a:t>専門家評価との</a:t>
          </a:r>
          <a:endParaRPr lang="en-US" altLang="ja-JP" b="1" dirty="0"/>
        </a:p>
        <a:p>
          <a:r>
            <a:rPr lang="ja-JP" altLang="en-US" b="1"/>
            <a:t>相関</a:t>
          </a:r>
          <a:r>
            <a:rPr lang="en-US" altLang="ja-JP" b="1" dirty="0"/>
            <a:t>r</a:t>
          </a:r>
          <a:endParaRPr lang="ja-JP" b="1"/>
        </a:p>
      </dgm:t>
    </dgm:pt>
    <dgm:pt modelId="{8420394D-8A56-8A47-AE5C-5C299F0C9698}" type="parTrans" cxnId="{F231B803-9108-A443-9BB3-043DA2EB47ED}">
      <dgm:prSet/>
      <dgm:spPr/>
      <dgm:t>
        <a:bodyPr/>
        <a:lstStyle/>
        <a:p>
          <a:endParaRPr kumimoji="1" lang="ja-JP" altLang="en-US"/>
        </a:p>
      </dgm:t>
    </dgm:pt>
    <dgm:pt modelId="{A694A6BE-4D5D-0943-BF72-18744896BCF1}" type="sibTrans" cxnId="{F231B803-9108-A443-9BB3-043DA2EB47ED}">
      <dgm:prSet/>
      <dgm:spPr/>
      <dgm:t>
        <a:bodyPr/>
        <a:lstStyle/>
        <a:p>
          <a:endParaRPr kumimoji="1" lang="ja-JP" altLang="en-US"/>
        </a:p>
      </dgm:t>
    </dgm:pt>
    <dgm:pt modelId="{336C8A72-CB99-2C47-9351-6F4026F6FB75}">
      <dgm:prSet/>
      <dgm:spPr/>
      <dgm:t>
        <a:bodyPr/>
        <a:lstStyle/>
        <a:p>
          <a:r>
            <a:rPr kumimoji="1" lang="ja-JP" altLang="en-US"/>
            <a:t>・「割り込み率」「遮断」「沈黙支配」を数値化</a:t>
          </a:r>
          <a:r>
            <a:rPr kumimoji="1" lang="en-US" altLang="ja-JP" dirty="0"/>
            <a:t>→</a:t>
          </a:r>
          <a:r>
            <a:rPr kumimoji="1" lang="ja-JP" altLang="en-US"/>
            <a:t>絶対の正解はない</a:t>
          </a:r>
          <a:endParaRPr kumimoji="1" lang="en-US" altLang="ja-JP" dirty="0"/>
        </a:p>
        <a:p>
          <a:r>
            <a:rPr kumimoji="1" lang="ja-JP" altLang="en-US"/>
            <a:t>・複数専門家の「主観的だがプロの判断」が事実上の正解</a:t>
          </a:r>
          <a:endParaRPr kumimoji="1" lang="en-US" altLang="ja-JP" dirty="0"/>
        </a:p>
      </dgm:t>
    </dgm:pt>
    <dgm:pt modelId="{2B8330C6-A633-634F-BDAD-365C7A02E98A}" type="parTrans" cxnId="{94B15180-598B-8043-81FE-BBC490FCDB24}">
      <dgm:prSet/>
      <dgm:spPr/>
      <dgm:t>
        <a:bodyPr/>
        <a:lstStyle/>
        <a:p>
          <a:endParaRPr kumimoji="1" lang="ja-JP" altLang="en-US"/>
        </a:p>
      </dgm:t>
    </dgm:pt>
    <dgm:pt modelId="{42EAF2E8-35AD-C14A-9CB7-79BAFA237B4F}" type="sibTrans" cxnId="{94B15180-598B-8043-81FE-BBC490FCDB24}">
      <dgm:prSet/>
      <dgm:spPr/>
      <dgm:t>
        <a:bodyPr/>
        <a:lstStyle/>
        <a:p>
          <a:endParaRPr kumimoji="1" lang="ja-JP" altLang="en-US"/>
        </a:p>
      </dgm:t>
    </dgm:pt>
    <dgm:pt modelId="{E6F821F7-C9EA-C64D-89F9-FC7D2304961E}" type="pres">
      <dgm:prSet presAssocID="{8791DA9F-37D6-3B49-8828-F88B3BC9B6E3}" presName="vert0" presStyleCnt="0">
        <dgm:presLayoutVars>
          <dgm:dir/>
          <dgm:animOne val="branch"/>
          <dgm:animLvl val="lvl"/>
        </dgm:presLayoutVars>
      </dgm:prSet>
      <dgm:spPr/>
    </dgm:pt>
    <dgm:pt modelId="{17EAF7C2-3E2C-5E47-9894-61523B0BAB67}" type="pres">
      <dgm:prSet presAssocID="{2FBF01D1-4831-9A41-AF6F-AE39171F5E18}" presName="thickLine" presStyleLbl="alignNode1" presStyleIdx="0" presStyleCnt="1"/>
      <dgm:spPr/>
    </dgm:pt>
    <dgm:pt modelId="{4D7BF2B8-7D36-6544-BDBE-E1749C4D316E}" type="pres">
      <dgm:prSet presAssocID="{2FBF01D1-4831-9A41-AF6F-AE39171F5E18}" presName="horz1" presStyleCnt="0"/>
      <dgm:spPr/>
    </dgm:pt>
    <dgm:pt modelId="{42E71288-058D-7A4C-9FE3-FFE670B0BFE6}" type="pres">
      <dgm:prSet presAssocID="{2FBF01D1-4831-9A41-AF6F-AE39171F5E18}" presName="tx1" presStyleLbl="revTx" presStyleIdx="0" presStyleCnt="3"/>
      <dgm:spPr/>
    </dgm:pt>
    <dgm:pt modelId="{F933EDE1-7DA5-6144-BD02-A8F68AF34162}" type="pres">
      <dgm:prSet presAssocID="{2FBF01D1-4831-9A41-AF6F-AE39171F5E18}" presName="vert1" presStyleCnt="0"/>
      <dgm:spPr/>
    </dgm:pt>
    <dgm:pt modelId="{DF444066-68C9-0541-8555-E69CD9D2D6A8}" type="pres">
      <dgm:prSet presAssocID="{B8302F78-295B-8145-A4C1-B79D7AE75C34}" presName="vertSpace2a" presStyleCnt="0"/>
      <dgm:spPr/>
    </dgm:pt>
    <dgm:pt modelId="{366E47BD-D130-0641-89C6-6C11C2738988}" type="pres">
      <dgm:prSet presAssocID="{B8302F78-295B-8145-A4C1-B79D7AE75C34}" presName="horz2" presStyleCnt="0"/>
      <dgm:spPr/>
    </dgm:pt>
    <dgm:pt modelId="{F7D711C8-EEE1-844A-A296-4687ED6728F7}" type="pres">
      <dgm:prSet presAssocID="{B8302F78-295B-8145-A4C1-B79D7AE75C34}" presName="horzSpace2" presStyleCnt="0"/>
      <dgm:spPr/>
    </dgm:pt>
    <dgm:pt modelId="{172D6AEC-AB3A-674F-BB38-6BBDF0A702DA}" type="pres">
      <dgm:prSet presAssocID="{B8302F78-295B-8145-A4C1-B79D7AE75C34}" presName="tx2" presStyleLbl="revTx" presStyleIdx="1" presStyleCnt="3" custScaleX="70589"/>
      <dgm:spPr/>
    </dgm:pt>
    <dgm:pt modelId="{8FAD86A6-90B3-2748-9326-F446F769A8F7}" type="pres">
      <dgm:prSet presAssocID="{B8302F78-295B-8145-A4C1-B79D7AE75C34}" presName="vert2" presStyleCnt="0"/>
      <dgm:spPr/>
    </dgm:pt>
    <dgm:pt modelId="{0C33D2E4-2F4C-5C46-A138-28EBDD8F2A07}" type="pres">
      <dgm:prSet presAssocID="{336C8A72-CB99-2C47-9351-6F4026F6FB75}" presName="horz3" presStyleCnt="0"/>
      <dgm:spPr/>
    </dgm:pt>
    <dgm:pt modelId="{44269196-0079-DC46-8616-AAA8AF1CAE44}" type="pres">
      <dgm:prSet presAssocID="{336C8A72-CB99-2C47-9351-6F4026F6FB75}" presName="horzSpace3" presStyleCnt="0"/>
      <dgm:spPr/>
    </dgm:pt>
    <dgm:pt modelId="{0E11E265-2FF7-1246-8737-788560811568}" type="pres">
      <dgm:prSet presAssocID="{336C8A72-CB99-2C47-9351-6F4026F6FB75}" presName="tx3" presStyleLbl="revTx" presStyleIdx="2" presStyleCnt="3" custScaleX="259740"/>
      <dgm:spPr/>
    </dgm:pt>
    <dgm:pt modelId="{661139EB-A0F6-A94B-B204-75DBE3CF8741}" type="pres">
      <dgm:prSet presAssocID="{336C8A72-CB99-2C47-9351-6F4026F6FB75}" presName="vert3" presStyleCnt="0"/>
      <dgm:spPr/>
    </dgm:pt>
    <dgm:pt modelId="{29CDF4D1-89DB-B04E-BA73-A10353C10B1D}" type="pres">
      <dgm:prSet presAssocID="{B8302F78-295B-8145-A4C1-B79D7AE75C34}" presName="thinLine2b" presStyleLbl="callout" presStyleIdx="0" presStyleCnt="1"/>
      <dgm:spPr/>
    </dgm:pt>
    <dgm:pt modelId="{09A4ACB4-46BE-CD43-89F5-A5238745D700}" type="pres">
      <dgm:prSet presAssocID="{B8302F78-295B-8145-A4C1-B79D7AE75C34}" presName="vertSpace2b" presStyleCnt="0"/>
      <dgm:spPr/>
    </dgm:pt>
  </dgm:ptLst>
  <dgm:cxnLst>
    <dgm:cxn modelId="{F231B803-9108-A443-9BB3-043DA2EB47ED}" srcId="{2FBF01D1-4831-9A41-AF6F-AE39171F5E18}" destId="{B8302F78-295B-8145-A4C1-B79D7AE75C34}" srcOrd="0" destOrd="0" parTransId="{8420394D-8A56-8A47-AE5C-5C299F0C9698}" sibTransId="{A694A6BE-4D5D-0943-BF72-18744896BCF1}"/>
    <dgm:cxn modelId="{D0388B1B-6E48-E140-A532-18857B218DA5}" type="presOf" srcId="{B8302F78-295B-8145-A4C1-B79D7AE75C34}" destId="{172D6AEC-AB3A-674F-BB38-6BBDF0A702DA}" srcOrd="0" destOrd="0" presId="urn:microsoft.com/office/officeart/2008/layout/LinedList"/>
    <dgm:cxn modelId="{8288E045-041E-3A4A-A794-6348131559B1}" type="presOf" srcId="{2FBF01D1-4831-9A41-AF6F-AE39171F5E18}" destId="{42E71288-058D-7A4C-9FE3-FFE670B0BFE6}" srcOrd="0" destOrd="0" presId="urn:microsoft.com/office/officeart/2008/layout/LinedList"/>
    <dgm:cxn modelId="{CF70DF7F-A73D-B049-B0C8-FBE1E98D267C}" srcId="{8791DA9F-37D6-3B49-8828-F88B3BC9B6E3}" destId="{2FBF01D1-4831-9A41-AF6F-AE39171F5E18}" srcOrd="0" destOrd="0" parTransId="{F4035425-CD46-4C4D-AB1C-E248A3E1A2C1}" sibTransId="{7E6AE8B0-784B-8B49-9609-61A4D625CB0E}"/>
    <dgm:cxn modelId="{94B15180-598B-8043-81FE-BBC490FCDB24}" srcId="{B8302F78-295B-8145-A4C1-B79D7AE75C34}" destId="{336C8A72-CB99-2C47-9351-6F4026F6FB75}" srcOrd="0" destOrd="0" parTransId="{2B8330C6-A633-634F-BDAD-365C7A02E98A}" sibTransId="{42EAF2E8-35AD-C14A-9CB7-79BAFA237B4F}"/>
    <dgm:cxn modelId="{8B1DE68E-A82A-1C4D-B051-EF5423D67BD6}" type="presOf" srcId="{336C8A72-CB99-2C47-9351-6F4026F6FB75}" destId="{0E11E265-2FF7-1246-8737-788560811568}" srcOrd="0" destOrd="0" presId="urn:microsoft.com/office/officeart/2008/layout/LinedList"/>
    <dgm:cxn modelId="{676B5FFF-C04F-754A-A8A9-15C9E0F23095}" type="presOf" srcId="{8791DA9F-37D6-3B49-8828-F88B3BC9B6E3}" destId="{E6F821F7-C9EA-C64D-89F9-FC7D2304961E}" srcOrd="0" destOrd="0" presId="urn:microsoft.com/office/officeart/2008/layout/LinedList"/>
    <dgm:cxn modelId="{B8EF4608-AA8E-C846-A3D0-30A6BED49423}" type="presParOf" srcId="{E6F821F7-C9EA-C64D-89F9-FC7D2304961E}" destId="{17EAF7C2-3E2C-5E47-9894-61523B0BAB67}" srcOrd="0" destOrd="0" presId="urn:microsoft.com/office/officeart/2008/layout/LinedList"/>
    <dgm:cxn modelId="{E477D5FA-D51E-AF44-A390-91D431A73E6F}" type="presParOf" srcId="{E6F821F7-C9EA-C64D-89F9-FC7D2304961E}" destId="{4D7BF2B8-7D36-6544-BDBE-E1749C4D316E}" srcOrd="1" destOrd="0" presId="urn:microsoft.com/office/officeart/2008/layout/LinedList"/>
    <dgm:cxn modelId="{9AEF9F91-F201-6745-BBD9-6B5910278AE3}" type="presParOf" srcId="{4D7BF2B8-7D36-6544-BDBE-E1749C4D316E}" destId="{42E71288-058D-7A4C-9FE3-FFE670B0BFE6}" srcOrd="0" destOrd="0" presId="urn:microsoft.com/office/officeart/2008/layout/LinedList"/>
    <dgm:cxn modelId="{BB27E679-0F7D-6D4A-9E8C-F1FC0379ECFA}" type="presParOf" srcId="{4D7BF2B8-7D36-6544-BDBE-E1749C4D316E}" destId="{F933EDE1-7DA5-6144-BD02-A8F68AF34162}" srcOrd="1" destOrd="0" presId="urn:microsoft.com/office/officeart/2008/layout/LinedList"/>
    <dgm:cxn modelId="{B340C276-9710-714C-829C-BD65370DCB78}" type="presParOf" srcId="{F933EDE1-7DA5-6144-BD02-A8F68AF34162}" destId="{DF444066-68C9-0541-8555-E69CD9D2D6A8}" srcOrd="0" destOrd="0" presId="urn:microsoft.com/office/officeart/2008/layout/LinedList"/>
    <dgm:cxn modelId="{F8FE729E-D134-6341-AFEC-5F7AB9D7FA16}" type="presParOf" srcId="{F933EDE1-7DA5-6144-BD02-A8F68AF34162}" destId="{366E47BD-D130-0641-89C6-6C11C2738988}" srcOrd="1" destOrd="0" presId="urn:microsoft.com/office/officeart/2008/layout/LinedList"/>
    <dgm:cxn modelId="{67DE8B4A-ABA3-AA44-BFC5-5F44026D4113}" type="presParOf" srcId="{366E47BD-D130-0641-89C6-6C11C2738988}" destId="{F7D711C8-EEE1-844A-A296-4687ED6728F7}" srcOrd="0" destOrd="0" presId="urn:microsoft.com/office/officeart/2008/layout/LinedList"/>
    <dgm:cxn modelId="{1E8226ED-3A4A-A947-8889-923C86871349}" type="presParOf" srcId="{366E47BD-D130-0641-89C6-6C11C2738988}" destId="{172D6AEC-AB3A-674F-BB38-6BBDF0A702DA}" srcOrd="1" destOrd="0" presId="urn:microsoft.com/office/officeart/2008/layout/LinedList"/>
    <dgm:cxn modelId="{7DB52E7F-C095-9E47-9E44-68502661AC9A}" type="presParOf" srcId="{366E47BD-D130-0641-89C6-6C11C2738988}" destId="{8FAD86A6-90B3-2748-9326-F446F769A8F7}" srcOrd="2" destOrd="0" presId="urn:microsoft.com/office/officeart/2008/layout/LinedList"/>
    <dgm:cxn modelId="{6885D1F1-B258-1943-90BF-524A477E0CFF}" type="presParOf" srcId="{8FAD86A6-90B3-2748-9326-F446F769A8F7}" destId="{0C33D2E4-2F4C-5C46-A138-28EBDD8F2A07}" srcOrd="0" destOrd="0" presId="urn:microsoft.com/office/officeart/2008/layout/LinedList"/>
    <dgm:cxn modelId="{0969BFDB-6C28-954B-B14E-DD1D065EECC5}" type="presParOf" srcId="{0C33D2E4-2F4C-5C46-A138-28EBDD8F2A07}" destId="{44269196-0079-DC46-8616-AAA8AF1CAE44}" srcOrd="0" destOrd="0" presId="urn:microsoft.com/office/officeart/2008/layout/LinedList"/>
    <dgm:cxn modelId="{BCDFEE54-8BC3-D946-89B8-CBF3092F393A}" type="presParOf" srcId="{0C33D2E4-2F4C-5C46-A138-28EBDD8F2A07}" destId="{0E11E265-2FF7-1246-8737-788560811568}" srcOrd="1" destOrd="0" presId="urn:microsoft.com/office/officeart/2008/layout/LinedList"/>
    <dgm:cxn modelId="{AC139AF2-2902-E042-966E-3601C373401E}" type="presParOf" srcId="{0C33D2E4-2F4C-5C46-A138-28EBDD8F2A07}" destId="{661139EB-A0F6-A94B-B204-75DBE3CF8741}" srcOrd="2" destOrd="0" presId="urn:microsoft.com/office/officeart/2008/layout/LinedList"/>
    <dgm:cxn modelId="{ACCE46C3-7C09-B048-A873-F3D1CCA6E58F}" type="presParOf" srcId="{F933EDE1-7DA5-6144-BD02-A8F68AF34162}" destId="{29CDF4D1-89DB-B04E-BA73-A10353C10B1D}" srcOrd="2" destOrd="0" presId="urn:microsoft.com/office/officeart/2008/layout/LinedList"/>
    <dgm:cxn modelId="{8F9E9A2B-3801-FF48-BD6D-523E3CE6978A}" type="presParOf" srcId="{F933EDE1-7DA5-6144-BD02-A8F68AF34162}" destId="{09A4ACB4-46BE-CD43-89F5-A5238745D700}" srcOrd="3"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8791DA9F-37D6-3B49-8828-F88B3BC9B6E3}" type="doc">
      <dgm:prSet loTypeId="urn:microsoft.com/office/officeart/2008/layout/LinedList" loCatId="" qsTypeId="urn:microsoft.com/office/officeart/2005/8/quickstyle/simple1" qsCatId="simple" csTypeId="urn:microsoft.com/office/officeart/2005/8/colors/accent1_2" csCatId="accent1" phldr="1"/>
      <dgm:spPr/>
      <dgm:t>
        <a:bodyPr/>
        <a:lstStyle/>
        <a:p>
          <a:endParaRPr kumimoji="1" lang="ja-JP" altLang="en-US"/>
        </a:p>
      </dgm:t>
    </dgm:pt>
    <dgm:pt modelId="{2FBF01D1-4831-9A41-AF6F-AE39171F5E18}">
      <dgm:prSet/>
      <dgm:spPr/>
      <dgm:t>
        <a:bodyPr/>
        <a:lstStyle/>
        <a:p>
          <a:r>
            <a:rPr lang="en-US" altLang="ja-JP" dirty="0"/>
            <a:t>NLP×</a:t>
          </a:r>
          <a:r>
            <a:rPr lang="ja-JP" altLang="en-US"/>
            <a:t>法律推論</a:t>
          </a:r>
          <a:r>
            <a:rPr lang="en-US" altLang="ja-JP" dirty="0"/>
            <a:t>(</a:t>
          </a:r>
          <a:r>
            <a:rPr lang="ja-JP" altLang="en-US"/>
            <a:t>判例マッチング</a:t>
          </a:r>
          <a:r>
            <a:rPr lang="en-US" altLang="ja-JP" dirty="0"/>
            <a:t>)</a:t>
          </a:r>
          <a:endParaRPr lang="ja-JP"/>
        </a:p>
      </dgm:t>
    </dgm:pt>
    <dgm:pt modelId="{F4035425-CD46-4C4D-AB1C-E248A3E1A2C1}" type="parTrans" cxnId="{CF70DF7F-A73D-B049-B0C8-FBE1E98D267C}">
      <dgm:prSet/>
      <dgm:spPr/>
      <dgm:t>
        <a:bodyPr/>
        <a:lstStyle/>
        <a:p>
          <a:endParaRPr kumimoji="1" lang="ja-JP" altLang="en-US"/>
        </a:p>
      </dgm:t>
    </dgm:pt>
    <dgm:pt modelId="{7E6AE8B0-784B-8B49-9609-61A4D625CB0E}" type="sibTrans" cxnId="{CF70DF7F-A73D-B049-B0C8-FBE1E98D267C}">
      <dgm:prSet/>
      <dgm:spPr/>
      <dgm:t>
        <a:bodyPr/>
        <a:lstStyle/>
        <a:p>
          <a:endParaRPr kumimoji="1" lang="ja-JP" altLang="en-US"/>
        </a:p>
      </dgm:t>
    </dgm:pt>
    <dgm:pt modelId="{B8302F78-295B-8145-A4C1-B79D7AE75C34}">
      <dgm:prSet/>
      <dgm:spPr/>
      <dgm:t>
        <a:bodyPr/>
        <a:lstStyle/>
        <a:p>
          <a:r>
            <a:rPr lang="en-US" altLang="ja-JP" b="1" dirty="0"/>
            <a:t>Top-5Accuracy</a:t>
          </a:r>
          <a:endParaRPr lang="ja-JP" b="1"/>
        </a:p>
      </dgm:t>
    </dgm:pt>
    <dgm:pt modelId="{8420394D-8A56-8A47-AE5C-5C299F0C9698}" type="parTrans" cxnId="{F231B803-9108-A443-9BB3-043DA2EB47ED}">
      <dgm:prSet/>
      <dgm:spPr/>
      <dgm:t>
        <a:bodyPr/>
        <a:lstStyle/>
        <a:p>
          <a:endParaRPr kumimoji="1" lang="ja-JP" altLang="en-US"/>
        </a:p>
      </dgm:t>
    </dgm:pt>
    <dgm:pt modelId="{A694A6BE-4D5D-0943-BF72-18744896BCF1}" type="sibTrans" cxnId="{F231B803-9108-A443-9BB3-043DA2EB47ED}">
      <dgm:prSet/>
      <dgm:spPr/>
      <dgm:t>
        <a:bodyPr/>
        <a:lstStyle/>
        <a:p>
          <a:endParaRPr kumimoji="1" lang="ja-JP" altLang="en-US"/>
        </a:p>
      </dgm:t>
    </dgm:pt>
    <dgm:pt modelId="{336C8A72-CB99-2C47-9351-6F4026F6FB75}">
      <dgm:prSet/>
      <dgm:spPr/>
      <dgm:t>
        <a:bodyPr/>
        <a:lstStyle/>
        <a:p>
          <a:r>
            <a:rPr kumimoji="1" lang="ja-JP" altLang="en-US"/>
            <a:t>・判例分類は「複数の正解候補がある」情報検索タスク</a:t>
          </a:r>
          <a:endParaRPr kumimoji="1" lang="en-US" altLang="ja-JP" dirty="0"/>
        </a:p>
        <a:p>
          <a:r>
            <a:rPr kumimoji="1" lang="ja-JP" altLang="en-US"/>
            <a:t>・関連法領域で正解は一つとは限らない</a:t>
          </a:r>
          <a:endParaRPr kumimoji="1" lang="en-US" altLang="ja-JP" dirty="0"/>
        </a:p>
      </dgm:t>
    </dgm:pt>
    <dgm:pt modelId="{2B8330C6-A633-634F-BDAD-365C7A02E98A}" type="parTrans" cxnId="{94B15180-598B-8043-81FE-BBC490FCDB24}">
      <dgm:prSet/>
      <dgm:spPr/>
      <dgm:t>
        <a:bodyPr/>
        <a:lstStyle/>
        <a:p>
          <a:endParaRPr kumimoji="1" lang="ja-JP" altLang="en-US"/>
        </a:p>
      </dgm:t>
    </dgm:pt>
    <dgm:pt modelId="{42EAF2E8-35AD-C14A-9CB7-79BAFA237B4F}" type="sibTrans" cxnId="{94B15180-598B-8043-81FE-BBC490FCDB24}">
      <dgm:prSet/>
      <dgm:spPr/>
      <dgm:t>
        <a:bodyPr/>
        <a:lstStyle/>
        <a:p>
          <a:endParaRPr kumimoji="1" lang="ja-JP" altLang="en-US"/>
        </a:p>
      </dgm:t>
    </dgm:pt>
    <dgm:pt modelId="{E6F821F7-C9EA-C64D-89F9-FC7D2304961E}" type="pres">
      <dgm:prSet presAssocID="{8791DA9F-37D6-3B49-8828-F88B3BC9B6E3}" presName="vert0" presStyleCnt="0">
        <dgm:presLayoutVars>
          <dgm:dir/>
          <dgm:animOne val="branch"/>
          <dgm:animLvl val="lvl"/>
        </dgm:presLayoutVars>
      </dgm:prSet>
      <dgm:spPr/>
    </dgm:pt>
    <dgm:pt modelId="{17EAF7C2-3E2C-5E47-9894-61523B0BAB67}" type="pres">
      <dgm:prSet presAssocID="{2FBF01D1-4831-9A41-AF6F-AE39171F5E18}" presName="thickLine" presStyleLbl="alignNode1" presStyleIdx="0" presStyleCnt="1"/>
      <dgm:spPr/>
    </dgm:pt>
    <dgm:pt modelId="{4D7BF2B8-7D36-6544-BDBE-E1749C4D316E}" type="pres">
      <dgm:prSet presAssocID="{2FBF01D1-4831-9A41-AF6F-AE39171F5E18}" presName="horz1" presStyleCnt="0"/>
      <dgm:spPr/>
    </dgm:pt>
    <dgm:pt modelId="{42E71288-058D-7A4C-9FE3-FFE670B0BFE6}" type="pres">
      <dgm:prSet presAssocID="{2FBF01D1-4831-9A41-AF6F-AE39171F5E18}" presName="tx1" presStyleLbl="revTx" presStyleIdx="0" presStyleCnt="3"/>
      <dgm:spPr/>
    </dgm:pt>
    <dgm:pt modelId="{F933EDE1-7DA5-6144-BD02-A8F68AF34162}" type="pres">
      <dgm:prSet presAssocID="{2FBF01D1-4831-9A41-AF6F-AE39171F5E18}" presName="vert1" presStyleCnt="0"/>
      <dgm:spPr/>
    </dgm:pt>
    <dgm:pt modelId="{DF444066-68C9-0541-8555-E69CD9D2D6A8}" type="pres">
      <dgm:prSet presAssocID="{B8302F78-295B-8145-A4C1-B79D7AE75C34}" presName="vertSpace2a" presStyleCnt="0"/>
      <dgm:spPr/>
    </dgm:pt>
    <dgm:pt modelId="{366E47BD-D130-0641-89C6-6C11C2738988}" type="pres">
      <dgm:prSet presAssocID="{B8302F78-295B-8145-A4C1-B79D7AE75C34}" presName="horz2" presStyleCnt="0"/>
      <dgm:spPr/>
    </dgm:pt>
    <dgm:pt modelId="{F7D711C8-EEE1-844A-A296-4687ED6728F7}" type="pres">
      <dgm:prSet presAssocID="{B8302F78-295B-8145-A4C1-B79D7AE75C34}" presName="horzSpace2" presStyleCnt="0"/>
      <dgm:spPr/>
    </dgm:pt>
    <dgm:pt modelId="{172D6AEC-AB3A-674F-BB38-6BBDF0A702DA}" type="pres">
      <dgm:prSet presAssocID="{B8302F78-295B-8145-A4C1-B79D7AE75C34}" presName="tx2" presStyleLbl="revTx" presStyleIdx="1" presStyleCnt="3" custScaleX="70589"/>
      <dgm:spPr/>
    </dgm:pt>
    <dgm:pt modelId="{8FAD86A6-90B3-2748-9326-F446F769A8F7}" type="pres">
      <dgm:prSet presAssocID="{B8302F78-295B-8145-A4C1-B79D7AE75C34}" presName="vert2" presStyleCnt="0"/>
      <dgm:spPr/>
    </dgm:pt>
    <dgm:pt modelId="{0C33D2E4-2F4C-5C46-A138-28EBDD8F2A07}" type="pres">
      <dgm:prSet presAssocID="{336C8A72-CB99-2C47-9351-6F4026F6FB75}" presName="horz3" presStyleCnt="0"/>
      <dgm:spPr/>
    </dgm:pt>
    <dgm:pt modelId="{44269196-0079-DC46-8616-AAA8AF1CAE44}" type="pres">
      <dgm:prSet presAssocID="{336C8A72-CB99-2C47-9351-6F4026F6FB75}" presName="horzSpace3" presStyleCnt="0"/>
      <dgm:spPr/>
    </dgm:pt>
    <dgm:pt modelId="{0E11E265-2FF7-1246-8737-788560811568}" type="pres">
      <dgm:prSet presAssocID="{336C8A72-CB99-2C47-9351-6F4026F6FB75}" presName="tx3" presStyleLbl="revTx" presStyleIdx="2" presStyleCnt="3" custScaleX="259740"/>
      <dgm:spPr/>
    </dgm:pt>
    <dgm:pt modelId="{661139EB-A0F6-A94B-B204-75DBE3CF8741}" type="pres">
      <dgm:prSet presAssocID="{336C8A72-CB99-2C47-9351-6F4026F6FB75}" presName="vert3" presStyleCnt="0"/>
      <dgm:spPr/>
    </dgm:pt>
    <dgm:pt modelId="{29CDF4D1-89DB-B04E-BA73-A10353C10B1D}" type="pres">
      <dgm:prSet presAssocID="{B8302F78-295B-8145-A4C1-B79D7AE75C34}" presName="thinLine2b" presStyleLbl="callout" presStyleIdx="0" presStyleCnt="1"/>
      <dgm:spPr/>
    </dgm:pt>
    <dgm:pt modelId="{09A4ACB4-46BE-CD43-89F5-A5238745D700}" type="pres">
      <dgm:prSet presAssocID="{B8302F78-295B-8145-A4C1-B79D7AE75C34}" presName="vertSpace2b" presStyleCnt="0"/>
      <dgm:spPr/>
    </dgm:pt>
  </dgm:ptLst>
  <dgm:cxnLst>
    <dgm:cxn modelId="{F231B803-9108-A443-9BB3-043DA2EB47ED}" srcId="{2FBF01D1-4831-9A41-AF6F-AE39171F5E18}" destId="{B8302F78-295B-8145-A4C1-B79D7AE75C34}" srcOrd="0" destOrd="0" parTransId="{8420394D-8A56-8A47-AE5C-5C299F0C9698}" sibTransId="{A694A6BE-4D5D-0943-BF72-18744896BCF1}"/>
    <dgm:cxn modelId="{D0388B1B-6E48-E140-A532-18857B218DA5}" type="presOf" srcId="{B8302F78-295B-8145-A4C1-B79D7AE75C34}" destId="{172D6AEC-AB3A-674F-BB38-6BBDF0A702DA}" srcOrd="0" destOrd="0" presId="urn:microsoft.com/office/officeart/2008/layout/LinedList"/>
    <dgm:cxn modelId="{8288E045-041E-3A4A-A794-6348131559B1}" type="presOf" srcId="{2FBF01D1-4831-9A41-AF6F-AE39171F5E18}" destId="{42E71288-058D-7A4C-9FE3-FFE670B0BFE6}" srcOrd="0" destOrd="0" presId="urn:microsoft.com/office/officeart/2008/layout/LinedList"/>
    <dgm:cxn modelId="{CF70DF7F-A73D-B049-B0C8-FBE1E98D267C}" srcId="{8791DA9F-37D6-3B49-8828-F88B3BC9B6E3}" destId="{2FBF01D1-4831-9A41-AF6F-AE39171F5E18}" srcOrd="0" destOrd="0" parTransId="{F4035425-CD46-4C4D-AB1C-E248A3E1A2C1}" sibTransId="{7E6AE8B0-784B-8B49-9609-61A4D625CB0E}"/>
    <dgm:cxn modelId="{94B15180-598B-8043-81FE-BBC490FCDB24}" srcId="{B8302F78-295B-8145-A4C1-B79D7AE75C34}" destId="{336C8A72-CB99-2C47-9351-6F4026F6FB75}" srcOrd="0" destOrd="0" parTransId="{2B8330C6-A633-634F-BDAD-365C7A02E98A}" sibTransId="{42EAF2E8-35AD-C14A-9CB7-79BAFA237B4F}"/>
    <dgm:cxn modelId="{8B1DE68E-A82A-1C4D-B051-EF5423D67BD6}" type="presOf" srcId="{336C8A72-CB99-2C47-9351-6F4026F6FB75}" destId="{0E11E265-2FF7-1246-8737-788560811568}" srcOrd="0" destOrd="0" presId="urn:microsoft.com/office/officeart/2008/layout/LinedList"/>
    <dgm:cxn modelId="{676B5FFF-C04F-754A-A8A9-15C9E0F23095}" type="presOf" srcId="{8791DA9F-37D6-3B49-8828-F88B3BC9B6E3}" destId="{E6F821F7-C9EA-C64D-89F9-FC7D2304961E}" srcOrd="0" destOrd="0" presId="urn:microsoft.com/office/officeart/2008/layout/LinedList"/>
    <dgm:cxn modelId="{B8EF4608-AA8E-C846-A3D0-30A6BED49423}" type="presParOf" srcId="{E6F821F7-C9EA-C64D-89F9-FC7D2304961E}" destId="{17EAF7C2-3E2C-5E47-9894-61523B0BAB67}" srcOrd="0" destOrd="0" presId="urn:microsoft.com/office/officeart/2008/layout/LinedList"/>
    <dgm:cxn modelId="{E477D5FA-D51E-AF44-A390-91D431A73E6F}" type="presParOf" srcId="{E6F821F7-C9EA-C64D-89F9-FC7D2304961E}" destId="{4D7BF2B8-7D36-6544-BDBE-E1749C4D316E}" srcOrd="1" destOrd="0" presId="urn:microsoft.com/office/officeart/2008/layout/LinedList"/>
    <dgm:cxn modelId="{9AEF9F91-F201-6745-BBD9-6B5910278AE3}" type="presParOf" srcId="{4D7BF2B8-7D36-6544-BDBE-E1749C4D316E}" destId="{42E71288-058D-7A4C-9FE3-FFE670B0BFE6}" srcOrd="0" destOrd="0" presId="urn:microsoft.com/office/officeart/2008/layout/LinedList"/>
    <dgm:cxn modelId="{BB27E679-0F7D-6D4A-9E8C-F1FC0379ECFA}" type="presParOf" srcId="{4D7BF2B8-7D36-6544-BDBE-E1749C4D316E}" destId="{F933EDE1-7DA5-6144-BD02-A8F68AF34162}" srcOrd="1" destOrd="0" presId="urn:microsoft.com/office/officeart/2008/layout/LinedList"/>
    <dgm:cxn modelId="{B340C276-9710-714C-829C-BD65370DCB78}" type="presParOf" srcId="{F933EDE1-7DA5-6144-BD02-A8F68AF34162}" destId="{DF444066-68C9-0541-8555-E69CD9D2D6A8}" srcOrd="0" destOrd="0" presId="urn:microsoft.com/office/officeart/2008/layout/LinedList"/>
    <dgm:cxn modelId="{F8FE729E-D134-6341-AFEC-5F7AB9D7FA16}" type="presParOf" srcId="{F933EDE1-7DA5-6144-BD02-A8F68AF34162}" destId="{366E47BD-D130-0641-89C6-6C11C2738988}" srcOrd="1" destOrd="0" presId="urn:microsoft.com/office/officeart/2008/layout/LinedList"/>
    <dgm:cxn modelId="{67DE8B4A-ABA3-AA44-BFC5-5F44026D4113}" type="presParOf" srcId="{366E47BD-D130-0641-89C6-6C11C2738988}" destId="{F7D711C8-EEE1-844A-A296-4687ED6728F7}" srcOrd="0" destOrd="0" presId="urn:microsoft.com/office/officeart/2008/layout/LinedList"/>
    <dgm:cxn modelId="{1E8226ED-3A4A-A947-8889-923C86871349}" type="presParOf" srcId="{366E47BD-D130-0641-89C6-6C11C2738988}" destId="{172D6AEC-AB3A-674F-BB38-6BBDF0A702DA}" srcOrd="1" destOrd="0" presId="urn:microsoft.com/office/officeart/2008/layout/LinedList"/>
    <dgm:cxn modelId="{7DB52E7F-C095-9E47-9E44-68502661AC9A}" type="presParOf" srcId="{366E47BD-D130-0641-89C6-6C11C2738988}" destId="{8FAD86A6-90B3-2748-9326-F446F769A8F7}" srcOrd="2" destOrd="0" presId="urn:microsoft.com/office/officeart/2008/layout/LinedList"/>
    <dgm:cxn modelId="{6885D1F1-B258-1943-90BF-524A477E0CFF}" type="presParOf" srcId="{8FAD86A6-90B3-2748-9326-F446F769A8F7}" destId="{0C33D2E4-2F4C-5C46-A138-28EBDD8F2A07}" srcOrd="0" destOrd="0" presId="urn:microsoft.com/office/officeart/2008/layout/LinedList"/>
    <dgm:cxn modelId="{0969BFDB-6C28-954B-B14E-DD1D065EECC5}" type="presParOf" srcId="{0C33D2E4-2F4C-5C46-A138-28EBDD8F2A07}" destId="{44269196-0079-DC46-8616-AAA8AF1CAE44}" srcOrd="0" destOrd="0" presId="urn:microsoft.com/office/officeart/2008/layout/LinedList"/>
    <dgm:cxn modelId="{BCDFEE54-8BC3-D946-89B8-CBF3092F393A}" type="presParOf" srcId="{0C33D2E4-2F4C-5C46-A138-28EBDD8F2A07}" destId="{0E11E265-2FF7-1246-8737-788560811568}" srcOrd="1" destOrd="0" presId="urn:microsoft.com/office/officeart/2008/layout/LinedList"/>
    <dgm:cxn modelId="{AC139AF2-2902-E042-966E-3601C373401E}" type="presParOf" srcId="{0C33D2E4-2F4C-5C46-A138-28EBDD8F2A07}" destId="{661139EB-A0F6-A94B-B204-75DBE3CF8741}" srcOrd="2" destOrd="0" presId="urn:microsoft.com/office/officeart/2008/layout/LinedList"/>
    <dgm:cxn modelId="{ACCE46C3-7C09-B048-A873-F3D1CCA6E58F}" type="presParOf" srcId="{F933EDE1-7DA5-6144-BD02-A8F68AF34162}" destId="{29CDF4D1-89DB-B04E-BA73-A10353C10B1D}" srcOrd="2" destOrd="0" presId="urn:microsoft.com/office/officeart/2008/layout/LinedList"/>
    <dgm:cxn modelId="{8F9E9A2B-3801-FF48-BD6D-523E3CE6978A}" type="presParOf" srcId="{F933EDE1-7DA5-6144-BD02-A8F68AF34162}" destId="{09A4ACB4-46BE-CD43-89F5-A5238745D700}" srcOrd="3" destOrd="0" presId="urn:microsoft.com/office/officeart/2008/layout/Lined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8791DA9F-37D6-3B49-8828-F88B3BC9B6E3}" type="doc">
      <dgm:prSet loTypeId="urn:microsoft.com/office/officeart/2008/layout/LinedList" loCatId="" qsTypeId="urn:microsoft.com/office/officeart/2005/8/quickstyle/simple1" qsCatId="simple" csTypeId="urn:microsoft.com/office/officeart/2005/8/colors/accent1_2" csCatId="accent1" phldr="1"/>
      <dgm:spPr/>
      <dgm:t>
        <a:bodyPr/>
        <a:lstStyle/>
        <a:p>
          <a:endParaRPr kumimoji="1" lang="ja-JP" altLang="en-US"/>
        </a:p>
      </dgm:t>
    </dgm:pt>
    <dgm:pt modelId="{2FBF01D1-4831-9A41-AF6F-AE39171F5E18}">
      <dgm:prSet/>
      <dgm:spPr/>
      <dgm:t>
        <a:bodyPr/>
        <a:lstStyle/>
        <a:p>
          <a:r>
            <a:rPr lang="en-US" altLang="ja-JP" dirty="0"/>
            <a:t>HSI</a:t>
          </a:r>
          <a:r>
            <a:rPr lang="ja-JP" altLang="en-US"/>
            <a:t>総合モデル</a:t>
          </a:r>
          <a:endParaRPr lang="ja-JP"/>
        </a:p>
      </dgm:t>
    </dgm:pt>
    <dgm:pt modelId="{F4035425-CD46-4C4D-AB1C-E248A3E1A2C1}" type="parTrans" cxnId="{CF70DF7F-A73D-B049-B0C8-FBE1E98D267C}">
      <dgm:prSet/>
      <dgm:spPr/>
      <dgm:t>
        <a:bodyPr/>
        <a:lstStyle/>
        <a:p>
          <a:endParaRPr kumimoji="1" lang="ja-JP" altLang="en-US"/>
        </a:p>
      </dgm:t>
    </dgm:pt>
    <dgm:pt modelId="{7E6AE8B0-784B-8B49-9609-61A4D625CB0E}" type="sibTrans" cxnId="{CF70DF7F-A73D-B049-B0C8-FBE1E98D267C}">
      <dgm:prSet/>
      <dgm:spPr/>
      <dgm:t>
        <a:bodyPr/>
        <a:lstStyle/>
        <a:p>
          <a:endParaRPr kumimoji="1" lang="ja-JP" altLang="en-US"/>
        </a:p>
      </dgm:t>
    </dgm:pt>
    <dgm:pt modelId="{B8302F78-295B-8145-A4C1-B79D7AE75C34}">
      <dgm:prSet custT="1"/>
      <dgm:spPr/>
      <dgm:t>
        <a:bodyPr/>
        <a:lstStyle/>
        <a:p>
          <a:r>
            <a:rPr lang="en-US" altLang="ja-JP" sz="2000" b="1" dirty="0"/>
            <a:t>Cohen’s k</a:t>
          </a:r>
          <a:endParaRPr lang="ja-JP" sz="2000" b="1"/>
        </a:p>
      </dgm:t>
    </dgm:pt>
    <dgm:pt modelId="{8420394D-8A56-8A47-AE5C-5C299F0C9698}" type="parTrans" cxnId="{F231B803-9108-A443-9BB3-043DA2EB47ED}">
      <dgm:prSet/>
      <dgm:spPr/>
      <dgm:t>
        <a:bodyPr/>
        <a:lstStyle/>
        <a:p>
          <a:endParaRPr kumimoji="1" lang="ja-JP" altLang="en-US"/>
        </a:p>
      </dgm:t>
    </dgm:pt>
    <dgm:pt modelId="{A694A6BE-4D5D-0943-BF72-18744896BCF1}" type="sibTrans" cxnId="{F231B803-9108-A443-9BB3-043DA2EB47ED}">
      <dgm:prSet/>
      <dgm:spPr/>
      <dgm:t>
        <a:bodyPr/>
        <a:lstStyle/>
        <a:p>
          <a:endParaRPr kumimoji="1" lang="ja-JP" altLang="en-US"/>
        </a:p>
      </dgm:t>
    </dgm:pt>
    <dgm:pt modelId="{336C8A72-CB99-2C47-9351-6F4026F6FB75}">
      <dgm:prSet/>
      <dgm:spPr/>
      <dgm:t>
        <a:bodyPr/>
        <a:lstStyle/>
        <a:p>
          <a:r>
            <a:rPr kumimoji="1" lang="ja-JP" altLang="en-US"/>
            <a:t>・複合スコア</a:t>
          </a:r>
          <a:r>
            <a:rPr kumimoji="1" lang="en-US" altLang="ja-JP" dirty="0"/>
            <a:t>(</a:t>
          </a:r>
          <a:r>
            <a:rPr kumimoji="1" lang="ja-JP" altLang="en-US"/>
            <a:t>行動指数</a:t>
          </a:r>
          <a:r>
            <a:rPr kumimoji="1" lang="en-US" altLang="ja-JP" dirty="0"/>
            <a:t>)</a:t>
          </a:r>
          <a:r>
            <a:rPr kumimoji="1" lang="ja-JP" altLang="en-US"/>
            <a:t>では合意率を評価するのが標準</a:t>
          </a:r>
          <a:endParaRPr kumimoji="1" lang="en-US" altLang="ja-JP" dirty="0"/>
        </a:p>
        <a:p>
          <a:r>
            <a:rPr kumimoji="1" lang="ja-JP" altLang="en-US"/>
            <a:t>・カテゴリ分類＋連続ちスコアの混合系になる</a:t>
          </a:r>
          <a:endParaRPr kumimoji="1" lang="en-US" altLang="ja-JP" dirty="0"/>
        </a:p>
      </dgm:t>
    </dgm:pt>
    <dgm:pt modelId="{2B8330C6-A633-634F-BDAD-365C7A02E98A}" type="parTrans" cxnId="{94B15180-598B-8043-81FE-BBC490FCDB24}">
      <dgm:prSet/>
      <dgm:spPr/>
      <dgm:t>
        <a:bodyPr/>
        <a:lstStyle/>
        <a:p>
          <a:endParaRPr kumimoji="1" lang="ja-JP" altLang="en-US"/>
        </a:p>
      </dgm:t>
    </dgm:pt>
    <dgm:pt modelId="{42EAF2E8-35AD-C14A-9CB7-79BAFA237B4F}" type="sibTrans" cxnId="{94B15180-598B-8043-81FE-BBC490FCDB24}">
      <dgm:prSet/>
      <dgm:spPr/>
      <dgm:t>
        <a:bodyPr/>
        <a:lstStyle/>
        <a:p>
          <a:endParaRPr kumimoji="1" lang="ja-JP" altLang="en-US"/>
        </a:p>
      </dgm:t>
    </dgm:pt>
    <dgm:pt modelId="{E6F821F7-C9EA-C64D-89F9-FC7D2304961E}" type="pres">
      <dgm:prSet presAssocID="{8791DA9F-37D6-3B49-8828-F88B3BC9B6E3}" presName="vert0" presStyleCnt="0">
        <dgm:presLayoutVars>
          <dgm:dir/>
          <dgm:animOne val="branch"/>
          <dgm:animLvl val="lvl"/>
        </dgm:presLayoutVars>
      </dgm:prSet>
      <dgm:spPr/>
    </dgm:pt>
    <dgm:pt modelId="{17EAF7C2-3E2C-5E47-9894-61523B0BAB67}" type="pres">
      <dgm:prSet presAssocID="{2FBF01D1-4831-9A41-AF6F-AE39171F5E18}" presName="thickLine" presStyleLbl="alignNode1" presStyleIdx="0" presStyleCnt="1"/>
      <dgm:spPr/>
    </dgm:pt>
    <dgm:pt modelId="{4D7BF2B8-7D36-6544-BDBE-E1749C4D316E}" type="pres">
      <dgm:prSet presAssocID="{2FBF01D1-4831-9A41-AF6F-AE39171F5E18}" presName="horz1" presStyleCnt="0"/>
      <dgm:spPr/>
    </dgm:pt>
    <dgm:pt modelId="{42E71288-058D-7A4C-9FE3-FFE670B0BFE6}" type="pres">
      <dgm:prSet presAssocID="{2FBF01D1-4831-9A41-AF6F-AE39171F5E18}" presName="tx1" presStyleLbl="revTx" presStyleIdx="0" presStyleCnt="3"/>
      <dgm:spPr/>
    </dgm:pt>
    <dgm:pt modelId="{F933EDE1-7DA5-6144-BD02-A8F68AF34162}" type="pres">
      <dgm:prSet presAssocID="{2FBF01D1-4831-9A41-AF6F-AE39171F5E18}" presName="vert1" presStyleCnt="0"/>
      <dgm:spPr/>
    </dgm:pt>
    <dgm:pt modelId="{DF444066-68C9-0541-8555-E69CD9D2D6A8}" type="pres">
      <dgm:prSet presAssocID="{B8302F78-295B-8145-A4C1-B79D7AE75C34}" presName="vertSpace2a" presStyleCnt="0"/>
      <dgm:spPr/>
    </dgm:pt>
    <dgm:pt modelId="{366E47BD-D130-0641-89C6-6C11C2738988}" type="pres">
      <dgm:prSet presAssocID="{B8302F78-295B-8145-A4C1-B79D7AE75C34}" presName="horz2" presStyleCnt="0"/>
      <dgm:spPr/>
    </dgm:pt>
    <dgm:pt modelId="{F7D711C8-EEE1-844A-A296-4687ED6728F7}" type="pres">
      <dgm:prSet presAssocID="{B8302F78-295B-8145-A4C1-B79D7AE75C34}" presName="horzSpace2" presStyleCnt="0"/>
      <dgm:spPr/>
    </dgm:pt>
    <dgm:pt modelId="{172D6AEC-AB3A-674F-BB38-6BBDF0A702DA}" type="pres">
      <dgm:prSet presAssocID="{B8302F78-295B-8145-A4C1-B79D7AE75C34}" presName="tx2" presStyleLbl="revTx" presStyleIdx="1" presStyleCnt="3" custScaleX="70589"/>
      <dgm:spPr/>
    </dgm:pt>
    <dgm:pt modelId="{8FAD86A6-90B3-2748-9326-F446F769A8F7}" type="pres">
      <dgm:prSet presAssocID="{B8302F78-295B-8145-A4C1-B79D7AE75C34}" presName="vert2" presStyleCnt="0"/>
      <dgm:spPr/>
    </dgm:pt>
    <dgm:pt modelId="{0C33D2E4-2F4C-5C46-A138-28EBDD8F2A07}" type="pres">
      <dgm:prSet presAssocID="{336C8A72-CB99-2C47-9351-6F4026F6FB75}" presName="horz3" presStyleCnt="0"/>
      <dgm:spPr/>
    </dgm:pt>
    <dgm:pt modelId="{44269196-0079-DC46-8616-AAA8AF1CAE44}" type="pres">
      <dgm:prSet presAssocID="{336C8A72-CB99-2C47-9351-6F4026F6FB75}" presName="horzSpace3" presStyleCnt="0"/>
      <dgm:spPr/>
    </dgm:pt>
    <dgm:pt modelId="{0E11E265-2FF7-1246-8737-788560811568}" type="pres">
      <dgm:prSet presAssocID="{336C8A72-CB99-2C47-9351-6F4026F6FB75}" presName="tx3" presStyleLbl="revTx" presStyleIdx="2" presStyleCnt="3" custScaleX="259740"/>
      <dgm:spPr/>
    </dgm:pt>
    <dgm:pt modelId="{661139EB-A0F6-A94B-B204-75DBE3CF8741}" type="pres">
      <dgm:prSet presAssocID="{336C8A72-CB99-2C47-9351-6F4026F6FB75}" presName="vert3" presStyleCnt="0"/>
      <dgm:spPr/>
    </dgm:pt>
    <dgm:pt modelId="{29CDF4D1-89DB-B04E-BA73-A10353C10B1D}" type="pres">
      <dgm:prSet presAssocID="{B8302F78-295B-8145-A4C1-B79D7AE75C34}" presName="thinLine2b" presStyleLbl="callout" presStyleIdx="0" presStyleCnt="1"/>
      <dgm:spPr/>
    </dgm:pt>
    <dgm:pt modelId="{09A4ACB4-46BE-CD43-89F5-A5238745D700}" type="pres">
      <dgm:prSet presAssocID="{B8302F78-295B-8145-A4C1-B79D7AE75C34}" presName="vertSpace2b" presStyleCnt="0"/>
      <dgm:spPr/>
    </dgm:pt>
  </dgm:ptLst>
  <dgm:cxnLst>
    <dgm:cxn modelId="{F231B803-9108-A443-9BB3-043DA2EB47ED}" srcId="{2FBF01D1-4831-9A41-AF6F-AE39171F5E18}" destId="{B8302F78-295B-8145-A4C1-B79D7AE75C34}" srcOrd="0" destOrd="0" parTransId="{8420394D-8A56-8A47-AE5C-5C299F0C9698}" sibTransId="{A694A6BE-4D5D-0943-BF72-18744896BCF1}"/>
    <dgm:cxn modelId="{D0388B1B-6E48-E140-A532-18857B218DA5}" type="presOf" srcId="{B8302F78-295B-8145-A4C1-B79D7AE75C34}" destId="{172D6AEC-AB3A-674F-BB38-6BBDF0A702DA}" srcOrd="0" destOrd="0" presId="urn:microsoft.com/office/officeart/2008/layout/LinedList"/>
    <dgm:cxn modelId="{8288E045-041E-3A4A-A794-6348131559B1}" type="presOf" srcId="{2FBF01D1-4831-9A41-AF6F-AE39171F5E18}" destId="{42E71288-058D-7A4C-9FE3-FFE670B0BFE6}" srcOrd="0" destOrd="0" presId="urn:microsoft.com/office/officeart/2008/layout/LinedList"/>
    <dgm:cxn modelId="{CF70DF7F-A73D-B049-B0C8-FBE1E98D267C}" srcId="{8791DA9F-37D6-3B49-8828-F88B3BC9B6E3}" destId="{2FBF01D1-4831-9A41-AF6F-AE39171F5E18}" srcOrd="0" destOrd="0" parTransId="{F4035425-CD46-4C4D-AB1C-E248A3E1A2C1}" sibTransId="{7E6AE8B0-784B-8B49-9609-61A4D625CB0E}"/>
    <dgm:cxn modelId="{94B15180-598B-8043-81FE-BBC490FCDB24}" srcId="{B8302F78-295B-8145-A4C1-B79D7AE75C34}" destId="{336C8A72-CB99-2C47-9351-6F4026F6FB75}" srcOrd="0" destOrd="0" parTransId="{2B8330C6-A633-634F-BDAD-365C7A02E98A}" sibTransId="{42EAF2E8-35AD-C14A-9CB7-79BAFA237B4F}"/>
    <dgm:cxn modelId="{8B1DE68E-A82A-1C4D-B051-EF5423D67BD6}" type="presOf" srcId="{336C8A72-CB99-2C47-9351-6F4026F6FB75}" destId="{0E11E265-2FF7-1246-8737-788560811568}" srcOrd="0" destOrd="0" presId="urn:microsoft.com/office/officeart/2008/layout/LinedList"/>
    <dgm:cxn modelId="{676B5FFF-C04F-754A-A8A9-15C9E0F23095}" type="presOf" srcId="{8791DA9F-37D6-3B49-8828-F88B3BC9B6E3}" destId="{E6F821F7-C9EA-C64D-89F9-FC7D2304961E}" srcOrd="0" destOrd="0" presId="urn:microsoft.com/office/officeart/2008/layout/LinedList"/>
    <dgm:cxn modelId="{B8EF4608-AA8E-C846-A3D0-30A6BED49423}" type="presParOf" srcId="{E6F821F7-C9EA-C64D-89F9-FC7D2304961E}" destId="{17EAF7C2-3E2C-5E47-9894-61523B0BAB67}" srcOrd="0" destOrd="0" presId="urn:microsoft.com/office/officeart/2008/layout/LinedList"/>
    <dgm:cxn modelId="{E477D5FA-D51E-AF44-A390-91D431A73E6F}" type="presParOf" srcId="{E6F821F7-C9EA-C64D-89F9-FC7D2304961E}" destId="{4D7BF2B8-7D36-6544-BDBE-E1749C4D316E}" srcOrd="1" destOrd="0" presId="urn:microsoft.com/office/officeart/2008/layout/LinedList"/>
    <dgm:cxn modelId="{9AEF9F91-F201-6745-BBD9-6B5910278AE3}" type="presParOf" srcId="{4D7BF2B8-7D36-6544-BDBE-E1749C4D316E}" destId="{42E71288-058D-7A4C-9FE3-FFE670B0BFE6}" srcOrd="0" destOrd="0" presId="urn:microsoft.com/office/officeart/2008/layout/LinedList"/>
    <dgm:cxn modelId="{BB27E679-0F7D-6D4A-9E8C-F1FC0379ECFA}" type="presParOf" srcId="{4D7BF2B8-7D36-6544-BDBE-E1749C4D316E}" destId="{F933EDE1-7DA5-6144-BD02-A8F68AF34162}" srcOrd="1" destOrd="0" presId="urn:microsoft.com/office/officeart/2008/layout/LinedList"/>
    <dgm:cxn modelId="{B340C276-9710-714C-829C-BD65370DCB78}" type="presParOf" srcId="{F933EDE1-7DA5-6144-BD02-A8F68AF34162}" destId="{DF444066-68C9-0541-8555-E69CD9D2D6A8}" srcOrd="0" destOrd="0" presId="urn:microsoft.com/office/officeart/2008/layout/LinedList"/>
    <dgm:cxn modelId="{F8FE729E-D134-6341-AFEC-5F7AB9D7FA16}" type="presParOf" srcId="{F933EDE1-7DA5-6144-BD02-A8F68AF34162}" destId="{366E47BD-D130-0641-89C6-6C11C2738988}" srcOrd="1" destOrd="0" presId="urn:microsoft.com/office/officeart/2008/layout/LinedList"/>
    <dgm:cxn modelId="{67DE8B4A-ABA3-AA44-BFC5-5F44026D4113}" type="presParOf" srcId="{366E47BD-D130-0641-89C6-6C11C2738988}" destId="{F7D711C8-EEE1-844A-A296-4687ED6728F7}" srcOrd="0" destOrd="0" presId="urn:microsoft.com/office/officeart/2008/layout/LinedList"/>
    <dgm:cxn modelId="{1E8226ED-3A4A-A947-8889-923C86871349}" type="presParOf" srcId="{366E47BD-D130-0641-89C6-6C11C2738988}" destId="{172D6AEC-AB3A-674F-BB38-6BBDF0A702DA}" srcOrd="1" destOrd="0" presId="urn:microsoft.com/office/officeart/2008/layout/LinedList"/>
    <dgm:cxn modelId="{7DB52E7F-C095-9E47-9E44-68502661AC9A}" type="presParOf" srcId="{366E47BD-D130-0641-89C6-6C11C2738988}" destId="{8FAD86A6-90B3-2748-9326-F446F769A8F7}" srcOrd="2" destOrd="0" presId="urn:microsoft.com/office/officeart/2008/layout/LinedList"/>
    <dgm:cxn modelId="{6885D1F1-B258-1943-90BF-524A477E0CFF}" type="presParOf" srcId="{8FAD86A6-90B3-2748-9326-F446F769A8F7}" destId="{0C33D2E4-2F4C-5C46-A138-28EBDD8F2A07}" srcOrd="0" destOrd="0" presId="urn:microsoft.com/office/officeart/2008/layout/LinedList"/>
    <dgm:cxn modelId="{0969BFDB-6C28-954B-B14E-DD1D065EECC5}" type="presParOf" srcId="{0C33D2E4-2F4C-5C46-A138-28EBDD8F2A07}" destId="{44269196-0079-DC46-8616-AAA8AF1CAE44}" srcOrd="0" destOrd="0" presId="urn:microsoft.com/office/officeart/2008/layout/LinedList"/>
    <dgm:cxn modelId="{BCDFEE54-8BC3-D946-89B8-CBF3092F393A}" type="presParOf" srcId="{0C33D2E4-2F4C-5C46-A138-28EBDD8F2A07}" destId="{0E11E265-2FF7-1246-8737-788560811568}" srcOrd="1" destOrd="0" presId="urn:microsoft.com/office/officeart/2008/layout/LinedList"/>
    <dgm:cxn modelId="{AC139AF2-2902-E042-966E-3601C373401E}" type="presParOf" srcId="{0C33D2E4-2F4C-5C46-A138-28EBDD8F2A07}" destId="{661139EB-A0F6-A94B-B204-75DBE3CF8741}" srcOrd="2" destOrd="0" presId="urn:microsoft.com/office/officeart/2008/layout/LinedList"/>
    <dgm:cxn modelId="{ACCE46C3-7C09-B048-A873-F3D1CCA6E58F}" type="presParOf" srcId="{F933EDE1-7DA5-6144-BD02-A8F68AF34162}" destId="{29CDF4D1-89DB-B04E-BA73-A10353C10B1D}" srcOrd="2" destOrd="0" presId="urn:microsoft.com/office/officeart/2008/layout/LinedList"/>
    <dgm:cxn modelId="{8F9E9A2B-3801-FF48-BD6D-523E3CE6978A}" type="presParOf" srcId="{F933EDE1-7DA5-6144-BD02-A8F68AF34162}" destId="{09A4ACB4-46BE-CD43-89F5-A5238745D700}" srcOrd="3" destOrd="0" presId="urn:microsoft.com/office/officeart/2008/layout/LinedList"/>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8791DA9F-37D6-3B49-8828-F88B3BC9B6E3}" type="doc">
      <dgm:prSet loTypeId="urn:microsoft.com/office/officeart/2008/layout/LinedList" loCatId="" qsTypeId="urn:microsoft.com/office/officeart/2005/8/quickstyle/simple1" qsCatId="simple" csTypeId="urn:microsoft.com/office/officeart/2005/8/colors/accent1_2" csCatId="accent1" phldr="1"/>
      <dgm:spPr/>
      <dgm:t>
        <a:bodyPr/>
        <a:lstStyle/>
        <a:p>
          <a:endParaRPr kumimoji="1" lang="ja-JP" altLang="en-US"/>
        </a:p>
      </dgm:t>
    </dgm:pt>
    <dgm:pt modelId="{2FBF01D1-4831-9A41-AF6F-AE39171F5E18}">
      <dgm:prSet custT="1"/>
      <dgm:spPr/>
      <dgm:t>
        <a:bodyPr/>
        <a:lstStyle/>
        <a:p>
          <a:r>
            <a:rPr lang="ja-JP" altLang="en-US" sz="1600"/>
            <a:t>言語攻撃性推定</a:t>
          </a:r>
        </a:p>
      </dgm:t>
    </dgm:pt>
    <dgm:pt modelId="{F4035425-CD46-4C4D-AB1C-E248A3E1A2C1}" type="parTrans" cxnId="{CF70DF7F-A73D-B049-B0C8-FBE1E98D267C}">
      <dgm:prSet/>
      <dgm:spPr/>
      <dgm:t>
        <a:bodyPr/>
        <a:lstStyle/>
        <a:p>
          <a:endParaRPr kumimoji="1" lang="ja-JP" altLang="en-US"/>
        </a:p>
      </dgm:t>
    </dgm:pt>
    <dgm:pt modelId="{7E6AE8B0-784B-8B49-9609-61A4D625CB0E}" type="sibTrans" cxnId="{CF70DF7F-A73D-B049-B0C8-FBE1E98D267C}">
      <dgm:prSet/>
      <dgm:spPr/>
      <dgm:t>
        <a:bodyPr/>
        <a:lstStyle/>
        <a:p>
          <a:endParaRPr kumimoji="1" lang="ja-JP" altLang="en-US"/>
        </a:p>
      </dgm:t>
    </dgm:pt>
    <dgm:pt modelId="{B8302F78-295B-8145-A4C1-B79D7AE75C34}">
      <dgm:prSet custT="1"/>
      <dgm:spPr/>
      <dgm:t>
        <a:bodyPr/>
        <a:lstStyle/>
        <a:p>
          <a:r>
            <a:rPr lang="en-US" altLang="ja-JP" sz="2000" b="1" dirty="0"/>
            <a:t>F1-score</a:t>
          </a:r>
          <a:endParaRPr lang="ja-JP" sz="2000" b="1"/>
        </a:p>
      </dgm:t>
    </dgm:pt>
    <dgm:pt modelId="{8420394D-8A56-8A47-AE5C-5C299F0C9698}" type="parTrans" cxnId="{F231B803-9108-A443-9BB3-043DA2EB47ED}">
      <dgm:prSet/>
      <dgm:spPr/>
      <dgm:t>
        <a:bodyPr/>
        <a:lstStyle/>
        <a:p>
          <a:endParaRPr kumimoji="1" lang="ja-JP" altLang="en-US"/>
        </a:p>
      </dgm:t>
    </dgm:pt>
    <dgm:pt modelId="{A694A6BE-4D5D-0943-BF72-18744896BCF1}" type="sibTrans" cxnId="{F231B803-9108-A443-9BB3-043DA2EB47ED}">
      <dgm:prSet/>
      <dgm:spPr/>
      <dgm:t>
        <a:bodyPr/>
        <a:lstStyle/>
        <a:p>
          <a:endParaRPr kumimoji="1" lang="ja-JP" altLang="en-US"/>
        </a:p>
      </dgm:t>
    </dgm:pt>
    <dgm:pt modelId="{336C8A72-CB99-2C47-9351-6F4026F6FB75}">
      <dgm:prSet/>
      <dgm:spPr/>
      <dgm:t>
        <a:bodyPr/>
        <a:lstStyle/>
        <a:p>
          <a:r>
            <a:rPr kumimoji="1" lang="ja-JP" altLang="en-US"/>
            <a:t>・「攻撃発言を見逃さない」「誤検知防止」の両立が必須</a:t>
          </a:r>
          <a:endParaRPr kumimoji="1" lang="en-US" altLang="ja-JP" dirty="0"/>
        </a:p>
        <a:p>
          <a:r>
            <a:rPr kumimoji="1" lang="ja-JP" altLang="en-US"/>
            <a:t>・　会話のほんの一部がハラスメント発言のため</a:t>
          </a:r>
          <a:r>
            <a:rPr kumimoji="1" lang="en-US" altLang="ja-JP" dirty="0"/>
            <a:t>Accuracy</a:t>
          </a:r>
          <a:r>
            <a:rPr kumimoji="1" lang="ja-JP" altLang="en-US"/>
            <a:t>は不適切で意味がない</a:t>
          </a:r>
          <a:endParaRPr kumimoji="1" lang="en-US" altLang="ja-JP" dirty="0"/>
        </a:p>
      </dgm:t>
    </dgm:pt>
    <dgm:pt modelId="{2B8330C6-A633-634F-BDAD-365C7A02E98A}" type="parTrans" cxnId="{94B15180-598B-8043-81FE-BBC490FCDB24}">
      <dgm:prSet/>
      <dgm:spPr/>
      <dgm:t>
        <a:bodyPr/>
        <a:lstStyle/>
        <a:p>
          <a:endParaRPr kumimoji="1" lang="ja-JP" altLang="en-US"/>
        </a:p>
      </dgm:t>
    </dgm:pt>
    <dgm:pt modelId="{42EAF2E8-35AD-C14A-9CB7-79BAFA237B4F}" type="sibTrans" cxnId="{94B15180-598B-8043-81FE-BBC490FCDB24}">
      <dgm:prSet/>
      <dgm:spPr/>
      <dgm:t>
        <a:bodyPr/>
        <a:lstStyle/>
        <a:p>
          <a:endParaRPr kumimoji="1" lang="ja-JP" altLang="en-US"/>
        </a:p>
      </dgm:t>
    </dgm:pt>
    <dgm:pt modelId="{E6F821F7-C9EA-C64D-89F9-FC7D2304961E}" type="pres">
      <dgm:prSet presAssocID="{8791DA9F-37D6-3B49-8828-F88B3BC9B6E3}" presName="vert0" presStyleCnt="0">
        <dgm:presLayoutVars>
          <dgm:dir/>
          <dgm:animOne val="branch"/>
          <dgm:animLvl val="lvl"/>
        </dgm:presLayoutVars>
      </dgm:prSet>
      <dgm:spPr/>
    </dgm:pt>
    <dgm:pt modelId="{17EAF7C2-3E2C-5E47-9894-61523B0BAB67}" type="pres">
      <dgm:prSet presAssocID="{2FBF01D1-4831-9A41-AF6F-AE39171F5E18}" presName="thickLine" presStyleLbl="alignNode1" presStyleIdx="0" presStyleCnt="1"/>
      <dgm:spPr/>
    </dgm:pt>
    <dgm:pt modelId="{4D7BF2B8-7D36-6544-BDBE-E1749C4D316E}" type="pres">
      <dgm:prSet presAssocID="{2FBF01D1-4831-9A41-AF6F-AE39171F5E18}" presName="horz1" presStyleCnt="0"/>
      <dgm:spPr/>
    </dgm:pt>
    <dgm:pt modelId="{42E71288-058D-7A4C-9FE3-FFE670B0BFE6}" type="pres">
      <dgm:prSet presAssocID="{2FBF01D1-4831-9A41-AF6F-AE39171F5E18}" presName="tx1" presStyleLbl="revTx" presStyleIdx="0" presStyleCnt="3"/>
      <dgm:spPr/>
    </dgm:pt>
    <dgm:pt modelId="{F933EDE1-7DA5-6144-BD02-A8F68AF34162}" type="pres">
      <dgm:prSet presAssocID="{2FBF01D1-4831-9A41-AF6F-AE39171F5E18}" presName="vert1" presStyleCnt="0"/>
      <dgm:spPr/>
    </dgm:pt>
    <dgm:pt modelId="{DF444066-68C9-0541-8555-E69CD9D2D6A8}" type="pres">
      <dgm:prSet presAssocID="{B8302F78-295B-8145-A4C1-B79D7AE75C34}" presName="vertSpace2a" presStyleCnt="0"/>
      <dgm:spPr/>
    </dgm:pt>
    <dgm:pt modelId="{366E47BD-D130-0641-89C6-6C11C2738988}" type="pres">
      <dgm:prSet presAssocID="{B8302F78-295B-8145-A4C1-B79D7AE75C34}" presName="horz2" presStyleCnt="0"/>
      <dgm:spPr/>
    </dgm:pt>
    <dgm:pt modelId="{F7D711C8-EEE1-844A-A296-4687ED6728F7}" type="pres">
      <dgm:prSet presAssocID="{B8302F78-295B-8145-A4C1-B79D7AE75C34}" presName="horzSpace2" presStyleCnt="0"/>
      <dgm:spPr/>
    </dgm:pt>
    <dgm:pt modelId="{172D6AEC-AB3A-674F-BB38-6BBDF0A702DA}" type="pres">
      <dgm:prSet presAssocID="{B8302F78-295B-8145-A4C1-B79D7AE75C34}" presName="tx2" presStyleLbl="revTx" presStyleIdx="1" presStyleCnt="3" custScaleX="70589"/>
      <dgm:spPr/>
    </dgm:pt>
    <dgm:pt modelId="{8FAD86A6-90B3-2748-9326-F446F769A8F7}" type="pres">
      <dgm:prSet presAssocID="{B8302F78-295B-8145-A4C1-B79D7AE75C34}" presName="vert2" presStyleCnt="0"/>
      <dgm:spPr/>
    </dgm:pt>
    <dgm:pt modelId="{0C33D2E4-2F4C-5C46-A138-28EBDD8F2A07}" type="pres">
      <dgm:prSet presAssocID="{336C8A72-CB99-2C47-9351-6F4026F6FB75}" presName="horz3" presStyleCnt="0"/>
      <dgm:spPr/>
    </dgm:pt>
    <dgm:pt modelId="{44269196-0079-DC46-8616-AAA8AF1CAE44}" type="pres">
      <dgm:prSet presAssocID="{336C8A72-CB99-2C47-9351-6F4026F6FB75}" presName="horzSpace3" presStyleCnt="0"/>
      <dgm:spPr/>
    </dgm:pt>
    <dgm:pt modelId="{0E11E265-2FF7-1246-8737-788560811568}" type="pres">
      <dgm:prSet presAssocID="{336C8A72-CB99-2C47-9351-6F4026F6FB75}" presName="tx3" presStyleLbl="revTx" presStyleIdx="2" presStyleCnt="3" custScaleX="259740"/>
      <dgm:spPr/>
    </dgm:pt>
    <dgm:pt modelId="{661139EB-A0F6-A94B-B204-75DBE3CF8741}" type="pres">
      <dgm:prSet presAssocID="{336C8A72-CB99-2C47-9351-6F4026F6FB75}" presName="vert3" presStyleCnt="0"/>
      <dgm:spPr/>
    </dgm:pt>
    <dgm:pt modelId="{29CDF4D1-89DB-B04E-BA73-A10353C10B1D}" type="pres">
      <dgm:prSet presAssocID="{B8302F78-295B-8145-A4C1-B79D7AE75C34}" presName="thinLine2b" presStyleLbl="callout" presStyleIdx="0" presStyleCnt="1"/>
      <dgm:spPr/>
    </dgm:pt>
    <dgm:pt modelId="{09A4ACB4-46BE-CD43-89F5-A5238745D700}" type="pres">
      <dgm:prSet presAssocID="{B8302F78-295B-8145-A4C1-B79D7AE75C34}" presName="vertSpace2b" presStyleCnt="0"/>
      <dgm:spPr/>
    </dgm:pt>
  </dgm:ptLst>
  <dgm:cxnLst>
    <dgm:cxn modelId="{F231B803-9108-A443-9BB3-043DA2EB47ED}" srcId="{2FBF01D1-4831-9A41-AF6F-AE39171F5E18}" destId="{B8302F78-295B-8145-A4C1-B79D7AE75C34}" srcOrd="0" destOrd="0" parTransId="{8420394D-8A56-8A47-AE5C-5C299F0C9698}" sibTransId="{A694A6BE-4D5D-0943-BF72-18744896BCF1}"/>
    <dgm:cxn modelId="{D0388B1B-6E48-E140-A532-18857B218DA5}" type="presOf" srcId="{B8302F78-295B-8145-A4C1-B79D7AE75C34}" destId="{172D6AEC-AB3A-674F-BB38-6BBDF0A702DA}" srcOrd="0" destOrd="0" presId="urn:microsoft.com/office/officeart/2008/layout/LinedList"/>
    <dgm:cxn modelId="{8288E045-041E-3A4A-A794-6348131559B1}" type="presOf" srcId="{2FBF01D1-4831-9A41-AF6F-AE39171F5E18}" destId="{42E71288-058D-7A4C-9FE3-FFE670B0BFE6}" srcOrd="0" destOrd="0" presId="urn:microsoft.com/office/officeart/2008/layout/LinedList"/>
    <dgm:cxn modelId="{CF70DF7F-A73D-B049-B0C8-FBE1E98D267C}" srcId="{8791DA9F-37D6-3B49-8828-F88B3BC9B6E3}" destId="{2FBF01D1-4831-9A41-AF6F-AE39171F5E18}" srcOrd="0" destOrd="0" parTransId="{F4035425-CD46-4C4D-AB1C-E248A3E1A2C1}" sibTransId="{7E6AE8B0-784B-8B49-9609-61A4D625CB0E}"/>
    <dgm:cxn modelId="{94B15180-598B-8043-81FE-BBC490FCDB24}" srcId="{B8302F78-295B-8145-A4C1-B79D7AE75C34}" destId="{336C8A72-CB99-2C47-9351-6F4026F6FB75}" srcOrd="0" destOrd="0" parTransId="{2B8330C6-A633-634F-BDAD-365C7A02E98A}" sibTransId="{42EAF2E8-35AD-C14A-9CB7-79BAFA237B4F}"/>
    <dgm:cxn modelId="{8B1DE68E-A82A-1C4D-B051-EF5423D67BD6}" type="presOf" srcId="{336C8A72-CB99-2C47-9351-6F4026F6FB75}" destId="{0E11E265-2FF7-1246-8737-788560811568}" srcOrd="0" destOrd="0" presId="urn:microsoft.com/office/officeart/2008/layout/LinedList"/>
    <dgm:cxn modelId="{676B5FFF-C04F-754A-A8A9-15C9E0F23095}" type="presOf" srcId="{8791DA9F-37D6-3B49-8828-F88B3BC9B6E3}" destId="{E6F821F7-C9EA-C64D-89F9-FC7D2304961E}" srcOrd="0" destOrd="0" presId="urn:microsoft.com/office/officeart/2008/layout/LinedList"/>
    <dgm:cxn modelId="{B8EF4608-AA8E-C846-A3D0-30A6BED49423}" type="presParOf" srcId="{E6F821F7-C9EA-C64D-89F9-FC7D2304961E}" destId="{17EAF7C2-3E2C-5E47-9894-61523B0BAB67}" srcOrd="0" destOrd="0" presId="urn:microsoft.com/office/officeart/2008/layout/LinedList"/>
    <dgm:cxn modelId="{E477D5FA-D51E-AF44-A390-91D431A73E6F}" type="presParOf" srcId="{E6F821F7-C9EA-C64D-89F9-FC7D2304961E}" destId="{4D7BF2B8-7D36-6544-BDBE-E1749C4D316E}" srcOrd="1" destOrd="0" presId="urn:microsoft.com/office/officeart/2008/layout/LinedList"/>
    <dgm:cxn modelId="{9AEF9F91-F201-6745-BBD9-6B5910278AE3}" type="presParOf" srcId="{4D7BF2B8-7D36-6544-BDBE-E1749C4D316E}" destId="{42E71288-058D-7A4C-9FE3-FFE670B0BFE6}" srcOrd="0" destOrd="0" presId="urn:microsoft.com/office/officeart/2008/layout/LinedList"/>
    <dgm:cxn modelId="{BB27E679-0F7D-6D4A-9E8C-F1FC0379ECFA}" type="presParOf" srcId="{4D7BF2B8-7D36-6544-BDBE-E1749C4D316E}" destId="{F933EDE1-7DA5-6144-BD02-A8F68AF34162}" srcOrd="1" destOrd="0" presId="urn:microsoft.com/office/officeart/2008/layout/LinedList"/>
    <dgm:cxn modelId="{B340C276-9710-714C-829C-BD65370DCB78}" type="presParOf" srcId="{F933EDE1-7DA5-6144-BD02-A8F68AF34162}" destId="{DF444066-68C9-0541-8555-E69CD9D2D6A8}" srcOrd="0" destOrd="0" presId="urn:microsoft.com/office/officeart/2008/layout/LinedList"/>
    <dgm:cxn modelId="{F8FE729E-D134-6341-AFEC-5F7AB9D7FA16}" type="presParOf" srcId="{F933EDE1-7DA5-6144-BD02-A8F68AF34162}" destId="{366E47BD-D130-0641-89C6-6C11C2738988}" srcOrd="1" destOrd="0" presId="urn:microsoft.com/office/officeart/2008/layout/LinedList"/>
    <dgm:cxn modelId="{67DE8B4A-ABA3-AA44-BFC5-5F44026D4113}" type="presParOf" srcId="{366E47BD-D130-0641-89C6-6C11C2738988}" destId="{F7D711C8-EEE1-844A-A296-4687ED6728F7}" srcOrd="0" destOrd="0" presId="urn:microsoft.com/office/officeart/2008/layout/LinedList"/>
    <dgm:cxn modelId="{1E8226ED-3A4A-A947-8889-923C86871349}" type="presParOf" srcId="{366E47BD-D130-0641-89C6-6C11C2738988}" destId="{172D6AEC-AB3A-674F-BB38-6BBDF0A702DA}" srcOrd="1" destOrd="0" presId="urn:microsoft.com/office/officeart/2008/layout/LinedList"/>
    <dgm:cxn modelId="{7DB52E7F-C095-9E47-9E44-68502661AC9A}" type="presParOf" srcId="{366E47BD-D130-0641-89C6-6C11C2738988}" destId="{8FAD86A6-90B3-2748-9326-F446F769A8F7}" srcOrd="2" destOrd="0" presId="urn:microsoft.com/office/officeart/2008/layout/LinedList"/>
    <dgm:cxn modelId="{6885D1F1-B258-1943-90BF-524A477E0CFF}" type="presParOf" srcId="{8FAD86A6-90B3-2748-9326-F446F769A8F7}" destId="{0C33D2E4-2F4C-5C46-A138-28EBDD8F2A07}" srcOrd="0" destOrd="0" presId="urn:microsoft.com/office/officeart/2008/layout/LinedList"/>
    <dgm:cxn modelId="{0969BFDB-6C28-954B-B14E-DD1D065EECC5}" type="presParOf" srcId="{0C33D2E4-2F4C-5C46-A138-28EBDD8F2A07}" destId="{44269196-0079-DC46-8616-AAA8AF1CAE44}" srcOrd="0" destOrd="0" presId="urn:microsoft.com/office/officeart/2008/layout/LinedList"/>
    <dgm:cxn modelId="{BCDFEE54-8BC3-D946-89B8-CBF3092F393A}" type="presParOf" srcId="{0C33D2E4-2F4C-5C46-A138-28EBDD8F2A07}" destId="{0E11E265-2FF7-1246-8737-788560811568}" srcOrd="1" destOrd="0" presId="urn:microsoft.com/office/officeart/2008/layout/LinedList"/>
    <dgm:cxn modelId="{AC139AF2-2902-E042-966E-3601C373401E}" type="presParOf" srcId="{0C33D2E4-2F4C-5C46-A138-28EBDD8F2A07}" destId="{661139EB-A0F6-A94B-B204-75DBE3CF8741}" srcOrd="2" destOrd="0" presId="urn:microsoft.com/office/officeart/2008/layout/LinedList"/>
    <dgm:cxn modelId="{ACCE46C3-7C09-B048-A873-F3D1CCA6E58F}" type="presParOf" srcId="{F933EDE1-7DA5-6144-BD02-A8F68AF34162}" destId="{29CDF4D1-89DB-B04E-BA73-A10353C10B1D}" srcOrd="2" destOrd="0" presId="urn:microsoft.com/office/officeart/2008/layout/LinedList"/>
    <dgm:cxn modelId="{8F9E9A2B-3801-FF48-BD6D-523E3CE6978A}" type="presParOf" srcId="{F933EDE1-7DA5-6144-BD02-A8F68AF34162}" destId="{09A4ACB4-46BE-CD43-89F5-A5238745D700}" srcOrd="3" destOrd="0" presId="urn:microsoft.com/office/officeart/2008/layout/LinedList"/>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AAB644F-6728-B74A-81F6-1C0EB9F01F27}" type="doc">
      <dgm:prSet loTypeId="urn:microsoft.com/office/officeart/2005/8/layout/hChevron3" loCatId="list" qsTypeId="urn:microsoft.com/office/officeart/2005/8/quickstyle/simple1" qsCatId="simple" csTypeId="urn:microsoft.com/office/officeart/2005/8/colors/accent1_2" csCatId="accent1" phldr="1"/>
      <dgm:spPr/>
      <dgm:t>
        <a:bodyPr/>
        <a:lstStyle/>
        <a:p>
          <a:endParaRPr kumimoji="1" lang="ja-JP" altLang="en-US"/>
        </a:p>
      </dgm:t>
    </dgm:pt>
    <dgm:pt modelId="{695396F2-EC11-FF44-8E85-A25FD74C0704}">
      <dgm:prSet phldrT="[テキスト]"/>
      <dgm:spPr/>
      <dgm:t>
        <a:bodyPr/>
        <a:lstStyle/>
        <a:p>
          <a:r>
            <a:rPr kumimoji="1" lang="en-US" altLang="ja-JP" dirty="0"/>
            <a:t>Phase1(0〜4</a:t>
          </a:r>
          <a:r>
            <a:rPr kumimoji="1" lang="ja-JP" altLang="en-US"/>
            <a:t>ヶ月</a:t>
          </a:r>
          <a:r>
            <a:rPr kumimoji="1" lang="en-US" altLang="ja-JP" dirty="0"/>
            <a:t>)</a:t>
          </a:r>
          <a:endParaRPr kumimoji="1" lang="ja-JP" altLang="en-US"/>
        </a:p>
      </dgm:t>
    </dgm:pt>
    <dgm:pt modelId="{58DE22B7-F639-0240-8E92-672B551417F5}" type="parTrans" cxnId="{D6BFB690-C745-2B4D-B407-7C32A3A655BE}">
      <dgm:prSet/>
      <dgm:spPr/>
      <dgm:t>
        <a:bodyPr/>
        <a:lstStyle/>
        <a:p>
          <a:endParaRPr kumimoji="1" lang="ja-JP" altLang="en-US"/>
        </a:p>
      </dgm:t>
    </dgm:pt>
    <dgm:pt modelId="{D934D916-E3E9-5F46-8F22-31CB85FA0BAF}" type="sibTrans" cxnId="{D6BFB690-C745-2B4D-B407-7C32A3A655BE}">
      <dgm:prSet/>
      <dgm:spPr/>
      <dgm:t>
        <a:bodyPr/>
        <a:lstStyle/>
        <a:p>
          <a:endParaRPr kumimoji="1" lang="ja-JP" altLang="en-US"/>
        </a:p>
      </dgm:t>
    </dgm:pt>
    <dgm:pt modelId="{1252EA98-3160-DE4D-BFCB-0F067C35484E}">
      <dgm:prSet phldrT="[テキスト]"/>
      <dgm:spPr/>
      <dgm:t>
        <a:bodyPr/>
        <a:lstStyle/>
        <a:p>
          <a:r>
            <a:rPr kumimoji="1" lang="en-US" altLang="ja-JP" dirty="0"/>
            <a:t>Phase2(4〜7</a:t>
          </a:r>
          <a:r>
            <a:rPr kumimoji="1" lang="ja-JP" altLang="en-US"/>
            <a:t>ヶ月</a:t>
          </a:r>
          <a:r>
            <a:rPr kumimoji="1" lang="en-US" altLang="ja-JP" dirty="0"/>
            <a:t>)</a:t>
          </a:r>
          <a:endParaRPr kumimoji="1" lang="ja-JP" altLang="en-US"/>
        </a:p>
      </dgm:t>
    </dgm:pt>
    <dgm:pt modelId="{0512BC18-E9CA-CA46-AAEE-556B65892772}" type="parTrans" cxnId="{733F72FD-410F-5D48-A566-3B3E7E8A0FFD}">
      <dgm:prSet/>
      <dgm:spPr/>
      <dgm:t>
        <a:bodyPr/>
        <a:lstStyle/>
        <a:p>
          <a:endParaRPr kumimoji="1" lang="ja-JP" altLang="en-US"/>
        </a:p>
      </dgm:t>
    </dgm:pt>
    <dgm:pt modelId="{565C6B01-DDA6-0A4B-9B5A-AC4B486C4AA2}" type="sibTrans" cxnId="{733F72FD-410F-5D48-A566-3B3E7E8A0FFD}">
      <dgm:prSet/>
      <dgm:spPr/>
      <dgm:t>
        <a:bodyPr/>
        <a:lstStyle/>
        <a:p>
          <a:endParaRPr kumimoji="1" lang="ja-JP" altLang="en-US"/>
        </a:p>
      </dgm:t>
    </dgm:pt>
    <dgm:pt modelId="{1F4C80C2-6750-9B44-8483-F7C2A02FD11A}">
      <dgm:prSet phldrT="[テキスト]"/>
      <dgm:spPr/>
      <dgm:t>
        <a:bodyPr/>
        <a:lstStyle/>
        <a:p>
          <a:r>
            <a:rPr kumimoji="1" lang="en-US" altLang="ja-JP" dirty="0"/>
            <a:t>Phase3(7〜9</a:t>
          </a:r>
          <a:r>
            <a:rPr kumimoji="1" lang="ja-JP" altLang="en-US"/>
            <a:t>ヶ月</a:t>
          </a:r>
          <a:r>
            <a:rPr kumimoji="1" lang="en-US" altLang="ja-JP" dirty="0"/>
            <a:t>)</a:t>
          </a:r>
          <a:endParaRPr kumimoji="1" lang="ja-JP" altLang="en-US"/>
        </a:p>
      </dgm:t>
    </dgm:pt>
    <dgm:pt modelId="{4A5675B8-042B-A740-BBF8-53A02552A1A5}" type="parTrans" cxnId="{16DE05D2-73B9-D741-BA87-21ED01A24D83}">
      <dgm:prSet/>
      <dgm:spPr/>
      <dgm:t>
        <a:bodyPr/>
        <a:lstStyle/>
        <a:p>
          <a:endParaRPr kumimoji="1" lang="ja-JP" altLang="en-US"/>
        </a:p>
      </dgm:t>
    </dgm:pt>
    <dgm:pt modelId="{12E7D017-CD16-4046-A63B-B1BB280F2CD4}" type="sibTrans" cxnId="{16DE05D2-73B9-D741-BA87-21ED01A24D83}">
      <dgm:prSet/>
      <dgm:spPr/>
      <dgm:t>
        <a:bodyPr/>
        <a:lstStyle/>
        <a:p>
          <a:endParaRPr kumimoji="1" lang="ja-JP" altLang="en-US"/>
        </a:p>
      </dgm:t>
    </dgm:pt>
    <dgm:pt modelId="{44B5C3EF-E1BD-804F-B62F-486982821FDE}">
      <dgm:prSet/>
      <dgm:spPr/>
      <dgm:t>
        <a:bodyPr/>
        <a:lstStyle/>
        <a:p>
          <a:r>
            <a:rPr kumimoji="1" lang="en-US" altLang="ja-JP" dirty="0"/>
            <a:t>Phase4(9〜12</a:t>
          </a:r>
          <a:r>
            <a:rPr kumimoji="1" lang="ja-JP" altLang="en-US"/>
            <a:t>ヶ月</a:t>
          </a:r>
          <a:r>
            <a:rPr kumimoji="1" lang="en-US" altLang="ja-JP" dirty="0"/>
            <a:t>)</a:t>
          </a:r>
          <a:endParaRPr kumimoji="1" lang="ja-JP" altLang="en-US"/>
        </a:p>
      </dgm:t>
    </dgm:pt>
    <dgm:pt modelId="{BCFED7C3-5E1D-BF43-8F19-9CD9F4FFC10D}" type="parTrans" cxnId="{937B041A-F18C-EB4D-8E16-BE0D32BC7B7A}">
      <dgm:prSet/>
      <dgm:spPr/>
      <dgm:t>
        <a:bodyPr/>
        <a:lstStyle/>
        <a:p>
          <a:endParaRPr kumimoji="1" lang="ja-JP" altLang="en-US"/>
        </a:p>
      </dgm:t>
    </dgm:pt>
    <dgm:pt modelId="{E4423345-8D28-A34E-9414-F294393EECF6}" type="sibTrans" cxnId="{937B041A-F18C-EB4D-8E16-BE0D32BC7B7A}">
      <dgm:prSet/>
      <dgm:spPr/>
      <dgm:t>
        <a:bodyPr/>
        <a:lstStyle/>
        <a:p>
          <a:endParaRPr kumimoji="1" lang="ja-JP" altLang="en-US"/>
        </a:p>
      </dgm:t>
    </dgm:pt>
    <dgm:pt modelId="{2A3C39CC-574C-1541-ADF3-285B23D57826}" type="pres">
      <dgm:prSet presAssocID="{3AAB644F-6728-B74A-81F6-1C0EB9F01F27}" presName="Name0" presStyleCnt="0">
        <dgm:presLayoutVars>
          <dgm:dir/>
          <dgm:resizeHandles val="exact"/>
        </dgm:presLayoutVars>
      </dgm:prSet>
      <dgm:spPr/>
    </dgm:pt>
    <dgm:pt modelId="{40D4F471-6EA6-2F4E-8904-7AFCAAE31502}" type="pres">
      <dgm:prSet presAssocID="{695396F2-EC11-FF44-8E85-A25FD74C0704}" presName="parTxOnly" presStyleLbl="node1" presStyleIdx="0" presStyleCnt="4">
        <dgm:presLayoutVars>
          <dgm:bulletEnabled val="1"/>
        </dgm:presLayoutVars>
      </dgm:prSet>
      <dgm:spPr/>
    </dgm:pt>
    <dgm:pt modelId="{1D28C103-22D9-9149-9C82-0DCA22A78571}" type="pres">
      <dgm:prSet presAssocID="{D934D916-E3E9-5F46-8F22-31CB85FA0BAF}" presName="parSpace" presStyleCnt="0"/>
      <dgm:spPr/>
    </dgm:pt>
    <dgm:pt modelId="{9D87855C-2C63-6340-8B35-6648968D5B83}" type="pres">
      <dgm:prSet presAssocID="{1252EA98-3160-DE4D-BFCB-0F067C35484E}" presName="parTxOnly" presStyleLbl="node1" presStyleIdx="1" presStyleCnt="4">
        <dgm:presLayoutVars>
          <dgm:bulletEnabled val="1"/>
        </dgm:presLayoutVars>
      </dgm:prSet>
      <dgm:spPr/>
    </dgm:pt>
    <dgm:pt modelId="{C9BDD14A-8F58-8244-8A87-B6B192B53C73}" type="pres">
      <dgm:prSet presAssocID="{565C6B01-DDA6-0A4B-9B5A-AC4B486C4AA2}" presName="parSpace" presStyleCnt="0"/>
      <dgm:spPr/>
    </dgm:pt>
    <dgm:pt modelId="{E691D1A1-8289-094F-905B-13C3655FFDFB}" type="pres">
      <dgm:prSet presAssocID="{1F4C80C2-6750-9B44-8483-F7C2A02FD11A}" presName="parTxOnly" presStyleLbl="node1" presStyleIdx="2" presStyleCnt="4">
        <dgm:presLayoutVars>
          <dgm:bulletEnabled val="1"/>
        </dgm:presLayoutVars>
      </dgm:prSet>
      <dgm:spPr/>
    </dgm:pt>
    <dgm:pt modelId="{4F553149-AE04-DD44-A78E-971C57E67F37}" type="pres">
      <dgm:prSet presAssocID="{12E7D017-CD16-4046-A63B-B1BB280F2CD4}" presName="parSpace" presStyleCnt="0"/>
      <dgm:spPr/>
    </dgm:pt>
    <dgm:pt modelId="{C1EFDB0B-347C-8540-A83E-B49B0E8689AE}" type="pres">
      <dgm:prSet presAssocID="{44B5C3EF-E1BD-804F-B62F-486982821FDE}" presName="parTxOnly" presStyleLbl="node1" presStyleIdx="3" presStyleCnt="4">
        <dgm:presLayoutVars>
          <dgm:bulletEnabled val="1"/>
        </dgm:presLayoutVars>
      </dgm:prSet>
      <dgm:spPr/>
    </dgm:pt>
  </dgm:ptLst>
  <dgm:cxnLst>
    <dgm:cxn modelId="{937B041A-F18C-EB4D-8E16-BE0D32BC7B7A}" srcId="{3AAB644F-6728-B74A-81F6-1C0EB9F01F27}" destId="{44B5C3EF-E1BD-804F-B62F-486982821FDE}" srcOrd="3" destOrd="0" parTransId="{BCFED7C3-5E1D-BF43-8F19-9CD9F4FFC10D}" sibTransId="{E4423345-8D28-A34E-9414-F294393EECF6}"/>
    <dgm:cxn modelId="{21786533-27E2-614D-98EF-6C9D3906D364}" type="presOf" srcId="{3AAB644F-6728-B74A-81F6-1C0EB9F01F27}" destId="{2A3C39CC-574C-1541-ADF3-285B23D57826}" srcOrd="0" destOrd="0" presId="urn:microsoft.com/office/officeart/2005/8/layout/hChevron3"/>
    <dgm:cxn modelId="{02981486-1878-6040-B4C8-E49A3B6038E3}" type="presOf" srcId="{695396F2-EC11-FF44-8E85-A25FD74C0704}" destId="{40D4F471-6EA6-2F4E-8904-7AFCAAE31502}" srcOrd="0" destOrd="0" presId="urn:microsoft.com/office/officeart/2005/8/layout/hChevron3"/>
    <dgm:cxn modelId="{D6BFB690-C745-2B4D-B407-7C32A3A655BE}" srcId="{3AAB644F-6728-B74A-81F6-1C0EB9F01F27}" destId="{695396F2-EC11-FF44-8E85-A25FD74C0704}" srcOrd="0" destOrd="0" parTransId="{58DE22B7-F639-0240-8E92-672B551417F5}" sibTransId="{D934D916-E3E9-5F46-8F22-31CB85FA0BAF}"/>
    <dgm:cxn modelId="{0F0F59B8-F179-F042-9850-A7BF31A34D3F}" type="presOf" srcId="{1F4C80C2-6750-9B44-8483-F7C2A02FD11A}" destId="{E691D1A1-8289-094F-905B-13C3655FFDFB}" srcOrd="0" destOrd="0" presId="urn:microsoft.com/office/officeart/2005/8/layout/hChevron3"/>
    <dgm:cxn modelId="{16DE05D2-73B9-D741-BA87-21ED01A24D83}" srcId="{3AAB644F-6728-B74A-81F6-1C0EB9F01F27}" destId="{1F4C80C2-6750-9B44-8483-F7C2A02FD11A}" srcOrd="2" destOrd="0" parTransId="{4A5675B8-042B-A740-BBF8-53A02552A1A5}" sibTransId="{12E7D017-CD16-4046-A63B-B1BB280F2CD4}"/>
    <dgm:cxn modelId="{EA8CBDF7-526F-994C-8098-EF29211D3316}" type="presOf" srcId="{1252EA98-3160-DE4D-BFCB-0F067C35484E}" destId="{9D87855C-2C63-6340-8B35-6648968D5B83}" srcOrd="0" destOrd="0" presId="urn:microsoft.com/office/officeart/2005/8/layout/hChevron3"/>
    <dgm:cxn modelId="{692886FA-2E18-5E43-B046-D371ED7D09D5}" type="presOf" srcId="{44B5C3EF-E1BD-804F-B62F-486982821FDE}" destId="{C1EFDB0B-347C-8540-A83E-B49B0E8689AE}" srcOrd="0" destOrd="0" presId="urn:microsoft.com/office/officeart/2005/8/layout/hChevron3"/>
    <dgm:cxn modelId="{733F72FD-410F-5D48-A566-3B3E7E8A0FFD}" srcId="{3AAB644F-6728-B74A-81F6-1C0EB9F01F27}" destId="{1252EA98-3160-DE4D-BFCB-0F067C35484E}" srcOrd="1" destOrd="0" parTransId="{0512BC18-E9CA-CA46-AAEE-556B65892772}" sibTransId="{565C6B01-DDA6-0A4B-9B5A-AC4B486C4AA2}"/>
    <dgm:cxn modelId="{EBB23EC3-BBC0-DB47-96D9-BCE1DFCA3181}" type="presParOf" srcId="{2A3C39CC-574C-1541-ADF3-285B23D57826}" destId="{40D4F471-6EA6-2F4E-8904-7AFCAAE31502}" srcOrd="0" destOrd="0" presId="urn:microsoft.com/office/officeart/2005/8/layout/hChevron3"/>
    <dgm:cxn modelId="{51B57603-04EA-2E46-A4C7-10B27E0117F6}" type="presParOf" srcId="{2A3C39CC-574C-1541-ADF3-285B23D57826}" destId="{1D28C103-22D9-9149-9C82-0DCA22A78571}" srcOrd="1" destOrd="0" presId="urn:microsoft.com/office/officeart/2005/8/layout/hChevron3"/>
    <dgm:cxn modelId="{72DEF0C2-5E79-2E43-B5CD-CDA6C332F157}" type="presParOf" srcId="{2A3C39CC-574C-1541-ADF3-285B23D57826}" destId="{9D87855C-2C63-6340-8B35-6648968D5B83}" srcOrd="2" destOrd="0" presId="urn:microsoft.com/office/officeart/2005/8/layout/hChevron3"/>
    <dgm:cxn modelId="{3828B9FD-B22B-9E4C-B335-45D1145B417C}" type="presParOf" srcId="{2A3C39CC-574C-1541-ADF3-285B23D57826}" destId="{C9BDD14A-8F58-8244-8A87-B6B192B53C73}" srcOrd="3" destOrd="0" presId="urn:microsoft.com/office/officeart/2005/8/layout/hChevron3"/>
    <dgm:cxn modelId="{F0AA2D22-B545-AB4E-B5BD-ED632B858F32}" type="presParOf" srcId="{2A3C39CC-574C-1541-ADF3-285B23D57826}" destId="{E691D1A1-8289-094F-905B-13C3655FFDFB}" srcOrd="4" destOrd="0" presId="urn:microsoft.com/office/officeart/2005/8/layout/hChevron3"/>
    <dgm:cxn modelId="{CAEDC4F8-EEB7-EB47-B74C-CDA689B57740}" type="presParOf" srcId="{2A3C39CC-574C-1541-ADF3-285B23D57826}" destId="{4F553149-AE04-DD44-A78E-971C57E67F37}" srcOrd="5" destOrd="0" presId="urn:microsoft.com/office/officeart/2005/8/layout/hChevron3"/>
    <dgm:cxn modelId="{5CA59AB6-845C-1C4D-A4FB-63D9B78242EE}" type="presParOf" srcId="{2A3C39CC-574C-1541-ADF3-285B23D57826}" destId="{C1EFDB0B-347C-8540-A83E-B49B0E8689AE}"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CBBF3F1-695E-A445-94BE-848F947641A7}"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kumimoji="1" lang="ja-JP" altLang="en-US"/>
        </a:p>
      </dgm:t>
    </dgm:pt>
    <dgm:pt modelId="{313EBF0A-51F4-1F4C-9FBE-2DDB84E6B24E}">
      <dgm:prSet/>
      <dgm:spPr/>
      <dgm:t>
        <a:bodyPr/>
        <a:lstStyle/>
        <a:p>
          <a:r>
            <a:rPr kumimoji="1" lang="en-US" b="1" dirty="0"/>
            <a:t>2. </a:t>
          </a:r>
          <a:r>
            <a:rPr kumimoji="1" lang="ja-JP" b="1"/>
            <a:t>会話構造解析</a:t>
          </a:r>
          <a:r>
            <a:rPr kumimoji="1" lang="ja-JP" altLang="en-US" b="1"/>
            <a:t>の問題</a:t>
          </a:r>
          <a:endParaRPr kumimoji="1" lang="en-US" altLang="ja-JP" b="1" dirty="0"/>
        </a:p>
      </dgm:t>
    </dgm:pt>
    <dgm:pt modelId="{BB9274A7-580B-764C-B406-4DA0FB2FF6D6}" type="parTrans" cxnId="{B0CC7818-B1D9-3442-9853-D39CD3199C07}">
      <dgm:prSet/>
      <dgm:spPr/>
      <dgm:t>
        <a:bodyPr/>
        <a:lstStyle/>
        <a:p>
          <a:endParaRPr kumimoji="1" lang="ja-JP" altLang="en-US"/>
        </a:p>
      </dgm:t>
    </dgm:pt>
    <dgm:pt modelId="{309366E1-08C1-384D-92BE-B68C09FA78F5}" type="sibTrans" cxnId="{B0CC7818-B1D9-3442-9853-D39CD3199C07}">
      <dgm:prSet/>
      <dgm:spPr/>
      <dgm:t>
        <a:bodyPr/>
        <a:lstStyle/>
        <a:p>
          <a:endParaRPr kumimoji="1" lang="ja-JP" altLang="en-US"/>
        </a:p>
      </dgm:t>
    </dgm:pt>
    <dgm:pt modelId="{3ABE5CED-04E5-4340-B353-5B704399DD06}">
      <dgm:prSet custT="1"/>
      <dgm:spPr/>
      <dgm:t>
        <a:bodyPr/>
        <a:lstStyle/>
        <a:p>
          <a:r>
            <a:rPr kumimoji="1" lang="ja-JP" sz="1200"/>
            <a:t>会話の取りこぼし</a:t>
          </a:r>
          <a:br>
            <a:rPr kumimoji="1" lang="ja-JP" sz="1200"/>
          </a:br>
          <a:r>
            <a:rPr kumimoji="1" lang="ja-JP" sz="1200"/>
            <a:t>→ </a:t>
          </a:r>
          <a:r>
            <a:rPr kumimoji="1" lang="ja-JP" sz="1200" b="1"/>
            <a:t>対策：</a:t>
          </a:r>
          <a:r>
            <a:rPr kumimoji="1" lang="ja-JP" sz="1200"/>
            <a:t> </a:t>
          </a:r>
          <a:r>
            <a:rPr kumimoji="1" lang="en-US" sz="1200" dirty="0"/>
            <a:t>Low-latency segmentation, turn boundary detection</a:t>
          </a:r>
          <a:endParaRPr lang="ja-JP" sz="1200"/>
        </a:p>
      </dgm:t>
    </dgm:pt>
    <dgm:pt modelId="{6460D002-3B79-F243-A487-5398B146D211}" type="parTrans" cxnId="{7A6D3693-7702-954C-AF8F-DE08BC36DA65}">
      <dgm:prSet/>
      <dgm:spPr/>
      <dgm:t>
        <a:bodyPr/>
        <a:lstStyle/>
        <a:p>
          <a:endParaRPr kumimoji="1" lang="ja-JP" altLang="en-US"/>
        </a:p>
      </dgm:t>
    </dgm:pt>
    <dgm:pt modelId="{33A97423-9DD7-2B4F-953A-40873DD90C25}" type="sibTrans" cxnId="{7A6D3693-7702-954C-AF8F-DE08BC36DA65}">
      <dgm:prSet/>
      <dgm:spPr/>
      <dgm:t>
        <a:bodyPr/>
        <a:lstStyle/>
        <a:p>
          <a:endParaRPr kumimoji="1" lang="ja-JP" altLang="en-US"/>
        </a:p>
      </dgm:t>
    </dgm:pt>
    <dgm:pt modelId="{0B1FA5C5-A332-0649-9874-638E9DD4C609}">
      <dgm:prSet/>
      <dgm:spPr/>
      <dgm:t>
        <a:bodyPr/>
        <a:lstStyle/>
        <a:p>
          <a:r>
            <a:rPr kumimoji="1" lang="en-US" b="1" dirty="0"/>
            <a:t>4. </a:t>
          </a:r>
          <a:r>
            <a:rPr kumimoji="1" lang="ja-JP" b="1"/>
            <a:t>判例マッチング</a:t>
          </a:r>
          <a:r>
            <a:rPr kumimoji="1" lang="ja-JP" altLang="en-US" b="1"/>
            <a:t>の問題</a:t>
          </a:r>
          <a:endParaRPr lang="ja-JP"/>
        </a:p>
      </dgm:t>
    </dgm:pt>
    <dgm:pt modelId="{3A4FBB17-FD15-AD4A-AB9B-FAB7A6507CA4}" type="parTrans" cxnId="{83B8B967-EC52-5A47-9101-22F6958E5766}">
      <dgm:prSet/>
      <dgm:spPr/>
      <dgm:t>
        <a:bodyPr/>
        <a:lstStyle/>
        <a:p>
          <a:endParaRPr kumimoji="1" lang="ja-JP" altLang="en-US"/>
        </a:p>
      </dgm:t>
    </dgm:pt>
    <dgm:pt modelId="{7CF9FF49-6877-344D-9EF0-8F0CB4E1DF08}" type="sibTrans" cxnId="{83B8B967-EC52-5A47-9101-22F6958E5766}">
      <dgm:prSet/>
      <dgm:spPr/>
      <dgm:t>
        <a:bodyPr/>
        <a:lstStyle/>
        <a:p>
          <a:endParaRPr kumimoji="1" lang="ja-JP" altLang="en-US"/>
        </a:p>
      </dgm:t>
    </dgm:pt>
    <dgm:pt modelId="{684D65FF-4F6D-2B4F-9887-34C49A321AD6}">
      <dgm:prSet custT="1"/>
      <dgm:spPr/>
      <dgm:t>
        <a:bodyPr/>
        <a:lstStyle/>
        <a:p>
          <a:r>
            <a:rPr kumimoji="1" lang="ja-JP" sz="1200"/>
            <a:t>法律文書の専門性</a:t>
          </a:r>
          <a:br>
            <a:rPr kumimoji="1" lang="ja-JP" sz="1200"/>
          </a:br>
          <a:r>
            <a:rPr kumimoji="1" lang="ja-JP" sz="1200"/>
            <a:t>→ </a:t>
          </a:r>
          <a:r>
            <a:rPr kumimoji="1" lang="ja-JP" sz="1200" b="1"/>
            <a:t>対策：</a:t>
          </a:r>
          <a:r>
            <a:rPr kumimoji="1" lang="ja-JP" sz="1200"/>
            <a:t> 法律固有事前学習（</a:t>
          </a:r>
          <a:r>
            <a:rPr kumimoji="1" lang="en-US" sz="1200" dirty="0"/>
            <a:t>Legal-BERT</a:t>
          </a:r>
          <a:r>
            <a:rPr kumimoji="1" lang="ja-JP" sz="1200"/>
            <a:t>系）</a:t>
          </a:r>
          <a:endParaRPr lang="ja-JP" sz="1200"/>
        </a:p>
      </dgm:t>
    </dgm:pt>
    <dgm:pt modelId="{2BFCE934-CA34-1247-840A-66E34C962243}" type="parTrans" cxnId="{534FB7AD-5A2E-134C-854A-2F1E288FA54E}">
      <dgm:prSet/>
      <dgm:spPr/>
      <dgm:t>
        <a:bodyPr/>
        <a:lstStyle/>
        <a:p>
          <a:endParaRPr kumimoji="1" lang="ja-JP" altLang="en-US"/>
        </a:p>
      </dgm:t>
    </dgm:pt>
    <dgm:pt modelId="{3D85CC46-E2EE-3443-AC21-1867199303CE}" type="sibTrans" cxnId="{534FB7AD-5A2E-134C-854A-2F1E288FA54E}">
      <dgm:prSet/>
      <dgm:spPr/>
      <dgm:t>
        <a:bodyPr/>
        <a:lstStyle/>
        <a:p>
          <a:endParaRPr kumimoji="1" lang="ja-JP" altLang="en-US"/>
        </a:p>
      </dgm:t>
    </dgm:pt>
    <dgm:pt modelId="{5777E5DC-0BDA-3344-A077-7AE09F012F7B}">
      <dgm:prSet/>
      <dgm:spPr/>
      <dgm:t>
        <a:bodyPr/>
        <a:lstStyle/>
        <a:p>
          <a:r>
            <a:rPr kumimoji="1" lang="en-US" b="1" dirty="0"/>
            <a:t>5. </a:t>
          </a:r>
          <a:r>
            <a:rPr kumimoji="1" lang="ja-JP" b="1"/>
            <a:t>オンデバイス処理の重さ</a:t>
          </a:r>
          <a:endParaRPr lang="ja-JP"/>
        </a:p>
      </dgm:t>
    </dgm:pt>
    <dgm:pt modelId="{7611E27D-D24B-164B-BAD2-C1A96AEC8ABA}" type="parTrans" cxnId="{3318848B-FFF7-A641-ADDA-84093E35BA19}">
      <dgm:prSet/>
      <dgm:spPr/>
      <dgm:t>
        <a:bodyPr/>
        <a:lstStyle/>
        <a:p>
          <a:endParaRPr kumimoji="1" lang="ja-JP" altLang="en-US"/>
        </a:p>
      </dgm:t>
    </dgm:pt>
    <dgm:pt modelId="{95FDC30B-2D66-BC4D-83C0-FE96967BB042}" type="sibTrans" cxnId="{3318848B-FFF7-A641-ADDA-84093E35BA19}">
      <dgm:prSet/>
      <dgm:spPr/>
      <dgm:t>
        <a:bodyPr/>
        <a:lstStyle/>
        <a:p>
          <a:endParaRPr kumimoji="1" lang="ja-JP" altLang="en-US"/>
        </a:p>
      </dgm:t>
    </dgm:pt>
    <dgm:pt modelId="{412A8D11-621D-E142-BBD3-A07895A200BD}">
      <dgm:prSet custT="1"/>
      <dgm:spPr/>
      <dgm:t>
        <a:bodyPr/>
        <a:lstStyle/>
        <a:p>
          <a:r>
            <a:rPr kumimoji="1" lang="ja-JP" sz="1200"/>
            <a:t>→ </a:t>
          </a:r>
          <a:r>
            <a:rPr kumimoji="1" lang="ja-JP" sz="1200" b="1"/>
            <a:t>対策：</a:t>
          </a:r>
          <a:r>
            <a:rPr kumimoji="1" lang="ja-JP" sz="1200"/>
            <a:t> </a:t>
          </a:r>
          <a:r>
            <a:rPr kumimoji="1" lang="en-US" sz="1200" dirty="0"/>
            <a:t>Distillation</a:t>
          </a:r>
          <a:r>
            <a:rPr kumimoji="1" lang="ja-JP" sz="1200"/>
            <a:t>＋</a:t>
          </a:r>
          <a:r>
            <a:rPr kumimoji="1" lang="en-US" sz="1200" dirty="0"/>
            <a:t>4bit</a:t>
          </a:r>
          <a:r>
            <a:rPr kumimoji="1" lang="ja-JP" sz="1200"/>
            <a:t>量子化＋</a:t>
          </a:r>
          <a:r>
            <a:rPr kumimoji="1" lang="en-US" sz="1200" dirty="0"/>
            <a:t>Mobile GPU</a:t>
          </a:r>
          <a:r>
            <a:rPr kumimoji="1" lang="ja-JP" sz="1200"/>
            <a:t>最適化</a:t>
          </a:r>
          <a:endParaRPr lang="ja-JP" sz="1200"/>
        </a:p>
      </dgm:t>
    </dgm:pt>
    <dgm:pt modelId="{F24FB28A-32B9-8B44-89E6-1A92AF3C68CF}" type="parTrans" cxnId="{DCFEE774-67B3-F34D-B8E1-DDE2380B64C5}">
      <dgm:prSet/>
      <dgm:spPr/>
      <dgm:t>
        <a:bodyPr/>
        <a:lstStyle/>
        <a:p>
          <a:endParaRPr kumimoji="1" lang="ja-JP" altLang="en-US"/>
        </a:p>
      </dgm:t>
    </dgm:pt>
    <dgm:pt modelId="{4A85F8D6-DE0D-B04D-BCAC-1FD25926BCF8}" type="sibTrans" cxnId="{DCFEE774-67B3-F34D-B8E1-DDE2380B64C5}">
      <dgm:prSet/>
      <dgm:spPr/>
      <dgm:t>
        <a:bodyPr/>
        <a:lstStyle/>
        <a:p>
          <a:endParaRPr kumimoji="1" lang="ja-JP" altLang="en-US"/>
        </a:p>
      </dgm:t>
    </dgm:pt>
    <dgm:pt modelId="{72CD3EBA-4C16-F94F-A415-BB94199F1F24}">
      <dgm:prSet/>
      <dgm:spPr/>
      <dgm:t>
        <a:bodyPr/>
        <a:lstStyle/>
        <a:p>
          <a:r>
            <a:rPr kumimoji="1" lang="en-US" b="1" dirty="0"/>
            <a:t>6. </a:t>
          </a:r>
          <a:r>
            <a:rPr kumimoji="1" lang="ja-JP" b="1"/>
            <a:t>データ収集が難しい</a:t>
          </a:r>
          <a:endParaRPr lang="ja-JP"/>
        </a:p>
      </dgm:t>
    </dgm:pt>
    <dgm:pt modelId="{7E14AE69-DB4E-4648-BF4E-EFA49EA6DEA5}" type="parTrans" cxnId="{83E9B6B0-0625-884A-BBB9-A0A4C2CF57F2}">
      <dgm:prSet/>
      <dgm:spPr/>
      <dgm:t>
        <a:bodyPr/>
        <a:lstStyle/>
        <a:p>
          <a:endParaRPr kumimoji="1" lang="ja-JP" altLang="en-US"/>
        </a:p>
      </dgm:t>
    </dgm:pt>
    <dgm:pt modelId="{8EA9E803-6D88-A34D-B9F2-3E6A49FF4FD8}" type="sibTrans" cxnId="{83E9B6B0-0625-884A-BBB9-A0A4C2CF57F2}">
      <dgm:prSet/>
      <dgm:spPr/>
      <dgm:t>
        <a:bodyPr/>
        <a:lstStyle/>
        <a:p>
          <a:endParaRPr kumimoji="1" lang="ja-JP" altLang="en-US"/>
        </a:p>
      </dgm:t>
    </dgm:pt>
    <dgm:pt modelId="{A7F4407E-3194-B647-B5E8-6C13CD1A7887}">
      <dgm:prSet custT="1"/>
      <dgm:spPr/>
      <dgm:t>
        <a:bodyPr/>
        <a:lstStyle/>
        <a:p>
          <a:r>
            <a:rPr kumimoji="1" lang="ja-JP" altLang="en-US" sz="1200"/>
            <a:t>→ </a:t>
          </a:r>
          <a:r>
            <a:rPr kumimoji="1" lang="ja-JP" altLang="en-US" sz="1200" b="1"/>
            <a:t>対策：</a:t>
          </a:r>
          <a:r>
            <a:rPr kumimoji="1" lang="ja-JP" altLang="en-US" sz="1200"/>
            <a:t> シミュレーションデータ＋専門家ラベルの併用</a:t>
          </a:r>
          <a:endParaRPr lang="ja-JP" altLang="en-US" sz="1200"/>
        </a:p>
      </dgm:t>
    </dgm:pt>
    <dgm:pt modelId="{239BA246-5D61-E244-8C4D-B7EA9B3325B9}" type="parTrans" cxnId="{3CF34EFF-8CD3-384A-8C6B-82A427BCC813}">
      <dgm:prSet/>
      <dgm:spPr/>
      <dgm:t>
        <a:bodyPr/>
        <a:lstStyle/>
        <a:p>
          <a:endParaRPr kumimoji="1" lang="ja-JP" altLang="en-US"/>
        </a:p>
      </dgm:t>
    </dgm:pt>
    <dgm:pt modelId="{9F7CBED6-13FD-2E4A-8B40-56ADD7D83627}" type="sibTrans" cxnId="{3CF34EFF-8CD3-384A-8C6B-82A427BCC813}">
      <dgm:prSet/>
      <dgm:spPr/>
      <dgm:t>
        <a:bodyPr/>
        <a:lstStyle/>
        <a:p>
          <a:endParaRPr kumimoji="1" lang="ja-JP" altLang="en-US"/>
        </a:p>
      </dgm:t>
    </dgm:pt>
    <dgm:pt modelId="{104CEAC0-9D4D-4047-89F1-E25E34889F12}">
      <dgm:prSet/>
      <dgm:spPr/>
      <dgm:t>
        <a:bodyPr/>
        <a:lstStyle/>
        <a:p>
          <a:r>
            <a:rPr kumimoji="1" lang="en-US" altLang="ja-JP" b="1" dirty="0"/>
            <a:t>3.</a:t>
          </a:r>
          <a:r>
            <a:rPr kumimoji="1" lang="ja-JP" altLang="en-US" b="1"/>
            <a:t>言語攻撃性の問題</a:t>
          </a:r>
        </a:p>
      </dgm:t>
    </dgm:pt>
    <dgm:pt modelId="{7C9B69AC-F7FE-7046-8BF8-C647C3CC9EA5}" type="parTrans" cxnId="{E1D5EDCA-7898-C543-A279-4E1043810F9F}">
      <dgm:prSet/>
      <dgm:spPr/>
      <dgm:t>
        <a:bodyPr/>
        <a:lstStyle/>
        <a:p>
          <a:endParaRPr kumimoji="1" lang="ja-JP" altLang="en-US"/>
        </a:p>
      </dgm:t>
    </dgm:pt>
    <dgm:pt modelId="{5C955388-E065-6540-9F1F-959312D38F06}" type="sibTrans" cxnId="{E1D5EDCA-7898-C543-A279-4E1043810F9F}">
      <dgm:prSet/>
      <dgm:spPr/>
      <dgm:t>
        <a:bodyPr/>
        <a:lstStyle/>
        <a:p>
          <a:endParaRPr kumimoji="1" lang="ja-JP" altLang="en-US"/>
        </a:p>
      </dgm:t>
    </dgm:pt>
    <dgm:pt modelId="{76B03AE5-9BB8-3D48-AA21-EFE90B98F66D}">
      <dgm:prSet/>
      <dgm:spPr/>
      <dgm:t>
        <a:bodyPr/>
        <a:lstStyle/>
        <a:p>
          <a:r>
            <a:rPr kumimoji="1" lang="ja-JP" altLang="en-US" b="1"/>
            <a:t>日本語ハラスメント特有の婉曲表現の検知が難しい</a:t>
          </a:r>
          <a:endParaRPr kumimoji="1" lang="en-US" altLang="ja-JP" b="1" dirty="0"/>
        </a:p>
      </dgm:t>
    </dgm:pt>
    <dgm:pt modelId="{73424BAB-9277-564A-A59A-D04CA51E704D}" type="parTrans" cxnId="{2851F9F5-1930-D640-82CF-B8FC9E643601}">
      <dgm:prSet/>
      <dgm:spPr/>
      <dgm:t>
        <a:bodyPr/>
        <a:lstStyle/>
        <a:p>
          <a:endParaRPr kumimoji="1" lang="ja-JP" altLang="en-US"/>
        </a:p>
      </dgm:t>
    </dgm:pt>
    <dgm:pt modelId="{15028FF1-F47F-2B4C-B35A-FADAED7358BF}" type="sibTrans" cxnId="{2851F9F5-1930-D640-82CF-B8FC9E643601}">
      <dgm:prSet/>
      <dgm:spPr/>
      <dgm:t>
        <a:bodyPr/>
        <a:lstStyle/>
        <a:p>
          <a:endParaRPr kumimoji="1" lang="ja-JP" altLang="en-US"/>
        </a:p>
      </dgm:t>
    </dgm:pt>
    <dgm:pt modelId="{5CA2A0D6-7735-1442-9F38-C2D9FB335EDE}">
      <dgm:prSet/>
      <dgm:spPr/>
      <dgm:t>
        <a:bodyPr/>
        <a:lstStyle/>
        <a:p>
          <a:r>
            <a:rPr kumimoji="1" lang="en-US" altLang="ja-JP" dirty="0"/>
            <a:t>→</a:t>
          </a:r>
          <a:r>
            <a:rPr kumimoji="1" lang="ja-JP" altLang="en-US" b="1"/>
            <a:t>対策：</a:t>
          </a:r>
          <a:r>
            <a:rPr kumimoji="1" lang="ja-JP" altLang="en-US"/>
            <a:t>日本語ハラスメント文を専門家アノテーションして教師データ化</a:t>
          </a:r>
        </a:p>
      </dgm:t>
    </dgm:pt>
    <dgm:pt modelId="{0E8AC847-61AD-0F4A-BE28-0516CF95D7DC}" type="parTrans" cxnId="{043E6EEC-7430-C943-A2F7-AF40B71944F2}">
      <dgm:prSet/>
      <dgm:spPr/>
      <dgm:t>
        <a:bodyPr/>
        <a:lstStyle/>
        <a:p>
          <a:endParaRPr kumimoji="1" lang="ja-JP" altLang="en-US"/>
        </a:p>
      </dgm:t>
    </dgm:pt>
    <dgm:pt modelId="{FD3A6342-A144-4849-AB66-2504627C01AC}" type="sibTrans" cxnId="{043E6EEC-7430-C943-A2F7-AF40B71944F2}">
      <dgm:prSet/>
      <dgm:spPr/>
      <dgm:t>
        <a:bodyPr/>
        <a:lstStyle/>
        <a:p>
          <a:endParaRPr kumimoji="1" lang="ja-JP" altLang="en-US"/>
        </a:p>
      </dgm:t>
    </dgm:pt>
    <dgm:pt modelId="{BED2997A-176B-C240-965C-D6613EA82C92}">
      <dgm:prSet/>
      <dgm:spPr/>
      <dgm:t>
        <a:bodyPr/>
        <a:lstStyle/>
        <a:p>
          <a:r>
            <a:rPr kumimoji="1" lang="en-US" altLang="ja-JP" b="1" dirty="0"/>
            <a:t>→</a:t>
          </a:r>
          <a:r>
            <a:rPr kumimoji="1" lang="ja-JP" altLang="en-US" b="1"/>
            <a:t>対策：</a:t>
          </a:r>
          <a:r>
            <a:rPr kumimoji="1" lang="ja-JP" altLang="en-US"/>
            <a:t>婉曲攻撃性スコアを新しい特徴量として明示的に導入</a:t>
          </a:r>
        </a:p>
      </dgm:t>
    </dgm:pt>
    <dgm:pt modelId="{EC7B2B1B-87DA-2640-8D56-C1883826B315}" type="parTrans" cxnId="{26F6DAFC-05FB-D445-BABE-3BE9E92230CD}">
      <dgm:prSet/>
      <dgm:spPr/>
      <dgm:t>
        <a:bodyPr/>
        <a:lstStyle/>
        <a:p>
          <a:endParaRPr kumimoji="1" lang="ja-JP" altLang="en-US"/>
        </a:p>
      </dgm:t>
    </dgm:pt>
    <dgm:pt modelId="{207D6310-4C19-C448-A369-5F7CE3753B2D}" type="sibTrans" cxnId="{26F6DAFC-05FB-D445-BABE-3BE9E92230CD}">
      <dgm:prSet/>
      <dgm:spPr/>
      <dgm:t>
        <a:bodyPr/>
        <a:lstStyle/>
        <a:p>
          <a:endParaRPr kumimoji="1" lang="ja-JP" altLang="en-US"/>
        </a:p>
      </dgm:t>
    </dgm:pt>
    <dgm:pt modelId="{FEB9C3EC-E3D3-CC4A-806E-E102441D3686}" type="pres">
      <dgm:prSet presAssocID="{3CBBF3F1-695E-A445-94BE-848F947641A7}" presName="vert0" presStyleCnt="0">
        <dgm:presLayoutVars>
          <dgm:dir/>
          <dgm:animOne val="branch"/>
          <dgm:animLvl val="lvl"/>
        </dgm:presLayoutVars>
      </dgm:prSet>
      <dgm:spPr/>
    </dgm:pt>
    <dgm:pt modelId="{ECBA392B-3B34-4D4D-BE49-6D454F154EF4}" type="pres">
      <dgm:prSet presAssocID="{313EBF0A-51F4-1F4C-9FBE-2DDB84E6B24E}" presName="thickLine" presStyleLbl="alignNode1" presStyleIdx="0" presStyleCnt="5"/>
      <dgm:spPr/>
    </dgm:pt>
    <dgm:pt modelId="{5FBF8873-4235-0049-9206-0F7B2357C886}" type="pres">
      <dgm:prSet presAssocID="{313EBF0A-51F4-1F4C-9FBE-2DDB84E6B24E}" presName="horz1" presStyleCnt="0"/>
      <dgm:spPr/>
    </dgm:pt>
    <dgm:pt modelId="{63B55240-5730-FF47-B82D-4017CE4F9FEA}" type="pres">
      <dgm:prSet presAssocID="{313EBF0A-51F4-1F4C-9FBE-2DDB84E6B24E}" presName="tx1" presStyleLbl="revTx" presStyleIdx="0" presStyleCnt="12" custScaleY="59710"/>
      <dgm:spPr/>
    </dgm:pt>
    <dgm:pt modelId="{103D5710-B939-7F45-8E22-C261C72FE481}" type="pres">
      <dgm:prSet presAssocID="{313EBF0A-51F4-1F4C-9FBE-2DDB84E6B24E}" presName="vert1" presStyleCnt="0"/>
      <dgm:spPr/>
    </dgm:pt>
    <dgm:pt modelId="{7C0E8934-C3D2-4F4A-87BC-8008F86E6F82}" type="pres">
      <dgm:prSet presAssocID="{3ABE5CED-04E5-4340-B353-5B704399DD06}" presName="vertSpace2a" presStyleCnt="0"/>
      <dgm:spPr/>
    </dgm:pt>
    <dgm:pt modelId="{938D98B5-3867-A547-BEBB-123BB05FDA92}" type="pres">
      <dgm:prSet presAssocID="{3ABE5CED-04E5-4340-B353-5B704399DD06}" presName="horz2" presStyleCnt="0"/>
      <dgm:spPr/>
    </dgm:pt>
    <dgm:pt modelId="{0A286A01-A51F-9648-BAF6-ED7E9576C5E3}" type="pres">
      <dgm:prSet presAssocID="{3ABE5CED-04E5-4340-B353-5B704399DD06}" presName="horzSpace2" presStyleCnt="0"/>
      <dgm:spPr/>
    </dgm:pt>
    <dgm:pt modelId="{C5ECDBFB-6EB5-B24A-80DF-93CF9253CA43}" type="pres">
      <dgm:prSet presAssocID="{3ABE5CED-04E5-4340-B353-5B704399DD06}" presName="tx2" presStyleLbl="revTx" presStyleIdx="1" presStyleCnt="12" custScaleY="57615"/>
      <dgm:spPr/>
    </dgm:pt>
    <dgm:pt modelId="{7E4C897C-6E16-874C-B8A4-489768821754}" type="pres">
      <dgm:prSet presAssocID="{3ABE5CED-04E5-4340-B353-5B704399DD06}" presName="vert2" presStyleCnt="0"/>
      <dgm:spPr/>
    </dgm:pt>
    <dgm:pt modelId="{CDFAE51A-B3EA-7B42-94D3-00A6C97F8A9F}" type="pres">
      <dgm:prSet presAssocID="{3ABE5CED-04E5-4340-B353-5B704399DD06}" presName="thinLine2b" presStyleLbl="callout" presStyleIdx="0" presStyleCnt="7"/>
      <dgm:spPr/>
    </dgm:pt>
    <dgm:pt modelId="{A07A0B6F-3906-9B41-9611-3AEBEB7E530F}" type="pres">
      <dgm:prSet presAssocID="{3ABE5CED-04E5-4340-B353-5B704399DD06}" presName="vertSpace2b" presStyleCnt="0"/>
      <dgm:spPr/>
    </dgm:pt>
    <dgm:pt modelId="{78297A24-151F-1247-96F3-EC63D6140A01}" type="pres">
      <dgm:prSet presAssocID="{104CEAC0-9D4D-4047-89F1-E25E34889F12}" presName="thickLine" presStyleLbl="alignNode1" presStyleIdx="1" presStyleCnt="5"/>
      <dgm:spPr/>
    </dgm:pt>
    <dgm:pt modelId="{EB3FFD85-F881-4045-8249-669193B7D7A5}" type="pres">
      <dgm:prSet presAssocID="{104CEAC0-9D4D-4047-89F1-E25E34889F12}" presName="horz1" presStyleCnt="0"/>
      <dgm:spPr/>
    </dgm:pt>
    <dgm:pt modelId="{7F7B1A1E-F0A1-564B-9A04-D03F1801FE15}" type="pres">
      <dgm:prSet presAssocID="{104CEAC0-9D4D-4047-89F1-E25E34889F12}" presName="tx1" presStyleLbl="revTx" presStyleIdx="2" presStyleCnt="12"/>
      <dgm:spPr/>
    </dgm:pt>
    <dgm:pt modelId="{DF323FFC-46D6-EF4C-A13C-5FD06610EB2E}" type="pres">
      <dgm:prSet presAssocID="{104CEAC0-9D4D-4047-89F1-E25E34889F12}" presName="vert1" presStyleCnt="0"/>
      <dgm:spPr/>
    </dgm:pt>
    <dgm:pt modelId="{CFCD3D5C-1921-B943-9634-6C5FB52853BA}" type="pres">
      <dgm:prSet presAssocID="{76B03AE5-9BB8-3D48-AA21-EFE90B98F66D}" presName="vertSpace2a" presStyleCnt="0"/>
      <dgm:spPr/>
    </dgm:pt>
    <dgm:pt modelId="{7F76FD5F-F3C4-E44E-8AE2-2DCAD73B2B3A}" type="pres">
      <dgm:prSet presAssocID="{76B03AE5-9BB8-3D48-AA21-EFE90B98F66D}" presName="horz2" presStyleCnt="0"/>
      <dgm:spPr/>
    </dgm:pt>
    <dgm:pt modelId="{2A95FA33-C720-C146-BD29-5BC242C7D7E7}" type="pres">
      <dgm:prSet presAssocID="{76B03AE5-9BB8-3D48-AA21-EFE90B98F66D}" presName="horzSpace2" presStyleCnt="0"/>
      <dgm:spPr/>
    </dgm:pt>
    <dgm:pt modelId="{825417BA-A7A5-DC4F-A731-1CEE63670EC3}" type="pres">
      <dgm:prSet presAssocID="{76B03AE5-9BB8-3D48-AA21-EFE90B98F66D}" presName="tx2" presStyleLbl="revTx" presStyleIdx="3" presStyleCnt="12"/>
      <dgm:spPr/>
    </dgm:pt>
    <dgm:pt modelId="{DB3CBE13-8305-5D4B-B0A2-B9348553CBA9}" type="pres">
      <dgm:prSet presAssocID="{76B03AE5-9BB8-3D48-AA21-EFE90B98F66D}" presName="vert2" presStyleCnt="0"/>
      <dgm:spPr/>
    </dgm:pt>
    <dgm:pt modelId="{21C74404-D6F4-5B4A-9113-0663F73310DD}" type="pres">
      <dgm:prSet presAssocID="{76B03AE5-9BB8-3D48-AA21-EFE90B98F66D}" presName="thinLine2b" presStyleLbl="callout" presStyleIdx="1" presStyleCnt="7"/>
      <dgm:spPr/>
    </dgm:pt>
    <dgm:pt modelId="{F17927A7-CCB6-804A-95AD-D57934624C94}" type="pres">
      <dgm:prSet presAssocID="{76B03AE5-9BB8-3D48-AA21-EFE90B98F66D}" presName="vertSpace2b" presStyleCnt="0"/>
      <dgm:spPr/>
    </dgm:pt>
    <dgm:pt modelId="{9726EA21-476E-1C43-97F8-85A6941B9BB2}" type="pres">
      <dgm:prSet presAssocID="{5CA2A0D6-7735-1442-9F38-C2D9FB335EDE}" presName="horz2" presStyleCnt="0"/>
      <dgm:spPr/>
    </dgm:pt>
    <dgm:pt modelId="{71A0A253-EB78-8444-853C-46A55EEB6A30}" type="pres">
      <dgm:prSet presAssocID="{5CA2A0D6-7735-1442-9F38-C2D9FB335EDE}" presName="horzSpace2" presStyleCnt="0"/>
      <dgm:spPr/>
    </dgm:pt>
    <dgm:pt modelId="{AB040AEF-0A32-FF49-86AD-4EE912233BD0}" type="pres">
      <dgm:prSet presAssocID="{5CA2A0D6-7735-1442-9F38-C2D9FB335EDE}" presName="tx2" presStyleLbl="revTx" presStyleIdx="4" presStyleCnt="12"/>
      <dgm:spPr/>
    </dgm:pt>
    <dgm:pt modelId="{00D2327C-04D5-2F47-A511-1CA4EDCBBD3B}" type="pres">
      <dgm:prSet presAssocID="{5CA2A0D6-7735-1442-9F38-C2D9FB335EDE}" presName="vert2" presStyleCnt="0"/>
      <dgm:spPr/>
    </dgm:pt>
    <dgm:pt modelId="{8F52AFA8-60A8-004C-9A4E-DFEADFD37AEC}" type="pres">
      <dgm:prSet presAssocID="{5CA2A0D6-7735-1442-9F38-C2D9FB335EDE}" presName="thinLine2b" presStyleLbl="callout" presStyleIdx="2" presStyleCnt="7"/>
      <dgm:spPr/>
    </dgm:pt>
    <dgm:pt modelId="{63112493-748C-1A4D-8927-A6B850D80410}" type="pres">
      <dgm:prSet presAssocID="{5CA2A0D6-7735-1442-9F38-C2D9FB335EDE}" presName="vertSpace2b" presStyleCnt="0"/>
      <dgm:spPr/>
    </dgm:pt>
    <dgm:pt modelId="{E9ACECFF-756C-1F47-8AC1-9E700D5A9E3B}" type="pres">
      <dgm:prSet presAssocID="{BED2997A-176B-C240-965C-D6613EA82C92}" presName="horz2" presStyleCnt="0"/>
      <dgm:spPr/>
    </dgm:pt>
    <dgm:pt modelId="{F6603798-736C-3347-9ED4-97006365B451}" type="pres">
      <dgm:prSet presAssocID="{BED2997A-176B-C240-965C-D6613EA82C92}" presName="horzSpace2" presStyleCnt="0"/>
      <dgm:spPr/>
    </dgm:pt>
    <dgm:pt modelId="{FEC84732-A18E-9145-A100-49466805A6E8}" type="pres">
      <dgm:prSet presAssocID="{BED2997A-176B-C240-965C-D6613EA82C92}" presName="tx2" presStyleLbl="revTx" presStyleIdx="5" presStyleCnt="12" custLinFactNeighborX="-182"/>
      <dgm:spPr/>
    </dgm:pt>
    <dgm:pt modelId="{6E3AFDD4-FCED-B849-95F3-C644168FC6A6}" type="pres">
      <dgm:prSet presAssocID="{BED2997A-176B-C240-965C-D6613EA82C92}" presName="vert2" presStyleCnt="0"/>
      <dgm:spPr/>
    </dgm:pt>
    <dgm:pt modelId="{35B349D2-699B-5347-8D7B-64D9D5C4887E}" type="pres">
      <dgm:prSet presAssocID="{BED2997A-176B-C240-965C-D6613EA82C92}" presName="thinLine2b" presStyleLbl="callout" presStyleIdx="3" presStyleCnt="7"/>
      <dgm:spPr/>
    </dgm:pt>
    <dgm:pt modelId="{8B9C31A9-FC20-9148-98F5-FE504D910CD1}" type="pres">
      <dgm:prSet presAssocID="{BED2997A-176B-C240-965C-D6613EA82C92}" presName="vertSpace2b" presStyleCnt="0"/>
      <dgm:spPr/>
    </dgm:pt>
    <dgm:pt modelId="{EECC1CE0-2BD6-7C46-9A0D-4552FE8E1FAD}" type="pres">
      <dgm:prSet presAssocID="{0B1FA5C5-A332-0649-9874-638E9DD4C609}" presName="thickLine" presStyleLbl="alignNode1" presStyleIdx="2" presStyleCnt="5"/>
      <dgm:spPr/>
    </dgm:pt>
    <dgm:pt modelId="{F29E3025-F20D-B34D-8E00-25C8A902A3E3}" type="pres">
      <dgm:prSet presAssocID="{0B1FA5C5-A332-0649-9874-638E9DD4C609}" presName="horz1" presStyleCnt="0"/>
      <dgm:spPr/>
    </dgm:pt>
    <dgm:pt modelId="{6BC9D7BB-2F46-1247-9284-9EFDD224E67A}" type="pres">
      <dgm:prSet presAssocID="{0B1FA5C5-A332-0649-9874-638E9DD4C609}" presName="tx1" presStyleLbl="revTx" presStyleIdx="6" presStyleCnt="12"/>
      <dgm:spPr/>
    </dgm:pt>
    <dgm:pt modelId="{12F77F81-7A2C-4344-A31D-B9B6E5963E8B}" type="pres">
      <dgm:prSet presAssocID="{0B1FA5C5-A332-0649-9874-638E9DD4C609}" presName="vert1" presStyleCnt="0"/>
      <dgm:spPr/>
    </dgm:pt>
    <dgm:pt modelId="{D74C6B36-7B43-6A4E-B749-21C8662F9236}" type="pres">
      <dgm:prSet presAssocID="{684D65FF-4F6D-2B4F-9887-34C49A321AD6}" presName="vertSpace2a" presStyleCnt="0"/>
      <dgm:spPr/>
    </dgm:pt>
    <dgm:pt modelId="{1EF7AA7C-E2F2-834A-8668-CFA8122FDF3C}" type="pres">
      <dgm:prSet presAssocID="{684D65FF-4F6D-2B4F-9887-34C49A321AD6}" presName="horz2" presStyleCnt="0"/>
      <dgm:spPr/>
    </dgm:pt>
    <dgm:pt modelId="{CD4B93BB-7F04-5C44-95D3-E62B4E6695D8}" type="pres">
      <dgm:prSet presAssocID="{684D65FF-4F6D-2B4F-9887-34C49A321AD6}" presName="horzSpace2" presStyleCnt="0"/>
      <dgm:spPr/>
    </dgm:pt>
    <dgm:pt modelId="{96BFB7A6-94D2-5A45-B878-F46775D5C19D}" type="pres">
      <dgm:prSet presAssocID="{684D65FF-4F6D-2B4F-9887-34C49A321AD6}" presName="tx2" presStyleLbl="revTx" presStyleIdx="7" presStyleCnt="12" custScaleY="89924"/>
      <dgm:spPr/>
    </dgm:pt>
    <dgm:pt modelId="{5566FEFA-F90D-7A44-9AA1-E516AF140EE1}" type="pres">
      <dgm:prSet presAssocID="{684D65FF-4F6D-2B4F-9887-34C49A321AD6}" presName="vert2" presStyleCnt="0"/>
      <dgm:spPr/>
    </dgm:pt>
    <dgm:pt modelId="{ED608A43-37CF-0249-83F9-526F6E1F7118}" type="pres">
      <dgm:prSet presAssocID="{684D65FF-4F6D-2B4F-9887-34C49A321AD6}" presName="thinLine2b" presStyleLbl="callout" presStyleIdx="4" presStyleCnt="7"/>
      <dgm:spPr/>
    </dgm:pt>
    <dgm:pt modelId="{8B4821CB-1EFA-C346-BE91-67D6850D4B51}" type="pres">
      <dgm:prSet presAssocID="{684D65FF-4F6D-2B4F-9887-34C49A321AD6}" presName="vertSpace2b" presStyleCnt="0"/>
      <dgm:spPr/>
    </dgm:pt>
    <dgm:pt modelId="{21BD7975-3E51-B34F-A93A-0F03879E7E94}" type="pres">
      <dgm:prSet presAssocID="{5777E5DC-0BDA-3344-A077-7AE09F012F7B}" presName="thickLine" presStyleLbl="alignNode1" presStyleIdx="3" presStyleCnt="5"/>
      <dgm:spPr/>
    </dgm:pt>
    <dgm:pt modelId="{792EB2EA-61D5-5747-BD8C-EAA282A76A67}" type="pres">
      <dgm:prSet presAssocID="{5777E5DC-0BDA-3344-A077-7AE09F012F7B}" presName="horz1" presStyleCnt="0"/>
      <dgm:spPr/>
    </dgm:pt>
    <dgm:pt modelId="{74460F96-3936-B740-A42F-15E76AF973DC}" type="pres">
      <dgm:prSet presAssocID="{5777E5DC-0BDA-3344-A077-7AE09F012F7B}" presName="tx1" presStyleLbl="revTx" presStyleIdx="8" presStyleCnt="12"/>
      <dgm:spPr/>
    </dgm:pt>
    <dgm:pt modelId="{0EB090EA-857C-1543-83F0-EAB352BB7037}" type="pres">
      <dgm:prSet presAssocID="{5777E5DC-0BDA-3344-A077-7AE09F012F7B}" presName="vert1" presStyleCnt="0"/>
      <dgm:spPr/>
    </dgm:pt>
    <dgm:pt modelId="{1540A4AB-D6F2-1842-816C-A6900EF1D2D0}" type="pres">
      <dgm:prSet presAssocID="{412A8D11-621D-E142-BBD3-A07895A200BD}" presName="vertSpace2a" presStyleCnt="0"/>
      <dgm:spPr/>
    </dgm:pt>
    <dgm:pt modelId="{F73253C1-FDE8-ED42-9CC5-C4FA7E8A4C95}" type="pres">
      <dgm:prSet presAssocID="{412A8D11-621D-E142-BBD3-A07895A200BD}" presName="horz2" presStyleCnt="0"/>
      <dgm:spPr/>
    </dgm:pt>
    <dgm:pt modelId="{FC7F80ED-317E-BF4E-9EDB-5C61AE63EEEE}" type="pres">
      <dgm:prSet presAssocID="{412A8D11-621D-E142-BBD3-A07895A200BD}" presName="horzSpace2" presStyleCnt="0"/>
      <dgm:spPr/>
    </dgm:pt>
    <dgm:pt modelId="{15EF1102-2912-F448-A1F9-4ECB6ED67CA4}" type="pres">
      <dgm:prSet presAssocID="{412A8D11-621D-E142-BBD3-A07895A200BD}" presName="tx2" presStyleLbl="revTx" presStyleIdx="9" presStyleCnt="12" custScaleY="72174"/>
      <dgm:spPr/>
    </dgm:pt>
    <dgm:pt modelId="{C9FDFCB6-46F4-4849-813A-DFCDF071EA3D}" type="pres">
      <dgm:prSet presAssocID="{412A8D11-621D-E142-BBD3-A07895A200BD}" presName="vert2" presStyleCnt="0"/>
      <dgm:spPr/>
    </dgm:pt>
    <dgm:pt modelId="{16EE69CB-F3A6-6747-B058-1F0FAFE70D2B}" type="pres">
      <dgm:prSet presAssocID="{412A8D11-621D-E142-BBD3-A07895A200BD}" presName="thinLine2b" presStyleLbl="callout" presStyleIdx="5" presStyleCnt="7"/>
      <dgm:spPr/>
    </dgm:pt>
    <dgm:pt modelId="{8A31B9ED-56B2-6945-B768-A0AB3063BE87}" type="pres">
      <dgm:prSet presAssocID="{412A8D11-621D-E142-BBD3-A07895A200BD}" presName="vertSpace2b" presStyleCnt="0"/>
      <dgm:spPr/>
    </dgm:pt>
    <dgm:pt modelId="{54CBE043-F8C1-3540-A47F-6275B3F66AA9}" type="pres">
      <dgm:prSet presAssocID="{72CD3EBA-4C16-F94F-A415-BB94199F1F24}" presName="thickLine" presStyleLbl="alignNode1" presStyleIdx="4" presStyleCnt="5"/>
      <dgm:spPr/>
    </dgm:pt>
    <dgm:pt modelId="{97AE3D83-48C8-584E-BE80-EE18CF849A06}" type="pres">
      <dgm:prSet presAssocID="{72CD3EBA-4C16-F94F-A415-BB94199F1F24}" presName="horz1" presStyleCnt="0"/>
      <dgm:spPr/>
    </dgm:pt>
    <dgm:pt modelId="{96B18337-EEE2-A94C-A8CC-D09DF6384BC3}" type="pres">
      <dgm:prSet presAssocID="{72CD3EBA-4C16-F94F-A415-BB94199F1F24}" presName="tx1" presStyleLbl="revTx" presStyleIdx="10" presStyleCnt="12"/>
      <dgm:spPr/>
    </dgm:pt>
    <dgm:pt modelId="{9A7F877E-8F38-894B-8123-7B238CA2C610}" type="pres">
      <dgm:prSet presAssocID="{72CD3EBA-4C16-F94F-A415-BB94199F1F24}" presName="vert1" presStyleCnt="0"/>
      <dgm:spPr/>
    </dgm:pt>
    <dgm:pt modelId="{FAC7E63F-0DF4-004B-A45B-8708AC3ED2D1}" type="pres">
      <dgm:prSet presAssocID="{A7F4407E-3194-B647-B5E8-6C13CD1A7887}" presName="vertSpace2a" presStyleCnt="0"/>
      <dgm:spPr/>
    </dgm:pt>
    <dgm:pt modelId="{64DBB1A7-0CD0-3242-BB63-1FCD7CC16EF0}" type="pres">
      <dgm:prSet presAssocID="{A7F4407E-3194-B647-B5E8-6C13CD1A7887}" presName="horz2" presStyleCnt="0"/>
      <dgm:spPr/>
    </dgm:pt>
    <dgm:pt modelId="{79AFDE9C-D31D-6E4E-BD3E-DA6D8B4B8821}" type="pres">
      <dgm:prSet presAssocID="{A7F4407E-3194-B647-B5E8-6C13CD1A7887}" presName="horzSpace2" presStyleCnt="0"/>
      <dgm:spPr/>
    </dgm:pt>
    <dgm:pt modelId="{865E9EFB-2AB3-6542-9A52-072ADD433D6D}" type="pres">
      <dgm:prSet presAssocID="{A7F4407E-3194-B647-B5E8-6C13CD1A7887}" presName="tx2" presStyleLbl="revTx" presStyleIdx="11" presStyleCnt="12"/>
      <dgm:spPr/>
    </dgm:pt>
    <dgm:pt modelId="{E719F3D2-1BA0-304F-BBAD-FAE3A3763FAE}" type="pres">
      <dgm:prSet presAssocID="{A7F4407E-3194-B647-B5E8-6C13CD1A7887}" presName="vert2" presStyleCnt="0"/>
      <dgm:spPr/>
    </dgm:pt>
    <dgm:pt modelId="{8CFB8C85-A0F9-2046-8D08-49B1297A3DDA}" type="pres">
      <dgm:prSet presAssocID="{A7F4407E-3194-B647-B5E8-6C13CD1A7887}" presName="thinLine2b" presStyleLbl="callout" presStyleIdx="6" presStyleCnt="7"/>
      <dgm:spPr/>
    </dgm:pt>
    <dgm:pt modelId="{C4D0403E-712A-D84D-BD42-379628FA08A9}" type="pres">
      <dgm:prSet presAssocID="{A7F4407E-3194-B647-B5E8-6C13CD1A7887}" presName="vertSpace2b" presStyleCnt="0"/>
      <dgm:spPr/>
    </dgm:pt>
  </dgm:ptLst>
  <dgm:cxnLst>
    <dgm:cxn modelId="{8ED79B04-C374-9C43-A0DA-CF327AD6D9D7}" type="presOf" srcId="{A7F4407E-3194-B647-B5E8-6C13CD1A7887}" destId="{865E9EFB-2AB3-6542-9A52-072ADD433D6D}" srcOrd="0" destOrd="0" presId="urn:microsoft.com/office/officeart/2008/layout/LinedList"/>
    <dgm:cxn modelId="{62ED2E07-83F1-1D4A-94B0-5D5AE52DB483}" type="presOf" srcId="{5CA2A0D6-7735-1442-9F38-C2D9FB335EDE}" destId="{AB040AEF-0A32-FF49-86AD-4EE912233BD0}" srcOrd="0" destOrd="0" presId="urn:microsoft.com/office/officeart/2008/layout/LinedList"/>
    <dgm:cxn modelId="{B0CC7818-B1D9-3442-9853-D39CD3199C07}" srcId="{3CBBF3F1-695E-A445-94BE-848F947641A7}" destId="{313EBF0A-51F4-1F4C-9FBE-2DDB84E6B24E}" srcOrd="0" destOrd="0" parTransId="{BB9274A7-580B-764C-B406-4DA0FB2FF6D6}" sibTransId="{309366E1-08C1-384D-92BE-B68C09FA78F5}"/>
    <dgm:cxn modelId="{C1C85B2B-1FA0-F948-BFDC-0EEF031BF2F7}" type="presOf" srcId="{3CBBF3F1-695E-A445-94BE-848F947641A7}" destId="{FEB9C3EC-E3D3-CC4A-806E-E102441D3686}" srcOrd="0" destOrd="0" presId="urn:microsoft.com/office/officeart/2008/layout/LinedList"/>
    <dgm:cxn modelId="{7BB8AD33-C213-4646-9EDF-10D5F0C5B217}" type="presOf" srcId="{5777E5DC-0BDA-3344-A077-7AE09F012F7B}" destId="{74460F96-3936-B740-A42F-15E76AF973DC}" srcOrd="0" destOrd="0" presId="urn:microsoft.com/office/officeart/2008/layout/LinedList"/>
    <dgm:cxn modelId="{4BA62735-0555-A149-A308-CA58765E6F1A}" type="presOf" srcId="{0B1FA5C5-A332-0649-9874-638E9DD4C609}" destId="{6BC9D7BB-2F46-1247-9284-9EFDD224E67A}" srcOrd="0" destOrd="0" presId="urn:microsoft.com/office/officeart/2008/layout/LinedList"/>
    <dgm:cxn modelId="{9FB3CB35-03E2-2A44-B152-383536E4E251}" type="presOf" srcId="{412A8D11-621D-E142-BBD3-A07895A200BD}" destId="{15EF1102-2912-F448-A1F9-4ECB6ED67CA4}" srcOrd="0" destOrd="0" presId="urn:microsoft.com/office/officeart/2008/layout/LinedList"/>
    <dgm:cxn modelId="{83B8B967-EC52-5A47-9101-22F6958E5766}" srcId="{3CBBF3F1-695E-A445-94BE-848F947641A7}" destId="{0B1FA5C5-A332-0649-9874-638E9DD4C609}" srcOrd="2" destOrd="0" parTransId="{3A4FBB17-FD15-AD4A-AB9B-FAB7A6507CA4}" sibTransId="{7CF9FF49-6877-344D-9EF0-8F0CB4E1DF08}"/>
    <dgm:cxn modelId="{7825C26F-4708-DA4C-A77C-D2FDFF6EC084}" type="presOf" srcId="{104CEAC0-9D4D-4047-89F1-E25E34889F12}" destId="{7F7B1A1E-F0A1-564B-9A04-D03F1801FE15}" srcOrd="0" destOrd="0" presId="urn:microsoft.com/office/officeart/2008/layout/LinedList"/>
    <dgm:cxn modelId="{DCFEE774-67B3-F34D-B8E1-DDE2380B64C5}" srcId="{5777E5DC-0BDA-3344-A077-7AE09F012F7B}" destId="{412A8D11-621D-E142-BBD3-A07895A200BD}" srcOrd="0" destOrd="0" parTransId="{F24FB28A-32B9-8B44-89E6-1A92AF3C68CF}" sibTransId="{4A85F8D6-DE0D-B04D-BCAC-1FD25926BCF8}"/>
    <dgm:cxn modelId="{3318848B-FFF7-A641-ADDA-84093E35BA19}" srcId="{3CBBF3F1-695E-A445-94BE-848F947641A7}" destId="{5777E5DC-0BDA-3344-A077-7AE09F012F7B}" srcOrd="3" destOrd="0" parTransId="{7611E27D-D24B-164B-BAD2-C1A96AEC8ABA}" sibTransId="{95FDC30B-2D66-BC4D-83C0-FE96967BB042}"/>
    <dgm:cxn modelId="{F0BE2090-118B-1A40-A254-C203C441AFC6}" type="presOf" srcId="{76B03AE5-9BB8-3D48-AA21-EFE90B98F66D}" destId="{825417BA-A7A5-DC4F-A731-1CEE63670EC3}" srcOrd="0" destOrd="0" presId="urn:microsoft.com/office/officeart/2008/layout/LinedList"/>
    <dgm:cxn modelId="{7A6D3693-7702-954C-AF8F-DE08BC36DA65}" srcId="{313EBF0A-51F4-1F4C-9FBE-2DDB84E6B24E}" destId="{3ABE5CED-04E5-4340-B353-5B704399DD06}" srcOrd="0" destOrd="0" parTransId="{6460D002-3B79-F243-A487-5398B146D211}" sibTransId="{33A97423-9DD7-2B4F-953A-40873DD90C25}"/>
    <dgm:cxn modelId="{1B2D55A5-2D24-5046-8EFA-1782E8C25105}" type="presOf" srcId="{72CD3EBA-4C16-F94F-A415-BB94199F1F24}" destId="{96B18337-EEE2-A94C-A8CC-D09DF6384BC3}" srcOrd="0" destOrd="0" presId="urn:microsoft.com/office/officeart/2008/layout/LinedList"/>
    <dgm:cxn modelId="{534FB7AD-5A2E-134C-854A-2F1E288FA54E}" srcId="{0B1FA5C5-A332-0649-9874-638E9DD4C609}" destId="{684D65FF-4F6D-2B4F-9887-34C49A321AD6}" srcOrd="0" destOrd="0" parTransId="{2BFCE934-CA34-1247-840A-66E34C962243}" sibTransId="{3D85CC46-E2EE-3443-AC21-1867199303CE}"/>
    <dgm:cxn modelId="{83E9B6B0-0625-884A-BBB9-A0A4C2CF57F2}" srcId="{3CBBF3F1-695E-A445-94BE-848F947641A7}" destId="{72CD3EBA-4C16-F94F-A415-BB94199F1F24}" srcOrd="4" destOrd="0" parTransId="{7E14AE69-DB4E-4648-BF4E-EFA49EA6DEA5}" sibTransId="{8EA9E803-6D88-A34D-B9F2-3E6A49FF4FD8}"/>
    <dgm:cxn modelId="{715E6CC7-D83B-F445-95F1-C92A0024A2D2}" type="presOf" srcId="{3ABE5CED-04E5-4340-B353-5B704399DD06}" destId="{C5ECDBFB-6EB5-B24A-80DF-93CF9253CA43}" srcOrd="0" destOrd="0" presId="urn:microsoft.com/office/officeart/2008/layout/LinedList"/>
    <dgm:cxn modelId="{A06EE9C9-C947-1646-9F17-4ACA5EDD143E}" type="presOf" srcId="{BED2997A-176B-C240-965C-D6613EA82C92}" destId="{FEC84732-A18E-9145-A100-49466805A6E8}" srcOrd="0" destOrd="0" presId="urn:microsoft.com/office/officeart/2008/layout/LinedList"/>
    <dgm:cxn modelId="{E1D5EDCA-7898-C543-A279-4E1043810F9F}" srcId="{3CBBF3F1-695E-A445-94BE-848F947641A7}" destId="{104CEAC0-9D4D-4047-89F1-E25E34889F12}" srcOrd="1" destOrd="0" parTransId="{7C9B69AC-F7FE-7046-8BF8-C647C3CC9EA5}" sibTransId="{5C955388-E065-6540-9F1F-959312D38F06}"/>
    <dgm:cxn modelId="{3ABF3ADE-9E53-A749-A5E3-3B0FB0321A55}" type="presOf" srcId="{684D65FF-4F6D-2B4F-9887-34C49A321AD6}" destId="{96BFB7A6-94D2-5A45-B878-F46775D5C19D}" srcOrd="0" destOrd="0" presId="urn:microsoft.com/office/officeart/2008/layout/LinedList"/>
    <dgm:cxn modelId="{A5C8ADE0-42EE-A842-A7D3-ED8EB2B5E40F}" type="presOf" srcId="{313EBF0A-51F4-1F4C-9FBE-2DDB84E6B24E}" destId="{63B55240-5730-FF47-B82D-4017CE4F9FEA}" srcOrd="0" destOrd="0" presId="urn:microsoft.com/office/officeart/2008/layout/LinedList"/>
    <dgm:cxn modelId="{043E6EEC-7430-C943-A2F7-AF40B71944F2}" srcId="{104CEAC0-9D4D-4047-89F1-E25E34889F12}" destId="{5CA2A0D6-7735-1442-9F38-C2D9FB335EDE}" srcOrd="1" destOrd="0" parTransId="{0E8AC847-61AD-0F4A-BE28-0516CF95D7DC}" sibTransId="{FD3A6342-A144-4849-AB66-2504627C01AC}"/>
    <dgm:cxn modelId="{2851F9F5-1930-D640-82CF-B8FC9E643601}" srcId="{104CEAC0-9D4D-4047-89F1-E25E34889F12}" destId="{76B03AE5-9BB8-3D48-AA21-EFE90B98F66D}" srcOrd="0" destOrd="0" parTransId="{73424BAB-9277-564A-A59A-D04CA51E704D}" sibTransId="{15028FF1-F47F-2B4C-B35A-FADAED7358BF}"/>
    <dgm:cxn modelId="{26F6DAFC-05FB-D445-BABE-3BE9E92230CD}" srcId="{104CEAC0-9D4D-4047-89F1-E25E34889F12}" destId="{BED2997A-176B-C240-965C-D6613EA82C92}" srcOrd="2" destOrd="0" parTransId="{EC7B2B1B-87DA-2640-8D56-C1883826B315}" sibTransId="{207D6310-4C19-C448-A369-5F7CE3753B2D}"/>
    <dgm:cxn modelId="{3CF34EFF-8CD3-384A-8C6B-82A427BCC813}" srcId="{72CD3EBA-4C16-F94F-A415-BB94199F1F24}" destId="{A7F4407E-3194-B647-B5E8-6C13CD1A7887}" srcOrd="0" destOrd="0" parTransId="{239BA246-5D61-E244-8C4D-B7EA9B3325B9}" sibTransId="{9F7CBED6-13FD-2E4A-8B40-56ADD7D83627}"/>
    <dgm:cxn modelId="{388A1C89-2203-5843-B504-EEC3E55D4C82}" type="presParOf" srcId="{FEB9C3EC-E3D3-CC4A-806E-E102441D3686}" destId="{ECBA392B-3B34-4D4D-BE49-6D454F154EF4}" srcOrd="0" destOrd="0" presId="urn:microsoft.com/office/officeart/2008/layout/LinedList"/>
    <dgm:cxn modelId="{802D02CA-1AE0-784F-BCC2-B7B5AEDD7D5E}" type="presParOf" srcId="{FEB9C3EC-E3D3-CC4A-806E-E102441D3686}" destId="{5FBF8873-4235-0049-9206-0F7B2357C886}" srcOrd="1" destOrd="0" presId="urn:microsoft.com/office/officeart/2008/layout/LinedList"/>
    <dgm:cxn modelId="{D0D003D4-73D9-DC40-AF98-621032BBD58D}" type="presParOf" srcId="{5FBF8873-4235-0049-9206-0F7B2357C886}" destId="{63B55240-5730-FF47-B82D-4017CE4F9FEA}" srcOrd="0" destOrd="0" presId="urn:microsoft.com/office/officeart/2008/layout/LinedList"/>
    <dgm:cxn modelId="{9761920A-88C9-8547-A43E-0D08FCC52BBF}" type="presParOf" srcId="{5FBF8873-4235-0049-9206-0F7B2357C886}" destId="{103D5710-B939-7F45-8E22-C261C72FE481}" srcOrd="1" destOrd="0" presId="urn:microsoft.com/office/officeart/2008/layout/LinedList"/>
    <dgm:cxn modelId="{46BDCACC-42C6-EA49-AA97-0C21670C5679}" type="presParOf" srcId="{103D5710-B939-7F45-8E22-C261C72FE481}" destId="{7C0E8934-C3D2-4F4A-87BC-8008F86E6F82}" srcOrd="0" destOrd="0" presId="urn:microsoft.com/office/officeart/2008/layout/LinedList"/>
    <dgm:cxn modelId="{BF2F74A3-19B9-8E45-BB8B-3710D025B3EF}" type="presParOf" srcId="{103D5710-B939-7F45-8E22-C261C72FE481}" destId="{938D98B5-3867-A547-BEBB-123BB05FDA92}" srcOrd="1" destOrd="0" presId="urn:microsoft.com/office/officeart/2008/layout/LinedList"/>
    <dgm:cxn modelId="{91A4A21D-246A-1045-842D-51519299DCD2}" type="presParOf" srcId="{938D98B5-3867-A547-BEBB-123BB05FDA92}" destId="{0A286A01-A51F-9648-BAF6-ED7E9576C5E3}" srcOrd="0" destOrd="0" presId="urn:microsoft.com/office/officeart/2008/layout/LinedList"/>
    <dgm:cxn modelId="{4F00F996-AC83-1B4C-894F-D5D49E3C1AA8}" type="presParOf" srcId="{938D98B5-3867-A547-BEBB-123BB05FDA92}" destId="{C5ECDBFB-6EB5-B24A-80DF-93CF9253CA43}" srcOrd="1" destOrd="0" presId="urn:microsoft.com/office/officeart/2008/layout/LinedList"/>
    <dgm:cxn modelId="{02CD84DC-00AE-424F-B6A9-B4DDD2E3CEDD}" type="presParOf" srcId="{938D98B5-3867-A547-BEBB-123BB05FDA92}" destId="{7E4C897C-6E16-874C-B8A4-489768821754}" srcOrd="2" destOrd="0" presId="urn:microsoft.com/office/officeart/2008/layout/LinedList"/>
    <dgm:cxn modelId="{4ADE0F4F-DBEA-034A-B5E1-E91417033993}" type="presParOf" srcId="{103D5710-B939-7F45-8E22-C261C72FE481}" destId="{CDFAE51A-B3EA-7B42-94D3-00A6C97F8A9F}" srcOrd="2" destOrd="0" presId="urn:microsoft.com/office/officeart/2008/layout/LinedList"/>
    <dgm:cxn modelId="{E0E49242-C801-6744-93A5-09133CC6A1C0}" type="presParOf" srcId="{103D5710-B939-7F45-8E22-C261C72FE481}" destId="{A07A0B6F-3906-9B41-9611-3AEBEB7E530F}" srcOrd="3" destOrd="0" presId="urn:microsoft.com/office/officeart/2008/layout/LinedList"/>
    <dgm:cxn modelId="{2DC8BC5E-6898-F041-B45A-0DC889E6FA9E}" type="presParOf" srcId="{FEB9C3EC-E3D3-CC4A-806E-E102441D3686}" destId="{78297A24-151F-1247-96F3-EC63D6140A01}" srcOrd="2" destOrd="0" presId="urn:microsoft.com/office/officeart/2008/layout/LinedList"/>
    <dgm:cxn modelId="{8727C385-A681-054D-896F-EB4F2D5D2A8F}" type="presParOf" srcId="{FEB9C3EC-E3D3-CC4A-806E-E102441D3686}" destId="{EB3FFD85-F881-4045-8249-669193B7D7A5}" srcOrd="3" destOrd="0" presId="urn:microsoft.com/office/officeart/2008/layout/LinedList"/>
    <dgm:cxn modelId="{54F37EED-BE44-BB48-A5DF-99CACC823204}" type="presParOf" srcId="{EB3FFD85-F881-4045-8249-669193B7D7A5}" destId="{7F7B1A1E-F0A1-564B-9A04-D03F1801FE15}" srcOrd="0" destOrd="0" presId="urn:microsoft.com/office/officeart/2008/layout/LinedList"/>
    <dgm:cxn modelId="{EF860E69-BF3F-A146-A3B1-7A6F5F0EF828}" type="presParOf" srcId="{EB3FFD85-F881-4045-8249-669193B7D7A5}" destId="{DF323FFC-46D6-EF4C-A13C-5FD06610EB2E}" srcOrd="1" destOrd="0" presId="urn:microsoft.com/office/officeart/2008/layout/LinedList"/>
    <dgm:cxn modelId="{29F23FC6-7F39-E440-859A-A4843C1769B1}" type="presParOf" srcId="{DF323FFC-46D6-EF4C-A13C-5FD06610EB2E}" destId="{CFCD3D5C-1921-B943-9634-6C5FB52853BA}" srcOrd="0" destOrd="0" presId="urn:microsoft.com/office/officeart/2008/layout/LinedList"/>
    <dgm:cxn modelId="{9A1ED889-602E-4D47-A627-13BBDA1EC7F9}" type="presParOf" srcId="{DF323FFC-46D6-EF4C-A13C-5FD06610EB2E}" destId="{7F76FD5F-F3C4-E44E-8AE2-2DCAD73B2B3A}" srcOrd="1" destOrd="0" presId="urn:microsoft.com/office/officeart/2008/layout/LinedList"/>
    <dgm:cxn modelId="{58F05817-F12F-F443-B14D-4B9F942BE78B}" type="presParOf" srcId="{7F76FD5F-F3C4-E44E-8AE2-2DCAD73B2B3A}" destId="{2A95FA33-C720-C146-BD29-5BC242C7D7E7}" srcOrd="0" destOrd="0" presId="urn:microsoft.com/office/officeart/2008/layout/LinedList"/>
    <dgm:cxn modelId="{BBD0B1A3-DD5C-1D4A-A9D6-0ED1ACC09DB6}" type="presParOf" srcId="{7F76FD5F-F3C4-E44E-8AE2-2DCAD73B2B3A}" destId="{825417BA-A7A5-DC4F-A731-1CEE63670EC3}" srcOrd="1" destOrd="0" presId="urn:microsoft.com/office/officeart/2008/layout/LinedList"/>
    <dgm:cxn modelId="{257A58E3-3629-0649-BEF9-844A1A377964}" type="presParOf" srcId="{7F76FD5F-F3C4-E44E-8AE2-2DCAD73B2B3A}" destId="{DB3CBE13-8305-5D4B-B0A2-B9348553CBA9}" srcOrd="2" destOrd="0" presId="urn:microsoft.com/office/officeart/2008/layout/LinedList"/>
    <dgm:cxn modelId="{DF75E307-2444-8245-AA79-5C62FC7A0F96}" type="presParOf" srcId="{DF323FFC-46D6-EF4C-A13C-5FD06610EB2E}" destId="{21C74404-D6F4-5B4A-9113-0663F73310DD}" srcOrd="2" destOrd="0" presId="urn:microsoft.com/office/officeart/2008/layout/LinedList"/>
    <dgm:cxn modelId="{430EA601-1059-1D43-945F-EFB46603D1B0}" type="presParOf" srcId="{DF323FFC-46D6-EF4C-A13C-5FD06610EB2E}" destId="{F17927A7-CCB6-804A-95AD-D57934624C94}" srcOrd="3" destOrd="0" presId="urn:microsoft.com/office/officeart/2008/layout/LinedList"/>
    <dgm:cxn modelId="{D0D5743A-8469-834A-AEE9-6EBD916480B7}" type="presParOf" srcId="{DF323FFC-46D6-EF4C-A13C-5FD06610EB2E}" destId="{9726EA21-476E-1C43-97F8-85A6941B9BB2}" srcOrd="4" destOrd="0" presId="urn:microsoft.com/office/officeart/2008/layout/LinedList"/>
    <dgm:cxn modelId="{5388D778-3BA0-B34E-8B7D-33BD213810F1}" type="presParOf" srcId="{9726EA21-476E-1C43-97F8-85A6941B9BB2}" destId="{71A0A253-EB78-8444-853C-46A55EEB6A30}" srcOrd="0" destOrd="0" presId="urn:microsoft.com/office/officeart/2008/layout/LinedList"/>
    <dgm:cxn modelId="{71596F8C-63D4-234F-BF50-070934E6C083}" type="presParOf" srcId="{9726EA21-476E-1C43-97F8-85A6941B9BB2}" destId="{AB040AEF-0A32-FF49-86AD-4EE912233BD0}" srcOrd="1" destOrd="0" presId="urn:microsoft.com/office/officeart/2008/layout/LinedList"/>
    <dgm:cxn modelId="{09AF73FE-8E2F-5A47-9789-6CACC6A5FF81}" type="presParOf" srcId="{9726EA21-476E-1C43-97F8-85A6941B9BB2}" destId="{00D2327C-04D5-2F47-A511-1CA4EDCBBD3B}" srcOrd="2" destOrd="0" presId="urn:microsoft.com/office/officeart/2008/layout/LinedList"/>
    <dgm:cxn modelId="{425ABC4B-6BD3-5E4D-9CE3-84B571F299C5}" type="presParOf" srcId="{DF323FFC-46D6-EF4C-A13C-5FD06610EB2E}" destId="{8F52AFA8-60A8-004C-9A4E-DFEADFD37AEC}" srcOrd="5" destOrd="0" presId="urn:microsoft.com/office/officeart/2008/layout/LinedList"/>
    <dgm:cxn modelId="{49563B09-69B0-5A4B-953F-8E1B4CC06AE2}" type="presParOf" srcId="{DF323FFC-46D6-EF4C-A13C-5FD06610EB2E}" destId="{63112493-748C-1A4D-8927-A6B850D80410}" srcOrd="6" destOrd="0" presId="urn:microsoft.com/office/officeart/2008/layout/LinedList"/>
    <dgm:cxn modelId="{7252E154-9BFB-E547-8B46-7F815EC2A8BC}" type="presParOf" srcId="{DF323FFC-46D6-EF4C-A13C-5FD06610EB2E}" destId="{E9ACECFF-756C-1F47-8AC1-9E700D5A9E3B}" srcOrd="7" destOrd="0" presId="urn:microsoft.com/office/officeart/2008/layout/LinedList"/>
    <dgm:cxn modelId="{35955BC5-D5EC-8542-B7BD-B59F529794B8}" type="presParOf" srcId="{E9ACECFF-756C-1F47-8AC1-9E700D5A9E3B}" destId="{F6603798-736C-3347-9ED4-97006365B451}" srcOrd="0" destOrd="0" presId="urn:microsoft.com/office/officeart/2008/layout/LinedList"/>
    <dgm:cxn modelId="{F936CEB2-A621-AD45-8E09-E10F16C00330}" type="presParOf" srcId="{E9ACECFF-756C-1F47-8AC1-9E700D5A9E3B}" destId="{FEC84732-A18E-9145-A100-49466805A6E8}" srcOrd="1" destOrd="0" presId="urn:microsoft.com/office/officeart/2008/layout/LinedList"/>
    <dgm:cxn modelId="{D1C22594-B3BD-644A-98CF-52365E41454C}" type="presParOf" srcId="{E9ACECFF-756C-1F47-8AC1-9E700D5A9E3B}" destId="{6E3AFDD4-FCED-B849-95F3-C644168FC6A6}" srcOrd="2" destOrd="0" presId="urn:microsoft.com/office/officeart/2008/layout/LinedList"/>
    <dgm:cxn modelId="{452E8536-AA1A-2347-B4A9-B90F131A67C8}" type="presParOf" srcId="{DF323FFC-46D6-EF4C-A13C-5FD06610EB2E}" destId="{35B349D2-699B-5347-8D7B-64D9D5C4887E}" srcOrd="8" destOrd="0" presId="urn:microsoft.com/office/officeart/2008/layout/LinedList"/>
    <dgm:cxn modelId="{C7A9B511-E12D-9D45-A4B6-43FB58092085}" type="presParOf" srcId="{DF323FFC-46D6-EF4C-A13C-5FD06610EB2E}" destId="{8B9C31A9-FC20-9148-98F5-FE504D910CD1}" srcOrd="9" destOrd="0" presId="urn:microsoft.com/office/officeart/2008/layout/LinedList"/>
    <dgm:cxn modelId="{B9053645-1B65-4A45-AF26-61BEF1BD926B}" type="presParOf" srcId="{FEB9C3EC-E3D3-CC4A-806E-E102441D3686}" destId="{EECC1CE0-2BD6-7C46-9A0D-4552FE8E1FAD}" srcOrd="4" destOrd="0" presId="urn:microsoft.com/office/officeart/2008/layout/LinedList"/>
    <dgm:cxn modelId="{40414A5F-AAC0-4449-8AE5-28658B454212}" type="presParOf" srcId="{FEB9C3EC-E3D3-CC4A-806E-E102441D3686}" destId="{F29E3025-F20D-B34D-8E00-25C8A902A3E3}" srcOrd="5" destOrd="0" presId="urn:microsoft.com/office/officeart/2008/layout/LinedList"/>
    <dgm:cxn modelId="{36C3BB17-4EE8-2B4D-AF31-EED90A9E379E}" type="presParOf" srcId="{F29E3025-F20D-B34D-8E00-25C8A902A3E3}" destId="{6BC9D7BB-2F46-1247-9284-9EFDD224E67A}" srcOrd="0" destOrd="0" presId="urn:microsoft.com/office/officeart/2008/layout/LinedList"/>
    <dgm:cxn modelId="{3C13F06D-19F0-E64D-8A85-0C2852EF2F13}" type="presParOf" srcId="{F29E3025-F20D-B34D-8E00-25C8A902A3E3}" destId="{12F77F81-7A2C-4344-A31D-B9B6E5963E8B}" srcOrd="1" destOrd="0" presId="urn:microsoft.com/office/officeart/2008/layout/LinedList"/>
    <dgm:cxn modelId="{F55C1626-F7B9-9844-BCB2-EFEEF6F7D166}" type="presParOf" srcId="{12F77F81-7A2C-4344-A31D-B9B6E5963E8B}" destId="{D74C6B36-7B43-6A4E-B749-21C8662F9236}" srcOrd="0" destOrd="0" presId="urn:microsoft.com/office/officeart/2008/layout/LinedList"/>
    <dgm:cxn modelId="{6B4DA694-35B3-1447-B6E8-7B1AE2140EAC}" type="presParOf" srcId="{12F77F81-7A2C-4344-A31D-B9B6E5963E8B}" destId="{1EF7AA7C-E2F2-834A-8668-CFA8122FDF3C}" srcOrd="1" destOrd="0" presId="urn:microsoft.com/office/officeart/2008/layout/LinedList"/>
    <dgm:cxn modelId="{11DEBEE9-17F0-1C40-BA2D-A565DFA8BAC2}" type="presParOf" srcId="{1EF7AA7C-E2F2-834A-8668-CFA8122FDF3C}" destId="{CD4B93BB-7F04-5C44-95D3-E62B4E6695D8}" srcOrd="0" destOrd="0" presId="urn:microsoft.com/office/officeart/2008/layout/LinedList"/>
    <dgm:cxn modelId="{148E6589-7E66-504E-B106-8A178EA93E85}" type="presParOf" srcId="{1EF7AA7C-E2F2-834A-8668-CFA8122FDF3C}" destId="{96BFB7A6-94D2-5A45-B878-F46775D5C19D}" srcOrd="1" destOrd="0" presId="urn:microsoft.com/office/officeart/2008/layout/LinedList"/>
    <dgm:cxn modelId="{B115C5E4-AEB4-6A46-A0BB-EC34703C8A9C}" type="presParOf" srcId="{1EF7AA7C-E2F2-834A-8668-CFA8122FDF3C}" destId="{5566FEFA-F90D-7A44-9AA1-E516AF140EE1}" srcOrd="2" destOrd="0" presId="urn:microsoft.com/office/officeart/2008/layout/LinedList"/>
    <dgm:cxn modelId="{8095D6CB-ECF6-DC4C-B8D0-5AA909D5504D}" type="presParOf" srcId="{12F77F81-7A2C-4344-A31D-B9B6E5963E8B}" destId="{ED608A43-37CF-0249-83F9-526F6E1F7118}" srcOrd="2" destOrd="0" presId="urn:microsoft.com/office/officeart/2008/layout/LinedList"/>
    <dgm:cxn modelId="{D5ED9F93-9E43-B742-9AE1-C5F72262092B}" type="presParOf" srcId="{12F77F81-7A2C-4344-A31D-B9B6E5963E8B}" destId="{8B4821CB-1EFA-C346-BE91-67D6850D4B51}" srcOrd="3" destOrd="0" presId="urn:microsoft.com/office/officeart/2008/layout/LinedList"/>
    <dgm:cxn modelId="{14AD7FE3-A4BF-E941-B0FC-B5D530B012FB}" type="presParOf" srcId="{FEB9C3EC-E3D3-CC4A-806E-E102441D3686}" destId="{21BD7975-3E51-B34F-A93A-0F03879E7E94}" srcOrd="6" destOrd="0" presId="urn:microsoft.com/office/officeart/2008/layout/LinedList"/>
    <dgm:cxn modelId="{77B7CA75-6BB1-FE49-8345-AF1572FABCD6}" type="presParOf" srcId="{FEB9C3EC-E3D3-CC4A-806E-E102441D3686}" destId="{792EB2EA-61D5-5747-BD8C-EAA282A76A67}" srcOrd="7" destOrd="0" presId="urn:microsoft.com/office/officeart/2008/layout/LinedList"/>
    <dgm:cxn modelId="{6B25A93B-12A9-6143-BACA-8B26803D216B}" type="presParOf" srcId="{792EB2EA-61D5-5747-BD8C-EAA282A76A67}" destId="{74460F96-3936-B740-A42F-15E76AF973DC}" srcOrd="0" destOrd="0" presId="urn:microsoft.com/office/officeart/2008/layout/LinedList"/>
    <dgm:cxn modelId="{C4F2F442-14AB-6F4C-B647-3F89A90B0FCC}" type="presParOf" srcId="{792EB2EA-61D5-5747-BD8C-EAA282A76A67}" destId="{0EB090EA-857C-1543-83F0-EAB352BB7037}" srcOrd="1" destOrd="0" presId="urn:microsoft.com/office/officeart/2008/layout/LinedList"/>
    <dgm:cxn modelId="{0A910705-A4F7-2349-810E-F0DF55762BF4}" type="presParOf" srcId="{0EB090EA-857C-1543-83F0-EAB352BB7037}" destId="{1540A4AB-D6F2-1842-816C-A6900EF1D2D0}" srcOrd="0" destOrd="0" presId="urn:microsoft.com/office/officeart/2008/layout/LinedList"/>
    <dgm:cxn modelId="{290BEC91-10C6-204F-8E1A-0D213EEEF1FC}" type="presParOf" srcId="{0EB090EA-857C-1543-83F0-EAB352BB7037}" destId="{F73253C1-FDE8-ED42-9CC5-C4FA7E8A4C95}" srcOrd="1" destOrd="0" presId="urn:microsoft.com/office/officeart/2008/layout/LinedList"/>
    <dgm:cxn modelId="{A6EA341C-E962-934C-9589-702B3F05E260}" type="presParOf" srcId="{F73253C1-FDE8-ED42-9CC5-C4FA7E8A4C95}" destId="{FC7F80ED-317E-BF4E-9EDB-5C61AE63EEEE}" srcOrd="0" destOrd="0" presId="urn:microsoft.com/office/officeart/2008/layout/LinedList"/>
    <dgm:cxn modelId="{5C4A0D4F-285A-6643-B89C-465873C26015}" type="presParOf" srcId="{F73253C1-FDE8-ED42-9CC5-C4FA7E8A4C95}" destId="{15EF1102-2912-F448-A1F9-4ECB6ED67CA4}" srcOrd="1" destOrd="0" presId="urn:microsoft.com/office/officeart/2008/layout/LinedList"/>
    <dgm:cxn modelId="{B4A20C5A-BBCF-D546-9172-BCB5C990D0DB}" type="presParOf" srcId="{F73253C1-FDE8-ED42-9CC5-C4FA7E8A4C95}" destId="{C9FDFCB6-46F4-4849-813A-DFCDF071EA3D}" srcOrd="2" destOrd="0" presId="urn:microsoft.com/office/officeart/2008/layout/LinedList"/>
    <dgm:cxn modelId="{077AC079-119C-1444-A552-78C7E8C8B75E}" type="presParOf" srcId="{0EB090EA-857C-1543-83F0-EAB352BB7037}" destId="{16EE69CB-F3A6-6747-B058-1F0FAFE70D2B}" srcOrd="2" destOrd="0" presId="urn:microsoft.com/office/officeart/2008/layout/LinedList"/>
    <dgm:cxn modelId="{37BDB7AB-D972-9941-9D60-A4FF66D7D626}" type="presParOf" srcId="{0EB090EA-857C-1543-83F0-EAB352BB7037}" destId="{8A31B9ED-56B2-6945-B768-A0AB3063BE87}" srcOrd="3" destOrd="0" presId="urn:microsoft.com/office/officeart/2008/layout/LinedList"/>
    <dgm:cxn modelId="{F1F0B720-F46C-6142-A15E-3D6D7020F5C8}" type="presParOf" srcId="{FEB9C3EC-E3D3-CC4A-806E-E102441D3686}" destId="{54CBE043-F8C1-3540-A47F-6275B3F66AA9}" srcOrd="8" destOrd="0" presId="urn:microsoft.com/office/officeart/2008/layout/LinedList"/>
    <dgm:cxn modelId="{D3927DE6-FCB6-6341-821B-FB61FD8A8445}" type="presParOf" srcId="{FEB9C3EC-E3D3-CC4A-806E-E102441D3686}" destId="{97AE3D83-48C8-584E-BE80-EE18CF849A06}" srcOrd="9" destOrd="0" presId="urn:microsoft.com/office/officeart/2008/layout/LinedList"/>
    <dgm:cxn modelId="{46AC9242-BC9B-EC42-985F-C9D3D4498022}" type="presParOf" srcId="{97AE3D83-48C8-584E-BE80-EE18CF849A06}" destId="{96B18337-EEE2-A94C-A8CC-D09DF6384BC3}" srcOrd="0" destOrd="0" presId="urn:microsoft.com/office/officeart/2008/layout/LinedList"/>
    <dgm:cxn modelId="{34CD4880-3779-0544-8120-398F49216F78}" type="presParOf" srcId="{97AE3D83-48C8-584E-BE80-EE18CF849A06}" destId="{9A7F877E-8F38-894B-8123-7B238CA2C610}" srcOrd="1" destOrd="0" presId="urn:microsoft.com/office/officeart/2008/layout/LinedList"/>
    <dgm:cxn modelId="{CDE408F6-9B72-2540-A3A3-543039D505C1}" type="presParOf" srcId="{9A7F877E-8F38-894B-8123-7B238CA2C610}" destId="{FAC7E63F-0DF4-004B-A45B-8708AC3ED2D1}" srcOrd="0" destOrd="0" presId="urn:microsoft.com/office/officeart/2008/layout/LinedList"/>
    <dgm:cxn modelId="{EA84B4D9-F787-8743-B9CA-EA7C4C7B839B}" type="presParOf" srcId="{9A7F877E-8F38-894B-8123-7B238CA2C610}" destId="{64DBB1A7-0CD0-3242-BB63-1FCD7CC16EF0}" srcOrd="1" destOrd="0" presId="urn:microsoft.com/office/officeart/2008/layout/LinedList"/>
    <dgm:cxn modelId="{62E4EE35-907E-6744-A9F5-1C18BB300B99}" type="presParOf" srcId="{64DBB1A7-0CD0-3242-BB63-1FCD7CC16EF0}" destId="{79AFDE9C-D31D-6E4E-BD3E-DA6D8B4B8821}" srcOrd="0" destOrd="0" presId="urn:microsoft.com/office/officeart/2008/layout/LinedList"/>
    <dgm:cxn modelId="{D807950F-E978-394D-A526-890ADC7ECF23}" type="presParOf" srcId="{64DBB1A7-0CD0-3242-BB63-1FCD7CC16EF0}" destId="{865E9EFB-2AB3-6542-9A52-072ADD433D6D}" srcOrd="1" destOrd="0" presId="urn:microsoft.com/office/officeart/2008/layout/LinedList"/>
    <dgm:cxn modelId="{9CEB8EF8-172D-BD48-ADA1-A2C8DB2B1E93}" type="presParOf" srcId="{64DBB1A7-0CD0-3242-BB63-1FCD7CC16EF0}" destId="{E719F3D2-1BA0-304F-BBAD-FAE3A3763FAE}" srcOrd="2" destOrd="0" presId="urn:microsoft.com/office/officeart/2008/layout/LinedList"/>
    <dgm:cxn modelId="{A09F9E49-0863-4D4B-BEC3-3210B1CCD004}" type="presParOf" srcId="{9A7F877E-8F38-894B-8123-7B238CA2C610}" destId="{8CFB8C85-A0F9-2046-8D08-49B1297A3DDA}" srcOrd="2" destOrd="0" presId="urn:microsoft.com/office/officeart/2008/layout/LinedList"/>
    <dgm:cxn modelId="{D113A71F-F998-F14A-B20F-6FFEE739A0E8}" type="presParOf" srcId="{9A7F877E-8F38-894B-8123-7B238CA2C610}" destId="{C4D0403E-712A-D84D-BD42-379628FA08A9}"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69012510-FDCD-3940-882C-42087CC35AF2}"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kumimoji="1" lang="ja-JP" altLang="en-US"/>
        </a:p>
      </dgm:t>
    </dgm:pt>
    <dgm:pt modelId="{EE933B99-3F4B-DD4A-977B-CFE9268B9003}">
      <dgm:prSet phldrT="[テキスト]" custT="1"/>
      <dgm:spPr/>
      <dgm:t>
        <a:bodyPr/>
        <a:lstStyle/>
        <a:p>
          <a:r>
            <a:rPr kumimoji="1" lang="en-US" altLang="ja-JP" sz="1500" b="1" dirty="0"/>
            <a:t>1 </a:t>
          </a:r>
          <a:r>
            <a:rPr kumimoji="1" lang="ja-JP" altLang="en-US" sz="1500" b="1"/>
            <a:t>音声攻撃性の問題</a:t>
          </a:r>
          <a:endParaRPr kumimoji="1" lang="en-US" altLang="ja-JP" sz="1500" b="1" dirty="0"/>
        </a:p>
      </dgm:t>
    </dgm:pt>
    <dgm:pt modelId="{0C3747AC-87F4-F24D-B229-00E02C57C8BE}" type="parTrans" cxnId="{C7099AF7-0640-4145-9749-22F3061F476B}">
      <dgm:prSet/>
      <dgm:spPr/>
      <dgm:t>
        <a:bodyPr/>
        <a:lstStyle/>
        <a:p>
          <a:endParaRPr kumimoji="1" lang="ja-JP" altLang="en-US"/>
        </a:p>
      </dgm:t>
    </dgm:pt>
    <dgm:pt modelId="{B5081CDF-5C36-4845-8755-413D770EC9E3}" type="sibTrans" cxnId="{C7099AF7-0640-4145-9749-22F3061F476B}">
      <dgm:prSet/>
      <dgm:spPr/>
      <dgm:t>
        <a:bodyPr/>
        <a:lstStyle/>
        <a:p>
          <a:endParaRPr kumimoji="1" lang="ja-JP" altLang="en-US"/>
        </a:p>
      </dgm:t>
    </dgm:pt>
    <dgm:pt modelId="{50CA48B3-AD02-BC43-8765-1D514540A9BE}">
      <dgm:prSet phldrT="[テキスト]" custT="1"/>
      <dgm:spPr/>
      <dgm:t>
        <a:bodyPr/>
        <a:lstStyle/>
        <a:p>
          <a:r>
            <a:rPr kumimoji="1" lang="ja-JP" altLang="en-US" sz="1200"/>
            <a:t>背景ノイズ</a:t>
          </a:r>
        </a:p>
      </dgm:t>
    </dgm:pt>
    <dgm:pt modelId="{04C059D8-8218-F647-BF8A-C43D547192F8}" type="parTrans" cxnId="{6649D3A0-A1E0-304C-80A5-F5363F608136}">
      <dgm:prSet/>
      <dgm:spPr/>
      <dgm:t>
        <a:bodyPr/>
        <a:lstStyle/>
        <a:p>
          <a:endParaRPr kumimoji="1" lang="ja-JP" altLang="en-US"/>
        </a:p>
      </dgm:t>
    </dgm:pt>
    <dgm:pt modelId="{D5F07F64-A21E-7E4F-A1E6-9358778C11CF}" type="sibTrans" cxnId="{6649D3A0-A1E0-304C-80A5-F5363F608136}">
      <dgm:prSet/>
      <dgm:spPr/>
      <dgm:t>
        <a:bodyPr/>
        <a:lstStyle/>
        <a:p>
          <a:endParaRPr kumimoji="1" lang="ja-JP" altLang="en-US"/>
        </a:p>
      </dgm:t>
    </dgm:pt>
    <dgm:pt modelId="{4FCEF6A9-1F52-2D49-BD6B-062BB1C78537}">
      <dgm:prSet phldrT="[テキスト]" custT="1"/>
      <dgm:spPr/>
      <dgm:t>
        <a:bodyPr/>
        <a:lstStyle/>
        <a:p>
          <a:r>
            <a:rPr kumimoji="1" lang="ja-JP" altLang="en-US" sz="1200"/>
            <a:t>個人差</a:t>
          </a:r>
        </a:p>
      </dgm:t>
    </dgm:pt>
    <dgm:pt modelId="{D8822A1C-493E-0241-AFD3-4EDC6D153B7C}" type="parTrans" cxnId="{32F7330D-CB8C-6343-9A47-4BFCBBC6D4F0}">
      <dgm:prSet/>
      <dgm:spPr/>
      <dgm:t>
        <a:bodyPr/>
        <a:lstStyle/>
        <a:p>
          <a:endParaRPr kumimoji="1" lang="ja-JP" altLang="en-US"/>
        </a:p>
      </dgm:t>
    </dgm:pt>
    <dgm:pt modelId="{4AA16D3B-048D-2E40-913D-D5BFCE3CC26F}" type="sibTrans" cxnId="{32F7330D-CB8C-6343-9A47-4BFCBBC6D4F0}">
      <dgm:prSet/>
      <dgm:spPr/>
      <dgm:t>
        <a:bodyPr/>
        <a:lstStyle/>
        <a:p>
          <a:endParaRPr kumimoji="1" lang="ja-JP" altLang="en-US"/>
        </a:p>
      </dgm:t>
    </dgm:pt>
    <dgm:pt modelId="{33A84996-3990-EA45-B532-D47D624DF906}">
      <dgm:prSet phldrT="[テキスト]" custT="1"/>
      <dgm:spPr/>
      <dgm:t>
        <a:bodyPr/>
        <a:lstStyle/>
        <a:p>
          <a:r>
            <a:rPr kumimoji="1" lang="ja-JP" altLang="en-US" sz="1200"/>
            <a:t>音声収録環境の変動</a:t>
          </a:r>
          <a:endParaRPr kumimoji="1" lang="en-US" altLang="ja-JP" sz="1200" dirty="0"/>
        </a:p>
      </dgm:t>
    </dgm:pt>
    <dgm:pt modelId="{B4DDAD6D-F788-D743-A1FD-E749A471AAD3}" type="parTrans" cxnId="{2FC5882A-1790-AA4F-8A31-432DFCC81D85}">
      <dgm:prSet/>
      <dgm:spPr/>
      <dgm:t>
        <a:bodyPr/>
        <a:lstStyle/>
        <a:p>
          <a:endParaRPr kumimoji="1" lang="ja-JP" altLang="en-US"/>
        </a:p>
      </dgm:t>
    </dgm:pt>
    <dgm:pt modelId="{E9A277BE-6274-E74B-A51C-AC97F3A69948}" type="sibTrans" cxnId="{2FC5882A-1790-AA4F-8A31-432DFCC81D85}">
      <dgm:prSet/>
      <dgm:spPr/>
      <dgm:t>
        <a:bodyPr/>
        <a:lstStyle/>
        <a:p>
          <a:endParaRPr kumimoji="1" lang="ja-JP" altLang="en-US"/>
        </a:p>
      </dgm:t>
    </dgm:pt>
    <dgm:pt modelId="{A9870D1F-958D-4C41-9A6A-57B8ACF237BD}">
      <dgm:prSet custT="1"/>
      <dgm:spPr/>
      <dgm:t>
        <a:bodyPr/>
        <a:lstStyle/>
        <a:p>
          <a:r>
            <a:rPr kumimoji="1" lang="en-US" altLang="ja-JP" sz="1200" dirty="0"/>
            <a:t>→</a:t>
          </a:r>
          <a:r>
            <a:rPr kumimoji="1" lang="ja-JP" altLang="en-US" sz="1200" b="1"/>
            <a:t>対策：</a:t>
          </a:r>
          <a:r>
            <a:rPr kumimoji="1" lang="ja-JP" altLang="en-US" sz="1200"/>
            <a:t>ノイズバスト特徴・音量正規化・自己教師あり微調整</a:t>
          </a:r>
        </a:p>
      </dgm:t>
    </dgm:pt>
    <dgm:pt modelId="{EDC66DA1-3D53-2D40-9587-5FF87AA4E16A}" type="parTrans" cxnId="{FC2CF754-310F-9A49-9D5E-AB1080D36066}">
      <dgm:prSet/>
      <dgm:spPr/>
      <dgm:t>
        <a:bodyPr/>
        <a:lstStyle/>
        <a:p>
          <a:endParaRPr kumimoji="1" lang="ja-JP" altLang="en-US"/>
        </a:p>
      </dgm:t>
    </dgm:pt>
    <dgm:pt modelId="{740D19F0-41A7-7846-BB87-76DE8020A929}" type="sibTrans" cxnId="{FC2CF754-310F-9A49-9D5E-AB1080D36066}">
      <dgm:prSet/>
      <dgm:spPr/>
      <dgm:t>
        <a:bodyPr/>
        <a:lstStyle/>
        <a:p>
          <a:endParaRPr kumimoji="1" lang="ja-JP" altLang="en-US"/>
        </a:p>
      </dgm:t>
    </dgm:pt>
    <dgm:pt modelId="{3391209E-457F-FF49-BD21-952EDF8DFBBA}" type="pres">
      <dgm:prSet presAssocID="{69012510-FDCD-3940-882C-42087CC35AF2}" presName="vert0" presStyleCnt="0">
        <dgm:presLayoutVars>
          <dgm:dir/>
          <dgm:animOne val="branch"/>
          <dgm:animLvl val="lvl"/>
        </dgm:presLayoutVars>
      </dgm:prSet>
      <dgm:spPr/>
    </dgm:pt>
    <dgm:pt modelId="{732D79BE-4B58-6A4F-830F-72802FB90D11}" type="pres">
      <dgm:prSet presAssocID="{EE933B99-3F4B-DD4A-977B-CFE9268B9003}" presName="thickLine" presStyleLbl="alignNode1" presStyleIdx="0" presStyleCnt="1"/>
      <dgm:spPr/>
    </dgm:pt>
    <dgm:pt modelId="{881CFA16-3C3A-DB4E-8BC7-AE376D645E55}" type="pres">
      <dgm:prSet presAssocID="{EE933B99-3F4B-DD4A-977B-CFE9268B9003}" presName="horz1" presStyleCnt="0"/>
      <dgm:spPr/>
    </dgm:pt>
    <dgm:pt modelId="{335FBF1E-6BD2-844B-A350-6096E98E7767}" type="pres">
      <dgm:prSet presAssocID="{EE933B99-3F4B-DD4A-977B-CFE9268B9003}" presName="tx1" presStyleLbl="revTx" presStyleIdx="0" presStyleCnt="5"/>
      <dgm:spPr/>
    </dgm:pt>
    <dgm:pt modelId="{61583300-F978-1541-A0E1-F8FBBE6A59B1}" type="pres">
      <dgm:prSet presAssocID="{EE933B99-3F4B-DD4A-977B-CFE9268B9003}" presName="vert1" presStyleCnt="0"/>
      <dgm:spPr/>
    </dgm:pt>
    <dgm:pt modelId="{9C107FBD-89D1-1F47-B12F-1F44F56C21B9}" type="pres">
      <dgm:prSet presAssocID="{50CA48B3-AD02-BC43-8765-1D514540A9BE}" presName="vertSpace2a" presStyleCnt="0"/>
      <dgm:spPr/>
    </dgm:pt>
    <dgm:pt modelId="{92FE4A22-45AC-F64A-9932-33A6927C2BB9}" type="pres">
      <dgm:prSet presAssocID="{50CA48B3-AD02-BC43-8765-1D514540A9BE}" presName="horz2" presStyleCnt="0"/>
      <dgm:spPr/>
    </dgm:pt>
    <dgm:pt modelId="{DAE05091-4968-404C-913B-BAFF6316CBA1}" type="pres">
      <dgm:prSet presAssocID="{50CA48B3-AD02-BC43-8765-1D514540A9BE}" presName="horzSpace2" presStyleCnt="0"/>
      <dgm:spPr/>
    </dgm:pt>
    <dgm:pt modelId="{108DA85E-86D7-9244-8127-182DCCB1DC04}" type="pres">
      <dgm:prSet presAssocID="{50CA48B3-AD02-BC43-8765-1D514540A9BE}" presName="tx2" presStyleLbl="revTx" presStyleIdx="1" presStyleCnt="5"/>
      <dgm:spPr/>
    </dgm:pt>
    <dgm:pt modelId="{7C12B59D-18EF-7B46-8BEC-06D396CF7E98}" type="pres">
      <dgm:prSet presAssocID="{50CA48B3-AD02-BC43-8765-1D514540A9BE}" presName="vert2" presStyleCnt="0"/>
      <dgm:spPr/>
    </dgm:pt>
    <dgm:pt modelId="{48E6B68E-1352-AF49-8391-25364C79E4B4}" type="pres">
      <dgm:prSet presAssocID="{50CA48B3-AD02-BC43-8765-1D514540A9BE}" presName="thinLine2b" presStyleLbl="callout" presStyleIdx="0" presStyleCnt="4"/>
      <dgm:spPr/>
    </dgm:pt>
    <dgm:pt modelId="{268D50F8-055A-6B4E-B223-2FC216635388}" type="pres">
      <dgm:prSet presAssocID="{50CA48B3-AD02-BC43-8765-1D514540A9BE}" presName="vertSpace2b" presStyleCnt="0"/>
      <dgm:spPr/>
    </dgm:pt>
    <dgm:pt modelId="{B77D3AA1-A8D9-7A4F-954B-857F1B80BEB1}" type="pres">
      <dgm:prSet presAssocID="{4FCEF6A9-1F52-2D49-BD6B-062BB1C78537}" presName="horz2" presStyleCnt="0"/>
      <dgm:spPr/>
    </dgm:pt>
    <dgm:pt modelId="{36255909-AD48-E24B-838A-9A6DE8A86DA2}" type="pres">
      <dgm:prSet presAssocID="{4FCEF6A9-1F52-2D49-BD6B-062BB1C78537}" presName="horzSpace2" presStyleCnt="0"/>
      <dgm:spPr/>
    </dgm:pt>
    <dgm:pt modelId="{E489974C-A360-BD4D-85C3-6B86ECEBF935}" type="pres">
      <dgm:prSet presAssocID="{4FCEF6A9-1F52-2D49-BD6B-062BB1C78537}" presName="tx2" presStyleLbl="revTx" presStyleIdx="2" presStyleCnt="5"/>
      <dgm:spPr/>
    </dgm:pt>
    <dgm:pt modelId="{91A20C99-C457-3943-A63A-CE308841869B}" type="pres">
      <dgm:prSet presAssocID="{4FCEF6A9-1F52-2D49-BD6B-062BB1C78537}" presName="vert2" presStyleCnt="0"/>
      <dgm:spPr/>
    </dgm:pt>
    <dgm:pt modelId="{0DD54A58-4F3E-4742-AE21-CE900C2387EE}" type="pres">
      <dgm:prSet presAssocID="{4FCEF6A9-1F52-2D49-BD6B-062BB1C78537}" presName="thinLine2b" presStyleLbl="callout" presStyleIdx="1" presStyleCnt="4"/>
      <dgm:spPr/>
    </dgm:pt>
    <dgm:pt modelId="{95273088-EC5C-574F-BDAB-6A750F4200AE}" type="pres">
      <dgm:prSet presAssocID="{4FCEF6A9-1F52-2D49-BD6B-062BB1C78537}" presName="vertSpace2b" presStyleCnt="0"/>
      <dgm:spPr/>
    </dgm:pt>
    <dgm:pt modelId="{1C37E50B-DECD-114C-BB35-C1149CB8C4E3}" type="pres">
      <dgm:prSet presAssocID="{33A84996-3990-EA45-B532-D47D624DF906}" presName="horz2" presStyleCnt="0"/>
      <dgm:spPr/>
    </dgm:pt>
    <dgm:pt modelId="{E345CE26-5B77-8646-A5F1-14EC499585A7}" type="pres">
      <dgm:prSet presAssocID="{33A84996-3990-EA45-B532-D47D624DF906}" presName="horzSpace2" presStyleCnt="0"/>
      <dgm:spPr/>
    </dgm:pt>
    <dgm:pt modelId="{37D4B57C-DD6A-F543-9B74-B4C96ED3983F}" type="pres">
      <dgm:prSet presAssocID="{33A84996-3990-EA45-B532-D47D624DF906}" presName="tx2" presStyleLbl="revTx" presStyleIdx="3" presStyleCnt="5"/>
      <dgm:spPr/>
    </dgm:pt>
    <dgm:pt modelId="{8297B79E-55E1-4247-A0B7-2D87DE10D43E}" type="pres">
      <dgm:prSet presAssocID="{33A84996-3990-EA45-B532-D47D624DF906}" presName="vert2" presStyleCnt="0"/>
      <dgm:spPr/>
    </dgm:pt>
    <dgm:pt modelId="{6AAA512B-A588-E047-AF66-2F9080422B79}" type="pres">
      <dgm:prSet presAssocID="{33A84996-3990-EA45-B532-D47D624DF906}" presName="thinLine2b" presStyleLbl="callout" presStyleIdx="2" presStyleCnt="4"/>
      <dgm:spPr/>
    </dgm:pt>
    <dgm:pt modelId="{A9BA7F5A-81AF-E84D-B803-B8B5F53B9044}" type="pres">
      <dgm:prSet presAssocID="{33A84996-3990-EA45-B532-D47D624DF906}" presName="vertSpace2b" presStyleCnt="0"/>
      <dgm:spPr/>
    </dgm:pt>
    <dgm:pt modelId="{63F97FE8-497D-6141-BD39-ED11355A21BC}" type="pres">
      <dgm:prSet presAssocID="{A9870D1F-958D-4C41-9A6A-57B8ACF237BD}" presName="horz2" presStyleCnt="0"/>
      <dgm:spPr/>
    </dgm:pt>
    <dgm:pt modelId="{EDBCF169-F781-644B-A173-80935053CCE2}" type="pres">
      <dgm:prSet presAssocID="{A9870D1F-958D-4C41-9A6A-57B8ACF237BD}" presName="horzSpace2" presStyleCnt="0"/>
      <dgm:spPr/>
    </dgm:pt>
    <dgm:pt modelId="{0B6383D0-8132-B148-AEB8-164CBFDA56E1}" type="pres">
      <dgm:prSet presAssocID="{A9870D1F-958D-4C41-9A6A-57B8ACF237BD}" presName="tx2" presStyleLbl="revTx" presStyleIdx="4" presStyleCnt="5"/>
      <dgm:spPr/>
    </dgm:pt>
    <dgm:pt modelId="{48D4795A-298D-DA4E-A6BA-D224D4AF32D4}" type="pres">
      <dgm:prSet presAssocID="{A9870D1F-958D-4C41-9A6A-57B8ACF237BD}" presName="vert2" presStyleCnt="0"/>
      <dgm:spPr/>
    </dgm:pt>
    <dgm:pt modelId="{33383A0E-FE75-E747-BF1C-7BAAD273355A}" type="pres">
      <dgm:prSet presAssocID="{A9870D1F-958D-4C41-9A6A-57B8ACF237BD}" presName="thinLine2b" presStyleLbl="callout" presStyleIdx="3" presStyleCnt="4"/>
      <dgm:spPr/>
    </dgm:pt>
    <dgm:pt modelId="{BE3B3E87-7913-2040-AFE7-5C5300D282DE}" type="pres">
      <dgm:prSet presAssocID="{A9870D1F-958D-4C41-9A6A-57B8ACF237BD}" presName="vertSpace2b" presStyleCnt="0"/>
      <dgm:spPr/>
    </dgm:pt>
  </dgm:ptLst>
  <dgm:cxnLst>
    <dgm:cxn modelId="{32F7330D-CB8C-6343-9A47-4BFCBBC6D4F0}" srcId="{EE933B99-3F4B-DD4A-977B-CFE9268B9003}" destId="{4FCEF6A9-1F52-2D49-BD6B-062BB1C78537}" srcOrd="1" destOrd="0" parTransId="{D8822A1C-493E-0241-AFD3-4EDC6D153B7C}" sibTransId="{4AA16D3B-048D-2E40-913D-D5BFCE3CC26F}"/>
    <dgm:cxn modelId="{7A50281B-320A-9B43-BF0F-2E80064AC19E}" type="presOf" srcId="{50CA48B3-AD02-BC43-8765-1D514540A9BE}" destId="{108DA85E-86D7-9244-8127-182DCCB1DC04}" srcOrd="0" destOrd="0" presId="urn:microsoft.com/office/officeart/2008/layout/LinedList"/>
    <dgm:cxn modelId="{70AA721C-65F4-8543-8E75-FD9637FA2334}" type="presOf" srcId="{33A84996-3990-EA45-B532-D47D624DF906}" destId="{37D4B57C-DD6A-F543-9B74-B4C96ED3983F}" srcOrd="0" destOrd="0" presId="urn:microsoft.com/office/officeart/2008/layout/LinedList"/>
    <dgm:cxn modelId="{2FC5882A-1790-AA4F-8A31-432DFCC81D85}" srcId="{EE933B99-3F4B-DD4A-977B-CFE9268B9003}" destId="{33A84996-3990-EA45-B532-D47D624DF906}" srcOrd="2" destOrd="0" parTransId="{B4DDAD6D-F788-D743-A1FD-E749A471AAD3}" sibTransId="{E9A277BE-6274-E74B-A51C-AC97F3A69948}"/>
    <dgm:cxn modelId="{FC2CF754-310F-9A49-9D5E-AB1080D36066}" srcId="{EE933B99-3F4B-DD4A-977B-CFE9268B9003}" destId="{A9870D1F-958D-4C41-9A6A-57B8ACF237BD}" srcOrd="3" destOrd="0" parTransId="{EDC66DA1-3D53-2D40-9587-5FF87AA4E16A}" sibTransId="{740D19F0-41A7-7846-BB87-76DE8020A929}"/>
    <dgm:cxn modelId="{6649D3A0-A1E0-304C-80A5-F5363F608136}" srcId="{EE933B99-3F4B-DD4A-977B-CFE9268B9003}" destId="{50CA48B3-AD02-BC43-8765-1D514540A9BE}" srcOrd="0" destOrd="0" parTransId="{04C059D8-8218-F647-BF8A-C43D547192F8}" sibTransId="{D5F07F64-A21E-7E4F-A1E6-9358778C11CF}"/>
    <dgm:cxn modelId="{687BC9D6-F159-584E-A27E-7681F3DAD25B}" type="presOf" srcId="{69012510-FDCD-3940-882C-42087CC35AF2}" destId="{3391209E-457F-FF49-BD21-952EDF8DFBBA}" srcOrd="0" destOrd="0" presId="urn:microsoft.com/office/officeart/2008/layout/LinedList"/>
    <dgm:cxn modelId="{DA5B5BD9-A4AD-5E4D-9DFE-7D9CDC91AA77}" type="presOf" srcId="{4FCEF6A9-1F52-2D49-BD6B-062BB1C78537}" destId="{E489974C-A360-BD4D-85C3-6B86ECEBF935}" srcOrd="0" destOrd="0" presId="urn:microsoft.com/office/officeart/2008/layout/LinedList"/>
    <dgm:cxn modelId="{0B0EF9D9-248E-DE40-A4C6-4DF2D8571CF4}" type="presOf" srcId="{A9870D1F-958D-4C41-9A6A-57B8ACF237BD}" destId="{0B6383D0-8132-B148-AEB8-164CBFDA56E1}" srcOrd="0" destOrd="0" presId="urn:microsoft.com/office/officeart/2008/layout/LinedList"/>
    <dgm:cxn modelId="{A69EA7DD-D46B-EA4C-8678-F04CF9AD2E42}" type="presOf" srcId="{EE933B99-3F4B-DD4A-977B-CFE9268B9003}" destId="{335FBF1E-6BD2-844B-A350-6096E98E7767}" srcOrd="0" destOrd="0" presId="urn:microsoft.com/office/officeart/2008/layout/LinedList"/>
    <dgm:cxn modelId="{C7099AF7-0640-4145-9749-22F3061F476B}" srcId="{69012510-FDCD-3940-882C-42087CC35AF2}" destId="{EE933B99-3F4B-DD4A-977B-CFE9268B9003}" srcOrd="0" destOrd="0" parTransId="{0C3747AC-87F4-F24D-B229-00E02C57C8BE}" sibTransId="{B5081CDF-5C36-4845-8755-413D770EC9E3}"/>
    <dgm:cxn modelId="{9E858DD1-9967-8C43-9703-D69D8E9ACF9A}" type="presParOf" srcId="{3391209E-457F-FF49-BD21-952EDF8DFBBA}" destId="{732D79BE-4B58-6A4F-830F-72802FB90D11}" srcOrd="0" destOrd="0" presId="urn:microsoft.com/office/officeart/2008/layout/LinedList"/>
    <dgm:cxn modelId="{970FE38F-60A9-1541-BDBF-DC1A1B62351D}" type="presParOf" srcId="{3391209E-457F-FF49-BD21-952EDF8DFBBA}" destId="{881CFA16-3C3A-DB4E-8BC7-AE376D645E55}" srcOrd="1" destOrd="0" presId="urn:microsoft.com/office/officeart/2008/layout/LinedList"/>
    <dgm:cxn modelId="{4407B0B4-AE27-3C43-958D-2FB4C4C36BBE}" type="presParOf" srcId="{881CFA16-3C3A-DB4E-8BC7-AE376D645E55}" destId="{335FBF1E-6BD2-844B-A350-6096E98E7767}" srcOrd="0" destOrd="0" presId="urn:microsoft.com/office/officeart/2008/layout/LinedList"/>
    <dgm:cxn modelId="{921F7A54-8565-3E41-892C-A7BAEB5EC52B}" type="presParOf" srcId="{881CFA16-3C3A-DB4E-8BC7-AE376D645E55}" destId="{61583300-F978-1541-A0E1-F8FBBE6A59B1}" srcOrd="1" destOrd="0" presId="urn:microsoft.com/office/officeart/2008/layout/LinedList"/>
    <dgm:cxn modelId="{77D31248-8AEF-434A-A344-8A1275FCC522}" type="presParOf" srcId="{61583300-F978-1541-A0E1-F8FBBE6A59B1}" destId="{9C107FBD-89D1-1F47-B12F-1F44F56C21B9}" srcOrd="0" destOrd="0" presId="urn:microsoft.com/office/officeart/2008/layout/LinedList"/>
    <dgm:cxn modelId="{AFA06E5F-3E51-364C-BD45-90414267B696}" type="presParOf" srcId="{61583300-F978-1541-A0E1-F8FBBE6A59B1}" destId="{92FE4A22-45AC-F64A-9932-33A6927C2BB9}" srcOrd="1" destOrd="0" presId="urn:microsoft.com/office/officeart/2008/layout/LinedList"/>
    <dgm:cxn modelId="{9AB4D0C1-6591-2D4E-93B4-E3DAE826E958}" type="presParOf" srcId="{92FE4A22-45AC-F64A-9932-33A6927C2BB9}" destId="{DAE05091-4968-404C-913B-BAFF6316CBA1}" srcOrd="0" destOrd="0" presId="urn:microsoft.com/office/officeart/2008/layout/LinedList"/>
    <dgm:cxn modelId="{FF36D66C-8F75-F64E-9218-6063DE390C86}" type="presParOf" srcId="{92FE4A22-45AC-F64A-9932-33A6927C2BB9}" destId="{108DA85E-86D7-9244-8127-182DCCB1DC04}" srcOrd="1" destOrd="0" presId="urn:microsoft.com/office/officeart/2008/layout/LinedList"/>
    <dgm:cxn modelId="{61C121C6-B79B-5F43-9260-9387B49873E4}" type="presParOf" srcId="{92FE4A22-45AC-F64A-9932-33A6927C2BB9}" destId="{7C12B59D-18EF-7B46-8BEC-06D396CF7E98}" srcOrd="2" destOrd="0" presId="urn:microsoft.com/office/officeart/2008/layout/LinedList"/>
    <dgm:cxn modelId="{309A1698-FE81-5F46-9082-4CED1BF90894}" type="presParOf" srcId="{61583300-F978-1541-A0E1-F8FBBE6A59B1}" destId="{48E6B68E-1352-AF49-8391-25364C79E4B4}" srcOrd="2" destOrd="0" presId="urn:microsoft.com/office/officeart/2008/layout/LinedList"/>
    <dgm:cxn modelId="{0BA62601-262B-4D4B-8C6C-90E58C4CB608}" type="presParOf" srcId="{61583300-F978-1541-A0E1-F8FBBE6A59B1}" destId="{268D50F8-055A-6B4E-B223-2FC216635388}" srcOrd="3" destOrd="0" presId="urn:microsoft.com/office/officeart/2008/layout/LinedList"/>
    <dgm:cxn modelId="{C859125A-8EC5-5248-A850-695D77DC11EF}" type="presParOf" srcId="{61583300-F978-1541-A0E1-F8FBBE6A59B1}" destId="{B77D3AA1-A8D9-7A4F-954B-857F1B80BEB1}" srcOrd="4" destOrd="0" presId="urn:microsoft.com/office/officeart/2008/layout/LinedList"/>
    <dgm:cxn modelId="{3253651C-64D1-8E41-B54C-9417AE443558}" type="presParOf" srcId="{B77D3AA1-A8D9-7A4F-954B-857F1B80BEB1}" destId="{36255909-AD48-E24B-838A-9A6DE8A86DA2}" srcOrd="0" destOrd="0" presId="urn:microsoft.com/office/officeart/2008/layout/LinedList"/>
    <dgm:cxn modelId="{BDB1F526-86C3-7845-A703-F0F702227294}" type="presParOf" srcId="{B77D3AA1-A8D9-7A4F-954B-857F1B80BEB1}" destId="{E489974C-A360-BD4D-85C3-6B86ECEBF935}" srcOrd="1" destOrd="0" presId="urn:microsoft.com/office/officeart/2008/layout/LinedList"/>
    <dgm:cxn modelId="{05C72B85-CF6F-2349-96C1-8FFC12D11BE9}" type="presParOf" srcId="{B77D3AA1-A8D9-7A4F-954B-857F1B80BEB1}" destId="{91A20C99-C457-3943-A63A-CE308841869B}" srcOrd="2" destOrd="0" presId="urn:microsoft.com/office/officeart/2008/layout/LinedList"/>
    <dgm:cxn modelId="{917C6C8B-3698-354B-878F-BDE21B0FE82F}" type="presParOf" srcId="{61583300-F978-1541-A0E1-F8FBBE6A59B1}" destId="{0DD54A58-4F3E-4742-AE21-CE900C2387EE}" srcOrd="5" destOrd="0" presId="urn:microsoft.com/office/officeart/2008/layout/LinedList"/>
    <dgm:cxn modelId="{10DB76F2-EBCD-404F-BEFE-FDE486655864}" type="presParOf" srcId="{61583300-F978-1541-A0E1-F8FBBE6A59B1}" destId="{95273088-EC5C-574F-BDAB-6A750F4200AE}" srcOrd="6" destOrd="0" presId="urn:microsoft.com/office/officeart/2008/layout/LinedList"/>
    <dgm:cxn modelId="{2A162C42-4310-8E44-9355-FBF92FC91236}" type="presParOf" srcId="{61583300-F978-1541-A0E1-F8FBBE6A59B1}" destId="{1C37E50B-DECD-114C-BB35-C1149CB8C4E3}" srcOrd="7" destOrd="0" presId="urn:microsoft.com/office/officeart/2008/layout/LinedList"/>
    <dgm:cxn modelId="{36B53513-B3C4-7B43-8A93-84E4E528D02D}" type="presParOf" srcId="{1C37E50B-DECD-114C-BB35-C1149CB8C4E3}" destId="{E345CE26-5B77-8646-A5F1-14EC499585A7}" srcOrd="0" destOrd="0" presId="urn:microsoft.com/office/officeart/2008/layout/LinedList"/>
    <dgm:cxn modelId="{19FDF34A-BCE4-6B4D-822C-15037970A496}" type="presParOf" srcId="{1C37E50B-DECD-114C-BB35-C1149CB8C4E3}" destId="{37D4B57C-DD6A-F543-9B74-B4C96ED3983F}" srcOrd="1" destOrd="0" presId="urn:microsoft.com/office/officeart/2008/layout/LinedList"/>
    <dgm:cxn modelId="{258FB845-FE5D-2D40-990B-0BE6D44C63CB}" type="presParOf" srcId="{1C37E50B-DECD-114C-BB35-C1149CB8C4E3}" destId="{8297B79E-55E1-4247-A0B7-2D87DE10D43E}" srcOrd="2" destOrd="0" presId="urn:microsoft.com/office/officeart/2008/layout/LinedList"/>
    <dgm:cxn modelId="{A453CAC4-33D3-A44A-8ED4-FCABD3020B49}" type="presParOf" srcId="{61583300-F978-1541-A0E1-F8FBBE6A59B1}" destId="{6AAA512B-A588-E047-AF66-2F9080422B79}" srcOrd="8" destOrd="0" presId="urn:microsoft.com/office/officeart/2008/layout/LinedList"/>
    <dgm:cxn modelId="{50E96A3A-9F1F-E844-84C0-7ED6E87952EB}" type="presParOf" srcId="{61583300-F978-1541-A0E1-F8FBBE6A59B1}" destId="{A9BA7F5A-81AF-E84D-B803-B8B5F53B9044}" srcOrd="9" destOrd="0" presId="urn:microsoft.com/office/officeart/2008/layout/LinedList"/>
    <dgm:cxn modelId="{00C89328-56C4-BF4D-AD43-7C12B6552AA7}" type="presParOf" srcId="{61583300-F978-1541-A0E1-F8FBBE6A59B1}" destId="{63F97FE8-497D-6141-BD39-ED11355A21BC}" srcOrd="10" destOrd="0" presId="urn:microsoft.com/office/officeart/2008/layout/LinedList"/>
    <dgm:cxn modelId="{5C112CFF-E060-1E4C-A633-4A94346DFA70}" type="presParOf" srcId="{63F97FE8-497D-6141-BD39-ED11355A21BC}" destId="{EDBCF169-F781-644B-A173-80935053CCE2}" srcOrd="0" destOrd="0" presId="urn:microsoft.com/office/officeart/2008/layout/LinedList"/>
    <dgm:cxn modelId="{D08D29F2-9C8D-5B42-BA62-DD5235AFCCE1}" type="presParOf" srcId="{63F97FE8-497D-6141-BD39-ED11355A21BC}" destId="{0B6383D0-8132-B148-AEB8-164CBFDA56E1}" srcOrd="1" destOrd="0" presId="urn:microsoft.com/office/officeart/2008/layout/LinedList"/>
    <dgm:cxn modelId="{39CBDAB1-A927-424E-AC53-A8A59BF63B77}" type="presParOf" srcId="{63F97FE8-497D-6141-BD39-ED11355A21BC}" destId="{48D4795A-298D-DA4E-A6BA-D224D4AF32D4}" srcOrd="2" destOrd="0" presId="urn:microsoft.com/office/officeart/2008/layout/LinedList"/>
    <dgm:cxn modelId="{74BB0BDB-C594-AF42-8B4E-3294D4669380}" type="presParOf" srcId="{61583300-F978-1541-A0E1-F8FBBE6A59B1}" destId="{33383A0E-FE75-E747-BF1C-7BAAD273355A}" srcOrd="11" destOrd="0" presId="urn:microsoft.com/office/officeart/2008/layout/LinedList"/>
    <dgm:cxn modelId="{7353F5E7-D338-374C-8824-B19639A9030E}" type="presParOf" srcId="{61583300-F978-1541-A0E1-F8FBBE6A59B1}" destId="{BE3B3E87-7913-2040-AFE7-5C5300D282DE}" srcOrd="12"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8E977323-C979-4F47-9C32-61859421ECBD}"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kumimoji="1" lang="ja-JP" altLang="en-US"/>
        </a:p>
      </dgm:t>
    </dgm:pt>
    <dgm:pt modelId="{C01EA2C4-91F6-2949-907A-89D4942DEDD9}">
      <dgm:prSet/>
      <dgm:spPr/>
      <dgm:t>
        <a:bodyPr/>
        <a:lstStyle/>
        <a:p>
          <a:r>
            <a:rPr kumimoji="1" lang="en-US" b="1"/>
            <a:t>1. </a:t>
          </a:r>
          <a:r>
            <a:rPr kumimoji="1" lang="ja-JP" b="1"/>
            <a:t>音声攻撃性データ</a:t>
          </a:r>
          <a:endParaRPr lang="ja-JP"/>
        </a:p>
      </dgm:t>
    </dgm:pt>
    <dgm:pt modelId="{EE9F6AF4-5F31-F44B-9AB7-DB484A8D6C9E}" type="parTrans" cxnId="{5C69DE99-0DDE-764B-AAB6-7BB7681D5234}">
      <dgm:prSet/>
      <dgm:spPr/>
      <dgm:t>
        <a:bodyPr/>
        <a:lstStyle/>
        <a:p>
          <a:endParaRPr kumimoji="1" lang="ja-JP" altLang="en-US"/>
        </a:p>
      </dgm:t>
    </dgm:pt>
    <dgm:pt modelId="{98A4B236-E610-E44D-862C-185258BFBA52}" type="sibTrans" cxnId="{5C69DE99-0DDE-764B-AAB6-7BB7681D5234}">
      <dgm:prSet/>
      <dgm:spPr/>
      <dgm:t>
        <a:bodyPr/>
        <a:lstStyle/>
        <a:p>
          <a:endParaRPr kumimoji="1" lang="ja-JP" altLang="en-US"/>
        </a:p>
      </dgm:t>
    </dgm:pt>
    <dgm:pt modelId="{ED901E9B-6F09-EA4F-9DDD-0ED4F17FAFF4}">
      <dgm:prSet/>
      <dgm:spPr/>
      <dgm:t>
        <a:bodyPr/>
        <a:lstStyle/>
        <a:p>
          <a:r>
            <a:rPr kumimoji="1" lang="ja-JP"/>
            <a:t>既存 </a:t>
          </a:r>
          <a:r>
            <a:rPr kumimoji="1" lang="en-US" dirty="0"/>
            <a:t>Angry/Emotion Dataset </a:t>
          </a:r>
          <a:r>
            <a:rPr kumimoji="1" lang="ja-JP"/>
            <a:t>を使用</a:t>
          </a:r>
          <a:endParaRPr lang="ja-JP"/>
        </a:p>
      </dgm:t>
    </dgm:pt>
    <dgm:pt modelId="{DF20DF0F-20E6-1441-B5BE-D7DCDA11055A}" type="parTrans" cxnId="{A0B9A417-AA7E-8741-8520-C4A947F5B753}">
      <dgm:prSet/>
      <dgm:spPr/>
      <dgm:t>
        <a:bodyPr/>
        <a:lstStyle/>
        <a:p>
          <a:endParaRPr kumimoji="1" lang="ja-JP" altLang="en-US"/>
        </a:p>
      </dgm:t>
    </dgm:pt>
    <dgm:pt modelId="{6CE08525-F5A1-C941-9C38-026834AFFCBA}" type="sibTrans" cxnId="{A0B9A417-AA7E-8741-8520-C4A947F5B753}">
      <dgm:prSet/>
      <dgm:spPr/>
      <dgm:t>
        <a:bodyPr/>
        <a:lstStyle/>
        <a:p>
          <a:endParaRPr kumimoji="1" lang="ja-JP" altLang="en-US"/>
        </a:p>
      </dgm:t>
    </dgm:pt>
    <dgm:pt modelId="{CEBAC99F-663A-FD43-8EC0-200024AF5241}">
      <dgm:prSet/>
      <dgm:spPr/>
      <dgm:t>
        <a:bodyPr/>
        <a:lstStyle/>
        <a:p>
          <a:r>
            <a:rPr kumimoji="1" lang="ja-JP"/>
            <a:t>“威圧・暴言” は追加収集（プライバシーに配慮したシミュレーション）</a:t>
          </a:r>
          <a:endParaRPr lang="ja-JP"/>
        </a:p>
      </dgm:t>
    </dgm:pt>
    <dgm:pt modelId="{6A0391BE-3AD5-1C4A-9C1E-587941372D6C}" type="parTrans" cxnId="{25B0C6D1-BE77-4B4D-A8EA-CC7B1B9F740B}">
      <dgm:prSet/>
      <dgm:spPr/>
      <dgm:t>
        <a:bodyPr/>
        <a:lstStyle/>
        <a:p>
          <a:endParaRPr kumimoji="1" lang="ja-JP" altLang="en-US"/>
        </a:p>
      </dgm:t>
    </dgm:pt>
    <dgm:pt modelId="{64025C63-E530-CB44-B9BE-CF464CF3952A}" type="sibTrans" cxnId="{25B0C6D1-BE77-4B4D-A8EA-CC7B1B9F740B}">
      <dgm:prSet/>
      <dgm:spPr/>
      <dgm:t>
        <a:bodyPr/>
        <a:lstStyle/>
        <a:p>
          <a:endParaRPr kumimoji="1" lang="ja-JP" altLang="en-US"/>
        </a:p>
      </dgm:t>
    </dgm:pt>
    <dgm:pt modelId="{666D27EC-DE97-E54A-9001-D8144F7A501A}">
      <dgm:prSet/>
      <dgm:spPr/>
      <dgm:t>
        <a:bodyPr/>
        <a:lstStyle/>
        <a:p>
          <a:r>
            <a:rPr kumimoji="1" lang="en-US" b="1"/>
            <a:t>2. </a:t>
          </a:r>
          <a:r>
            <a:rPr kumimoji="1" lang="ja-JP" b="1"/>
            <a:t>会話構造データ</a:t>
          </a:r>
          <a:endParaRPr lang="ja-JP"/>
        </a:p>
      </dgm:t>
    </dgm:pt>
    <dgm:pt modelId="{CDD76422-81C1-5B43-8D08-C5FCEA95B71A}" type="parTrans" cxnId="{DD4968E9-0260-FE4D-BAE6-30AAF557CBCA}">
      <dgm:prSet/>
      <dgm:spPr/>
      <dgm:t>
        <a:bodyPr/>
        <a:lstStyle/>
        <a:p>
          <a:endParaRPr kumimoji="1" lang="ja-JP" altLang="en-US"/>
        </a:p>
      </dgm:t>
    </dgm:pt>
    <dgm:pt modelId="{DCBD3772-59A7-0743-8E3B-ED25B00311A7}" type="sibTrans" cxnId="{DD4968E9-0260-FE4D-BAE6-30AAF557CBCA}">
      <dgm:prSet/>
      <dgm:spPr/>
      <dgm:t>
        <a:bodyPr/>
        <a:lstStyle/>
        <a:p>
          <a:endParaRPr kumimoji="1" lang="ja-JP" altLang="en-US"/>
        </a:p>
      </dgm:t>
    </dgm:pt>
    <dgm:pt modelId="{2DEB308B-1980-8745-991F-2A90B8084B6F}">
      <dgm:prSet/>
      <dgm:spPr/>
      <dgm:t>
        <a:bodyPr/>
        <a:lstStyle/>
        <a:p>
          <a:r>
            <a:rPr kumimoji="1" lang="ja-JP"/>
            <a:t>マイク</a:t>
          </a:r>
          <a:r>
            <a:rPr kumimoji="1" lang="en-US" dirty="0"/>
            <a:t>2</a:t>
          </a:r>
          <a:r>
            <a:rPr kumimoji="1" lang="ja-JP"/>
            <a:t>本での対話データ</a:t>
          </a:r>
          <a:endParaRPr lang="ja-JP"/>
        </a:p>
      </dgm:t>
    </dgm:pt>
    <dgm:pt modelId="{E0A27B1F-2D93-B343-91A4-0FED91C496EC}" type="parTrans" cxnId="{A7329E9C-7E93-914D-BF0F-B0C57DB40EAC}">
      <dgm:prSet/>
      <dgm:spPr/>
      <dgm:t>
        <a:bodyPr/>
        <a:lstStyle/>
        <a:p>
          <a:endParaRPr kumimoji="1" lang="ja-JP" altLang="en-US"/>
        </a:p>
      </dgm:t>
    </dgm:pt>
    <dgm:pt modelId="{D32DBB91-611C-4E41-998D-76D988A31E7B}" type="sibTrans" cxnId="{A7329E9C-7E93-914D-BF0F-B0C57DB40EAC}">
      <dgm:prSet/>
      <dgm:spPr/>
      <dgm:t>
        <a:bodyPr/>
        <a:lstStyle/>
        <a:p>
          <a:endParaRPr kumimoji="1" lang="ja-JP" altLang="en-US"/>
        </a:p>
      </dgm:t>
    </dgm:pt>
    <dgm:pt modelId="{A2812EDF-2736-1F4C-9B15-1A2670AF44B0}">
      <dgm:prSet/>
      <dgm:spPr/>
      <dgm:t>
        <a:bodyPr/>
        <a:lstStyle/>
        <a:p>
          <a:r>
            <a:rPr kumimoji="1" lang="ja-JP"/>
            <a:t>模擬会話シナリオを収集</a:t>
          </a:r>
          <a:endParaRPr lang="ja-JP"/>
        </a:p>
      </dgm:t>
    </dgm:pt>
    <dgm:pt modelId="{FC5B7678-F53A-9241-99FF-CC38797DC0F8}" type="parTrans" cxnId="{E5D4184B-C377-914A-B69D-A89B03C3D63A}">
      <dgm:prSet/>
      <dgm:spPr/>
      <dgm:t>
        <a:bodyPr/>
        <a:lstStyle/>
        <a:p>
          <a:endParaRPr kumimoji="1" lang="ja-JP" altLang="en-US"/>
        </a:p>
      </dgm:t>
    </dgm:pt>
    <dgm:pt modelId="{F8B19CCA-EDC2-D944-A343-F68422EE25A6}" type="sibTrans" cxnId="{E5D4184B-C377-914A-B69D-A89B03C3D63A}">
      <dgm:prSet/>
      <dgm:spPr/>
      <dgm:t>
        <a:bodyPr/>
        <a:lstStyle/>
        <a:p>
          <a:endParaRPr kumimoji="1" lang="ja-JP" altLang="en-US"/>
        </a:p>
      </dgm:t>
    </dgm:pt>
    <dgm:pt modelId="{BDDE3463-E0B0-5E47-8589-FC13ABE1D624}">
      <dgm:prSet/>
      <dgm:spPr/>
      <dgm:t>
        <a:bodyPr/>
        <a:lstStyle/>
        <a:p>
          <a:r>
            <a:rPr kumimoji="1" lang="en-US" b="1" dirty="0"/>
            <a:t>4. </a:t>
          </a:r>
          <a:r>
            <a:rPr kumimoji="1" lang="ja-JP" b="1"/>
            <a:t>法律側データ</a:t>
          </a:r>
          <a:endParaRPr lang="ja-JP"/>
        </a:p>
      </dgm:t>
    </dgm:pt>
    <dgm:pt modelId="{7E6842A4-8E60-3D44-9B50-B726D4A97BCD}" type="parTrans" cxnId="{150FEE71-3121-FE43-9F6D-0DAAB99860FC}">
      <dgm:prSet/>
      <dgm:spPr/>
      <dgm:t>
        <a:bodyPr/>
        <a:lstStyle/>
        <a:p>
          <a:endParaRPr kumimoji="1" lang="ja-JP" altLang="en-US"/>
        </a:p>
      </dgm:t>
    </dgm:pt>
    <dgm:pt modelId="{C940A916-DB5E-6742-83F9-43CC8F94CA06}" type="sibTrans" cxnId="{150FEE71-3121-FE43-9F6D-0DAAB99860FC}">
      <dgm:prSet/>
      <dgm:spPr/>
      <dgm:t>
        <a:bodyPr/>
        <a:lstStyle/>
        <a:p>
          <a:endParaRPr kumimoji="1" lang="ja-JP" altLang="en-US"/>
        </a:p>
      </dgm:t>
    </dgm:pt>
    <dgm:pt modelId="{9B7CAE2E-5037-7C47-B597-80676335BA48}">
      <dgm:prSet/>
      <dgm:spPr/>
      <dgm:t>
        <a:bodyPr/>
        <a:lstStyle/>
        <a:p>
          <a:r>
            <a:rPr kumimoji="1" lang="ja-JP"/>
            <a:t>オープン判例データベース</a:t>
          </a:r>
          <a:r>
            <a:rPr kumimoji="1" lang="en-US" altLang="ja-JP" dirty="0"/>
            <a:t> e-Gov</a:t>
          </a:r>
          <a:r>
            <a:rPr kumimoji="1" lang="ja-JP" altLang="en-US"/>
            <a:t>など</a:t>
          </a:r>
          <a:endParaRPr lang="ja-JP"/>
        </a:p>
      </dgm:t>
    </dgm:pt>
    <dgm:pt modelId="{9D392516-3D18-6A4E-A0DC-B07EAF9EA527}" type="parTrans" cxnId="{1A07D242-829A-B74B-8A2E-AAA0734B6F84}">
      <dgm:prSet/>
      <dgm:spPr/>
      <dgm:t>
        <a:bodyPr/>
        <a:lstStyle/>
        <a:p>
          <a:endParaRPr kumimoji="1" lang="ja-JP" altLang="en-US"/>
        </a:p>
      </dgm:t>
    </dgm:pt>
    <dgm:pt modelId="{B34F5673-1A61-B74A-8DFE-0ECBE5065967}" type="sibTrans" cxnId="{1A07D242-829A-B74B-8A2E-AAA0734B6F84}">
      <dgm:prSet/>
      <dgm:spPr/>
      <dgm:t>
        <a:bodyPr/>
        <a:lstStyle/>
        <a:p>
          <a:endParaRPr kumimoji="1" lang="ja-JP" altLang="en-US"/>
        </a:p>
      </dgm:t>
    </dgm:pt>
    <dgm:pt modelId="{55A38DB7-B73B-E947-9949-3597F5CECDA9}">
      <dgm:prSet/>
      <dgm:spPr/>
      <dgm:t>
        <a:bodyPr/>
        <a:lstStyle/>
        <a:p>
          <a:r>
            <a:rPr kumimoji="1" lang="en-US" dirty="0"/>
            <a:t>NLP</a:t>
          </a:r>
          <a:r>
            <a:rPr kumimoji="1" lang="ja-JP"/>
            <a:t>用に </a:t>
          </a:r>
          <a:r>
            <a:rPr kumimoji="1" lang="en-US" dirty="0"/>
            <a:t>embedding</a:t>
          </a:r>
          <a:r>
            <a:rPr kumimoji="1" lang="ja-JP"/>
            <a:t>化</a:t>
          </a:r>
          <a:endParaRPr lang="ja-JP"/>
        </a:p>
      </dgm:t>
    </dgm:pt>
    <dgm:pt modelId="{43AA2125-735B-A146-80C1-9E05D57DEDE8}" type="parTrans" cxnId="{349FC2FE-645A-9D4B-834B-64BE328DC22B}">
      <dgm:prSet/>
      <dgm:spPr/>
      <dgm:t>
        <a:bodyPr/>
        <a:lstStyle/>
        <a:p>
          <a:endParaRPr kumimoji="1" lang="ja-JP" altLang="en-US"/>
        </a:p>
      </dgm:t>
    </dgm:pt>
    <dgm:pt modelId="{0453BBC9-27D7-0544-BC64-851D7718FE77}" type="sibTrans" cxnId="{349FC2FE-645A-9D4B-834B-64BE328DC22B}">
      <dgm:prSet/>
      <dgm:spPr/>
      <dgm:t>
        <a:bodyPr/>
        <a:lstStyle/>
        <a:p>
          <a:endParaRPr kumimoji="1" lang="ja-JP" altLang="en-US"/>
        </a:p>
      </dgm:t>
    </dgm:pt>
    <dgm:pt modelId="{57E90797-B8EA-A442-988F-3631A00876CD}">
      <dgm:prSet/>
      <dgm:spPr/>
      <dgm:t>
        <a:bodyPr/>
        <a:lstStyle/>
        <a:p>
          <a:r>
            <a:rPr kumimoji="1" lang="en-US" b="1" dirty="0"/>
            <a:t>5. </a:t>
          </a:r>
          <a:r>
            <a:rPr kumimoji="1" lang="ja-JP" b="1"/>
            <a:t>アノテーション</a:t>
          </a:r>
          <a:endParaRPr lang="ja-JP"/>
        </a:p>
      </dgm:t>
    </dgm:pt>
    <dgm:pt modelId="{0997E3BF-7685-884A-B492-86F4D8F8185D}" type="parTrans" cxnId="{8F829638-98AE-9948-8C6A-D1B4072AE60A}">
      <dgm:prSet/>
      <dgm:spPr/>
      <dgm:t>
        <a:bodyPr/>
        <a:lstStyle/>
        <a:p>
          <a:endParaRPr kumimoji="1" lang="ja-JP" altLang="en-US"/>
        </a:p>
      </dgm:t>
    </dgm:pt>
    <dgm:pt modelId="{ACE38B5F-79E9-BF4A-9D9D-425CA7C7D760}" type="sibTrans" cxnId="{8F829638-98AE-9948-8C6A-D1B4072AE60A}">
      <dgm:prSet/>
      <dgm:spPr/>
      <dgm:t>
        <a:bodyPr/>
        <a:lstStyle/>
        <a:p>
          <a:endParaRPr kumimoji="1" lang="ja-JP" altLang="en-US"/>
        </a:p>
      </dgm:t>
    </dgm:pt>
    <dgm:pt modelId="{7E42B5DF-BFCE-C149-B30F-44AC55290199}">
      <dgm:prSet/>
      <dgm:spPr/>
      <dgm:t>
        <a:bodyPr/>
        <a:lstStyle/>
        <a:p>
          <a:r>
            <a:rPr kumimoji="1" lang="ja-JP"/>
            <a:t>心理士・法律家の二重ラベル</a:t>
          </a:r>
          <a:endParaRPr lang="ja-JP"/>
        </a:p>
      </dgm:t>
    </dgm:pt>
    <dgm:pt modelId="{1EF40786-B40B-D747-9540-596B95AA9970}" type="parTrans" cxnId="{12C5FB38-E782-024E-8A25-DB8656EA1053}">
      <dgm:prSet/>
      <dgm:spPr/>
      <dgm:t>
        <a:bodyPr/>
        <a:lstStyle/>
        <a:p>
          <a:endParaRPr kumimoji="1" lang="ja-JP" altLang="en-US"/>
        </a:p>
      </dgm:t>
    </dgm:pt>
    <dgm:pt modelId="{CE0EC298-34B6-B644-881C-5AFF819ECEB4}" type="sibTrans" cxnId="{12C5FB38-E782-024E-8A25-DB8656EA1053}">
      <dgm:prSet/>
      <dgm:spPr/>
      <dgm:t>
        <a:bodyPr/>
        <a:lstStyle/>
        <a:p>
          <a:endParaRPr kumimoji="1" lang="ja-JP" altLang="en-US"/>
        </a:p>
      </dgm:t>
    </dgm:pt>
    <dgm:pt modelId="{A057B4E9-D58A-A34B-B033-9B6C45A5A995}">
      <dgm:prSet/>
      <dgm:spPr/>
      <dgm:t>
        <a:bodyPr/>
        <a:lstStyle/>
        <a:p>
          <a:r>
            <a:rPr kumimoji="1" lang="en-US" dirty="0"/>
            <a:t>Cohen’s </a:t>
          </a:r>
          <a:r>
            <a:rPr kumimoji="1" lang="el-GR" dirty="0"/>
            <a:t>κ </a:t>
          </a:r>
          <a:r>
            <a:rPr kumimoji="1" lang="ja-JP"/>
            <a:t>による合意測定</a:t>
          </a:r>
          <a:endParaRPr lang="ja-JP"/>
        </a:p>
      </dgm:t>
    </dgm:pt>
    <dgm:pt modelId="{1234B0B5-D89E-2046-AF8D-84D3440D3809}" type="parTrans" cxnId="{DECE1F64-5F13-2F48-A9F3-BB588C98A93B}">
      <dgm:prSet/>
      <dgm:spPr/>
      <dgm:t>
        <a:bodyPr/>
        <a:lstStyle/>
        <a:p>
          <a:endParaRPr kumimoji="1" lang="ja-JP" altLang="en-US"/>
        </a:p>
      </dgm:t>
    </dgm:pt>
    <dgm:pt modelId="{95588301-F467-D240-9F61-A47ACBC1E943}" type="sibTrans" cxnId="{DECE1F64-5F13-2F48-A9F3-BB588C98A93B}">
      <dgm:prSet/>
      <dgm:spPr/>
      <dgm:t>
        <a:bodyPr/>
        <a:lstStyle/>
        <a:p>
          <a:endParaRPr kumimoji="1" lang="ja-JP" altLang="en-US"/>
        </a:p>
      </dgm:t>
    </dgm:pt>
    <dgm:pt modelId="{8206CC38-B637-204D-87DD-89971C089A30}">
      <dgm:prSet/>
      <dgm:spPr/>
      <dgm:t>
        <a:bodyPr/>
        <a:lstStyle/>
        <a:p>
          <a:r>
            <a:rPr lang="en-US" altLang="ja-JP" b="1" dirty="0"/>
            <a:t>3.</a:t>
          </a:r>
          <a:r>
            <a:rPr lang="ja-JP" altLang="en-US" b="1"/>
            <a:t>言語攻撃性データ</a:t>
          </a:r>
          <a:endParaRPr lang="ja-JP" b="1"/>
        </a:p>
      </dgm:t>
    </dgm:pt>
    <dgm:pt modelId="{B2F45E00-C50F-414C-B59D-82230A698E9A}" type="parTrans" cxnId="{2C2B88BE-5F73-324C-BFE4-84A267D78FA1}">
      <dgm:prSet/>
      <dgm:spPr/>
      <dgm:t>
        <a:bodyPr/>
        <a:lstStyle/>
        <a:p>
          <a:endParaRPr kumimoji="1" lang="ja-JP" altLang="en-US"/>
        </a:p>
      </dgm:t>
    </dgm:pt>
    <dgm:pt modelId="{80A6E845-042C-FB40-ACE9-C1C5E6041DBE}" type="sibTrans" cxnId="{2C2B88BE-5F73-324C-BFE4-84A267D78FA1}">
      <dgm:prSet/>
      <dgm:spPr/>
      <dgm:t>
        <a:bodyPr/>
        <a:lstStyle/>
        <a:p>
          <a:endParaRPr kumimoji="1" lang="ja-JP" altLang="en-US"/>
        </a:p>
      </dgm:t>
    </dgm:pt>
    <dgm:pt modelId="{ACA86B72-C073-F446-8CD2-1DA417AFF989}">
      <dgm:prSet/>
      <dgm:spPr/>
      <dgm:t>
        <a:bodyPr/>
        <a:lstStyle/>
        <a:p>
          <a:r>
            <a:rPr kumimoji="1" lang="ja-JP" altLang="en-US"/>
            <a:t>日本語ハラスメント専用コーパスの構築</a:t>
          </a:r>
          <a:r>
            <a:rPr kumimoji="1" lang="en-US" altLang="ja-JP" dirty="0"/>
            <a:t>(</a:t>
          </a:r>
          <a:r>
            <a:rPr kumimoji="1" lang="ja-JP" altLang="en-US"/>
            <a:t>人格否定</a:t>
          </a:r>
          <a:r>
            <a:rPr kumimoji="1" lang="en-US" altLang="ja-JP" dirty="0"/>
            <a:t>/</a:t>
          </a:r>
          <a:r>
            <a:rPr kumimoji="1" lang="ja-JP" altLang="en-US"/>
            <a:t>能力否定</a:t>
          </a:r>
          <a:r>
            <a:rPr kumimoji="1" lang="en-US" altLang="ja-JP" dirty="0"/>
            <a:t>/</a:t>
          </a:r>
          <a:r>
            <a:rPr kumimoji="1" lang="ja-JP" altLang="en-US"/>
            <a:t>威圧命令</a:t>
          </a:r>
          <a:r>
            <a:rPr kumimoji="1" lang="en-US" altLang="ja-JP" dirty="0"/>
            <a:t>/</a:t>
          </a:r>
          <a:r>
            <a:rPr kumimoji="1" lang="ja-JP" altLang="en-US"/>
            <a:t>暗示的侮辱に特化した独自構築</a:t>
          </a:r>
          <a:r>
            <a:rPr kumimoji="1" lang="en-US" altLang="ja-JP" dirty="0"/>
            <a:t>)</a:t>
          </a:r>
          <a:endParaRPr kumimoji="1" lang="ja-JP" altLang="en-US"/>
        </a:p>
      </dgm:t>
    </dgm:pt>
    <dgm:pt modelId="{1EEBE237-D407-7440-9277-653BEBA70534}" type="parTrans" cxnId="{275AB130-9929-0448-B17E-5F417B24908B}">
      <dgm:prSet/>
      <dgm:spPr/>
      <dgm:t>
        <a:bodyPr/>
        <a:lstStyle/>
        <a:p>
          <a:endParaRPr kumimoji="1" lang="ja-JP" altLang="en-US"/>
        </a:p>
      </dgm:t>
    </dgm:pt>
    <dgm:pt modelId="{10ECDD2E-1284-8940-8C9A-425F8803C40A}" type="sibTrans" cxnId="{275AB130-9929-0448-B17E-5F417B24908B}">
      <dgm:prSet/>
      <dgm:spPr/>
      <dgm:t>
        <a:bodyPr/>
        <a:lstStyle/>
        <a:p>
          <a:endParaRPr kumimoji="1" lang="ja-JP" altLang="en-US"/>
        </a:p>
      </dgm:t>
    </dgm:pt>
    <dgm:pt modelId="{E36C4996-C8F2-C64F-B479-381902BD34D9}">
      <dgm:prSet/>
      <dgm:spPr/>
      <dgm:t>
        <a:bodyPr/>
        <a:lstStyle/>
        <a:p>
          <a:r>
            <a:rPr kumimoji="1" lang="ja-JP" altLang="en-US"/>
            <a:t>判例からハラスメントに関連するフレーズの収集、婉曲表現、暗示的攻撃表現の収集</a:t>
          </a:r>
        </a:p>
      </dgm:t>
    </dgm:pt>
    <dgm:pt modelId="{D9DB5FA3-DCDB-BD42-B7F2-E25069E0D305}" type="parTrans" cxnId="{1F671E04-5F24-A144-9349-7E5E35B9839D}">
      <dgm:prSet/>
      <dgm:spPr/>
      <dgm:t>
        <a:bodyPr/>
        <a:lstStyle/>
        <a:p>
          <a:endParaRPr kumimoji="1" lang="ja-JP" altLang="en-US"/>
        </a:p>
      </dgm:t>
    </dgm:pt>
    <dgm:pt modelId="{08FD48C5-6B05-D74A-8058-F2A2C64B9DE6}" type="sibTrans" cxnId="{1F671E04-5F24-A144-9349-7E5E35B9839D}">
      <dgm:prSet/>
      <dgm:spPr/>
      <dgm:t>
        <a:bodyPr/>
        <a:lstStyle/>
        <a:p>
          <a:endParaRPr kumimoji="1" lang="ja-JP" altLang="en-US"/>
        </a:p>
      </dgm:t>
    </dgm:pt>
    <dgm:pt modelId="{F484C27A-C75B-A841-A336-B021B9BD0820}" type="pres">
      <dgm:prSet presAssocID="{8E977323-C979-4F47-9C32-61859421ECBD}" presName="vert0" presStyleCnt="0">
        <dgm:presLayoutVars>
          <dgm:dir/>
          <dgm:animOne val="branch"/>
          <dgm:animLvl val="lvl"/>
        </dgm:presLayoutVars>
      </dgm:prSet>
      <dgm:spPr/>
    </dgm:pt>
    <dgm:pt modelId="{98C6530B-B6C6-974C-820A-52822B9CBDBF}" type="pres">
      <dgm:prSet presAssocID="{C01EA2C4-91F6-2949-907A-89D4942DEDD9}" presName="thickLine" presStyleLbl="alignNode1" presStyleIdx="0" presStyleCnt="5"/>
      <dgm:spPr/>
    </dgm:pt>
    <dgm:pt modelId="{C35EB7E8-A669-AC44-9E6B-B9C01EDA8C0F}" type="pres">
      <dgm:prSet presAssocID="{C01EA2C4-91F6-2949-907A-89D4942DEDD9}" presName="horz1" presStyleCnt="0"/>
      <dgm:spPr/>
    </dgm:pt>
    <dgm:pt modelId="{8DEA1B49-DE82-DC4B-9E7B-0C192EA729AB}" type="pres">
      <dgm:prSet presAssocID="{C01EA2C4-91F6-2949-907A-89D4942DEDD9}" presName="tx1" presStyleLbl="revTx" presStyleIdx="0" presStyleCnt="15"/>
      <dgm:spPr/>
    </dgm:pt>
    <dgm:pt modelId="{D09D24EB-510B-6043-B41E-5F9673AC7AE0}" type="pres">
      <dgm:prSet presAssocID="{C01EA2C4-91F6-2949-907A-89D4942DEDD9}" presName="vert1" presStyleCnt="0"/>
      <dgm:spPr/>
    </dgm:pt>
    <dgm:pt modelId="{F3405C0B-39B0-1541-818C-38B6ED4CBCD1}" type="pres">
      <dgm:prSet presAssocID="{ED901E9B-6F09-EA4F-9DDD-0ED4F17FAFF4}" presName="vertSpace2a" presStyleCnt="0"/>
      <dgm:spPr/>
    </dgm:pt>
    <dgm:pt modelId="{434ABBF4-9A9E-5E4E-B1F0-87A60D036A1D}" type="pres">
      <dgm:prSet presAssocID="{ED901E9B-6F09-EA4F-9DDD-0ED4F17FAFF4}" presName="horz2" presStyleCnt="0"/>
      <dgm:spPr/>
    </dgm:pt>
    <dgm:pt modelId="{BE3A997F-C05F-584D-92C7-D2796863AEF7}" type="pres">
      <dgm:prSet presAssocID="{ED901E9B-6F09-EA4F-9DDD-0ED4F17FAFF4}" presName="horzSpace2" presStyleCnt="0"/>
      <dgm:spPr/>
    </dgm:pt>
    <dgm:pt modelId="{EE7ECC48-D22A-0741-8756-A3D0BBFB27DF}" type="pres">
      <dgm:prSet presAssocID="{ED901E9B-6F09-EA4F-9DDD-0ED4F17FAFF4}" presName="tx2" presStyleLbl="revTx" presStyleIdx="1" presStyleCnt="15"/>
      <dgm:spPr/>
    </dgm:pt>
    <dgm:pt modelId="{02CAFAC2-D816-B342-A52A-DA36D043B084}" type="pres">
      <dgm:prSet presAssocID="{ED901E9B-6F09-EA4F-9DDD-0ED4F17FAFF4}" presName="vert2" presStyleCnt="0"/>
      <dgm:spPr/>
    </dgm:pt>
    <dgm:pt modelId="{98A9A640-496F-AF48-B25C-1CAF9B0AFE1B}" type="pres">
      <dgm:prSet presAssocID="{ED901E9B-6F09-EA4F-9DDD-0ED4F17FAFF4}" presName="thinLine2b" presStyleLbl="callout" presStyleIdx="0" presStyleCnt="10"/>
      <dgm:spPr/>
    </dgm:pt>
    <dgm:pt modelId="{B55A5D16-4DB1-364A-9FB5-8C31D5914A40}" type="pres">
      <dgm:prSet presAssocID="{ED901E9B-6F09-EA4F-9DDD-0ED4F17FAFF4}" presName="vertSpace2b" presStyleCnt="0"/>
      <dgm:spPr/>
    </dgm:pt>
    <dgm:pt modelId="{FECA5394-1DC6-E948-9C4D-8C6420519118}" type="pres">
      <dgm:prSet presAssocID="{CEBAC99F-663A-FD43-8EC0-200024AF5241}" presName="horz2" presStyleCnt="0"/>
      <dgm:spPr/>
    </dgm:pt>
    <dgm:pt modelId="{EF83D529-7318-C445-9F9F-2955B4145BE1}" type="pres">
      <dgm:prSet presAssocID="{CEBAC99F-663A-FD43-8EC0-200024AF5241}" presName="horzSpace2" presStyleCnt="0"/>
      <dgm:spPr/>
    </dgm:pt>
    <dgm:pt modelId="{D0B1ED22-FC19-264C-B43F-C6AECB210E88}" type="pres">
      <dgm:prSet presAssocID="{CEBAC99F-663A-FD43-8EC0-200024AF5241}" presName="tx2" presStyleLbl="revTx" presStyleIdx="2" presStyleCnt="15"/>
      <dgm:spPr/>
    </dgm:pt>
    <dgm:pt modelId="{97FB3C41-D69C-324D-87DA-54BC10AD7BD2}" type="pres">
      <dgm:prSet presAssocID="{CEBAC99F-663A-FD43-8EC0-200024AF5241}" presName="vert2" presStyleCnt="0"/>
      <dgm:spPr/>
    </dgm:pt>
    <dgm:pt modelId="{9BF74D4F-2D27-BA4A-9B0A-DC456C6BC50D}" type="pres">
      <dgm:prSet presAssocID="{CEBAC99F-663A-FD43-8EC0-200024AF5241}" presName="thinLine2b" presStyleLbl="callout" presStyleIdx="1" presStyleCnt="10"/>
      <dgm:spPr/>
    </dgm:pt>
    <dgm:pt modelId="{CC97F8C0-61F0-904F-BA4B-4B2B32AE98DE}" type="pres">
      <dgm:prSet presAssocID="{CEBAC99F-663A-FD43-8EC0-200024AF5241}" presName="vertSpace2b" presStyleCnt="0"/>
      <dgm:spPr/>
    </dgm:pt>
    <dgm:pt modelId="{A5EBB391-A0B9-EF4D-9FB8-FB05A8B88926}" type="pres">
      <dgm:prSet presAssocID="{666D27EC-DE97-E54A-9001-D8144F7A501A}" presName="thickLine" presStyleLbl="alignNode1" presStyleIdx="1" presStyleCnt="5"/>
      <dgm:spPr/>
    </dgm:pt>
    <dgm:pt modelId="{1BF0194A-62A7-8140-9355-C8B4E2F5D40A}" type="pres">
      <dgm:prSet presAssocID="{666D27EC-DE97-E54A-9001-D8144F7A501A}" presName="horz1" presStyleCnt="0"/>
      <dgm:spPr/>
    </dgm:pt>
    <dgm:pt modelId="{36289A97-1BB1-1D42-A713-69EFFE5A8D7E}" type="pres">
      <dgm:prSet presAssocID="{666D27EC-DE97-E54A-9001-D8144F7A501A}" presName="tx1" presStyleLbl="revTx" presStyleIdx="3" presStyleCnt="15"/>
      <dgm:spPr/>
    </dgm:pt>
    <dgm:pt modelId="{70D58FE1-125E-3A47-8A85-CCEFEBECE915}" type="pres">
      <dgm:prSet presAssocID="{666D27EC-DE97-E54A-9001-D8144F7A501A}" presName="vert1" presStyleCnt="0"/>
      <dgm:spPr/>
    </dgm:pt>
    <dgm:pt modelId="{0764AA84-5AB7-B649-AF97-9BCD756D17F5}" type="pres">
      <dgm:prSet presAssocID="{2DEB308B-1980-8745-991F-2A90B8084B6F}" presName="vertSpace2a" presStyleCnt="0"/>
      <dgm:spPr/>
    </dgm:pt>
    <dgm:pt modelId="{46C8C092-7E8D-0744-BB64-6DEC067A34D0}" type="pres">
      <dgm:prSet presAssocID="{2DEB308B-1980-8745-991F-2A90B8084B6F}" presName="horz2" presStyleCnt="0"/>
      <dgm:spPr/>
    </dgm:pt>
    <dgm:pt modelId="{D1E5CEF5-F4D6-C44A-8144-B232DA8FBFD5}" type="pres">
      <dgm:prSet presAssocID="{2DEB308B-1980-8745-991F-2A90B8084B6F}" presName="horzSpace2" presStyleCnt="0"/>
      <dgm:spPr/>
    </dgm:pt>
    <dgm:pt modelId="{752AE7CA-4FE1-7842-8101-FB385DB944AC}" type="pres">
      <dgm:prSet presAssocID="{2DEB308B-1980-8745-991F-2A90B8084B6F}" presName="tx2" presStyleLbl="revTx" presStyleIdx="4" presStyleCnt="15"/>
      <dgm:spPr/>
    </dgm:pt>
    <dgm:pt modelId="{EAC04FA0-8321-AE42-AEA8-04FE05D0F047}" type="pres">
      <dgm:prSet presAssocID="{2DEB308B-1980-8745-991F-2A90B8084B6F}" presName="vert2" presStyleCnt="0"/>
      <dgm:spPr/>
    </dgm:pt>
    <dgm:pt modelId="{4681F842-5805-C34E-BADE-3C3581A55FA3}" type="pres">
      <dgm:prSet presAssocID="{2DEB308B-1980-8745-991F-2A90B8084B6F}" presName="thinLine2b" presStyleLbl="callout" presStyleIdx="2" presStyleCnt="10"/>
      <dgm:spPr/>
    </dgm:pt>
    <dgm:pt modelId="{C6969458-196C-FF4E-A1BF-22E88B015A8F}" type="pres">
      <dgm:prSet presAssocID="{2DEB308B-1980-8745-991F-2A90B8084B6F}" presName="vertSpace2b" presStyleCnt="0"/>
      <dgm:spPr/>
    </dgm:pt>
    <dgm:pt modelId="{2E655F35-BB58-A941-95DA-F98E14BFFDFE}" type="pres">
      <dgm:prSet presAssocID="{A2812EDF-2736-1F4C-9B15-1A2670AF44B0}" presName="horz2" presStyleCnt="0"/>
      <dgm:spPr/>
    </dgm:pt>
    <dgm:pt modelId="{10744B7A-4D6E-774D-865F-D25F4E52934F}" type="pres">
      <dgm:prSet presAssocID="{A2812EDF-2736-1F4C-9B15-1A2670AF44B0}" presName="horzSpace2" presStyleCnt="0"/>
      <dgm:spPr/>
    </dgm:pt>
    <dgm:pt modelId="{F5192240-58E2-4342-AE90-CB1BBA71E122}" type="pres">
      <dgm:prSet presAssocID="{A2812EDF-2736-1F4C-9B15-1A2670AF44B0}" presName="tx2" presStyleLbl="revTx" presStyleIdx="5" presStyleCnt="15"/>
      <dgm:spPr/>
    </dgm:pt>
    <dgm:pt modelId="{DA2C66ED-7528-9648-8685-642AC3C94EF2}" type="pres">
      <dgm:prSet presAssocID="{A2812EDF-2736-1F4C-9B15-1A2670AF44B0}" presName="vert2" presStyleCnt="0"/>
      <dgm:spPr/>
    </dgm:pt>
    <dgm:pt modelId="{DCFB521C-6310-7C45-9DE2-899D92DB3B27}" type="pres">
      <dgm:prSet presAssocID="{A2812EDF-2736-1F4C-9B15-1A2670AF44B0}" presName="thinLine2b" presStyleLbl="callout" presStyleIdx="3" presStyleCnt="10"/>
      <dgm:spPr/>
    </dgm:pt>
    <dgm:pt modelId="{638D86E2-A243-DD4A-B5B1-F737381499AB}" type="pres">
      <dgm:prSet presAssocID="{A2812EDF-2736-1F4C-9B15-1A2670AF44B0}" presName="vertSpace2b" presStyleCnt="0"/>
      <dgm:spPr/>
    </dgm:pt>
    <dgm:pt modelId="{9A07ACF7-D6BA-B348-B109-32D7298167C6}" type="pres">
      <dgm:prSet presAssocID="{8206CC38-B637-204D-87DD-89971C089A30}" presName="thickLine" presStyleLbl="alignNode1" presStyleIdx="2" presStyleCnt="5"/>
      <dgm:spPr/>
    </dgm:pt>
    <dgm:pt modelId="{A781C75A-ECFA-1248-98EB-3C0B6C6D4395}" type="pres">
      <dgm:prSet presAssocID="{8206CC38-B637-204D-87DD-89971C089A30}" presName="horz1" presStyleCnt="0"/>
      <dgm:spPr/>
    </dgm:pt>
    <dgm:pt modelId="{3895405F-D3F1-A84D-8746-CAB8782D6A06}" type="pres">
      <dgm:prSet presAssocID="{8206CC38-B637-204D-87DD-89971C089A30}" presName="tx1" presStyleLbl="revTx" presStyleIdx="6" presStyleCnt="15"/>
      <dgm:spPr/>
    </dgm:pt>
    <dgm:pt modelId="{19529585-4C41-3B48-9E24-677040C499DE}" type="pres">
      <dgm:prSet presAssocID="{8206CC38-B637-204D-87DD-89971C089A30}" presName="vert1" presStyleCnt="0"/>
      <dgm:spPr/>
    </dgm:pt>
    <dgm:pt modelId="{42F7974F-67D5-EC4B-88D7-AC669B267BE4}" type="pres">
      <dgm:prSet presAssocID="{ACA86B72-C073-F446-8CD2-1DA417AFF989}" presName="vertSpace2a" presStyleCnt="0"/>
      <dgm:spPr/>
    </dgm:pt>
    <dgm:pt modelId="{C91D54EE-C30D-254E-B3D8-4FDD8793AFB8}" type="pres">
      <dgm:prSet presAssocID="{ACA86B72-C073-F446-8CD2-1DA417AFF989}" presName="horz2" presStyleCnt="0"/>
      <dgm:spPr/>
    </dgm:pt>
    <dgm:pt modelId="{C85B28DA-F9CF-7148-BFFE-A9B94550E503}" type="pres">
      <dgm:prSet presAssocID="{ACA86B72-C073-F446-8CD2-1DA417AFF989}" presName="horzSpace2" presStyleCnt="0"/>
      <dgm:spPr/>
    </dgm:pt>
    <dgm:pt modelId="{A22F5638-47FA-F847-BC47-924B48CEB9BE}" type="pres">
      <dgm:prSet presAssocID="{ACA86B72-C073-F446-8CD2-1DA417AFF989}" presName="tx2" presStyleLbl="revTx" presStyleIdx="7" presStyleCnt="15"/>
      <dgm:spPr/>
    </dgm:pt>
    <dgm:pt modelId="{CD3DB4C9-68C1-3543-99C5-8907EEF5FB06}" type="pres">
      <dgm:prSet presAssocID="{ACA86B72-C073-F446-8CD2-1DA417AFF989}" presName="vert2" presStyleCnt="0"/>
      <dgm:spPr/>
    </dgm:pt>
    <dgm:pt modelId="{061F3537-B086-864C-8732-1C8DB59C10CB}" type="pres">
      <dgm:prSet presAssocID="{ACA86B72-C073-F446-8CD2-1DA417AFF989}" presName="thinLine2b" presStyleLbl="callout" presStyleIdx="4" presStyleCnt="10"/>
      <dgm:spPr/>
    </dgm:pt>
    <dgm:pt modelId="{93AB57E6-CFFC-374C-810D-03FD02C358CF}" type="pres">
      <dgm:prSet presAssocID="{ACA86B72-C073-F446-8CD2-1DA417AFF989}" presName="vertSpace2b" presStyleCnt="0"/>
      <dgm:spPr/>
    </dgm:pt>
    <dgm:pt modelId="{9DE547B9-8A6B-EA43-BBE0-F22D74D4FA94}" type="pres">
      <dgm:prSet presAssocID="{E36C4996-C8F2-C64F-B479-381902BD34D9}" presName="horz2" presStyleCnt="0"/>
      <dgm:spPr/>
    </dgm:pt>
    <dgm:pt modelId="{E933AC19-F828-D84B-A664-4F99F2C70853}" type="pres">
      <dgm:prSet presAssocID="{E36C4996-C8F2-C64F-B479-381902BD34D9}" presName="horzSpace2" presStyleCnt="0"/>
      <dgm:spPr/>
    </dgm:pt>
    <dgm:pt modelId="{B9B35E2C-5813-374B-B858-3436C23CBAAA}" type="pres">
      <dgm:prSet presAssocID="{E36C4996-C8F2-C64F-B479-381902BD34D9}" presName="tx2" presStyleLbl="revTx" presStyleIdx="8" presStyleCnt="15"/>
      <dgm:spPr/>
    </dgm:pt>
    <dgm:pt modelId="{3E459026-9127-0F44-878C-9E93048D470E}" type="pres">
      <dgm:prSet presAssocID="{E36C4996-C8F2-C64F-B479-381902BD34D9}" presName="vert2" presStyleCnt="0"/>
      <dgm:spPr/>
    </dgm:pt>
    <dgm:pt modelId="{3A5FCF0F-AFFE-8147-BC5D-B673CFC93843}" type="pres">
      <dgm:prSet presAssocID="{E36C4996-C8F2-C64F-B479-381902BD34D9}" presName="thinLine2b" presStyleLbl="callout" presStyleIdx="5" presStyleCnt="10"/>
      <dgm:spPr/>
    </dgm:pt>
    <dgm:pt modelId="{73213791-9353-BE4B-AD9F-4E760812D9FF}" type="pres">
      <dgm:prSet presAssocID="{E36C4996-C8F2-C64F-B479-381902BD34D9}" presName="vertSpace2b" presStyleCnt="0"/>
      <dgm:spPr/>
    </dgm:pt>
    <dgm:pt modelId="{5C9A2A5F-1F10-6847-A091-EFFB79F0C707}" type="pres">
      <dgm:prSet presAssocID="{BDDE3463-E0B0-5E47-8589-FC13ABE1D624}" presName="thickLine" presStyleLbl="alignNode1" presStyleIdx="3" presStyleCnt="5"/>
      <dgm:spPr/>
    </dgm:pt>
    <dgm:pt modelId="{52F472D6-6B30-6F44-BE9A-81B4F6259DC3}" type="pres">
      <dgm:prSet presAssocID="{BDDE3463-E0B0-5E47-8589-FC13ABE1D624}" presName="horz1" presStyleCnt="0"/>
      <dgm:spPr/>
    </dgm:pt>
    <dgm:pt modelId="{C94B78F4-390A-014A-AB83-8145A4DFE809}" type="pres">
      <dgm:prSet presAssocID="{BDDE3463-E0B0-5E47-8589-FC13ABE1D624}" presName="tx1" presStyleLbl="revTx" presStyleIdx="9" presStyleCnt="15"/>
      <dgm:spPr/>
    </dgm:pt>
    <dgm:pt modelId="{B5473F50-07FE-BE41-9548-24E02CD2FC21}" type="pres">
      <dgm:prSet presAssocID="{BDDE3463-E0B0-5E47-8589-FC13ABE1D624}" presName="vert1" presStyleCnt="0"/>
      <dgm:spPr/>
    </dgm:pt>
    <dgm:pt modelId="{E8997C77-4D6D-724C-8384-308E4A470051}" type="pres">
      <dgm:prSet presAssocID="{9B7CAE2E-5037-7C47-B597-80676335BA48}" presName="vertSpace2a" presStyleCnt="0"/>
      <dgm:spPr/>
    </dgm:pt>
    <dgm:pt modelId="{9175560B-CDB3-9142-9658-D5DEAB2344C5}" type="pres">
      <dgm:prSet presAssocID="{9B7CAE2E-5037-7C47-B597-80676335BA48}" presName="horz2" presStyleCnt="0"/>
      <dgm:spPr/>
    </dgm:pt>
    <dgm:pt modelId="{81632D91-0C58-D84C-849A-C27356B16C3F}" type="pres">
      <dgm:prSet presAssocID="{9B7CAE2E-5037-7C47-B597-80676335BA48}" presName="horzSpace2" presStyleCnt="0"/>
      <dgm:spPr/>
    </dgm:pt>
    <dgm:pt modelId="{0DFAB4AB-8D8C-7B4C-A811-62B26A2A56D7}" type="pres">
      <dgm:prSet presAssocID="{9B7CAE2E-5037-7C47-B597-80676335BA48}" presName="tx2" presStyleLbl="revTx" presStyleIdx="10" presStyleCnt="15"/>
      <dgm:spPr/>
    </dgm:pt>
    <dgm:pt modelId="{247FB4D1-B00F-614F-9C1E-2A019BF0FEF8}" type="pres">
      <dgm:prSet presAssocID="{9B7CAE2E-5037-7C47-B597-80676335BA48}" presName="vert2" presStyleCnt="0"/>
      <dgm:spPr/>
    </dgm:pt>
    <dgm:pt modelId="{8F4E667D-C772-3841-95F7-5FC067C822D5}" type="pres">
      <dgm:prSet presAssocID="{9B7CAE2E-5037-7C47-B597-80676335BA48}" presName="thinLine2b" presStyleLbl="callout" presStyleIdx="6" presStyleCnt="10"/>
      <dgm:spPr/>
    </dgm:pt>
    <dgm:pt modelId="{D6C5BB5F-A7E7-EC40-864B-BC7815155348}" type="pres">
      <dgm:prSet presAssocID="{9B7CAE2E-5037-7C47-B597-80676335BA48}" presName="vertSpace2b" presStyleCnt="0"/>
      <dgm:spPr/>
    </dgm:pt>
    <dgm:pt modelId="{F4358EDD-6278-8B49-8621-8E04E894D01E}" type="pres">
      <dgm:prSet presAssocID="{55A38DB7-B73B-E947-9949-3597F5CECDA9}" presName="horz2" presStyleCnt="0"/>
      <dgm:spPr/>
    </dgm:pt>
    <dgm:pt modelId="{63D2BE1C-5EC9-0547-B085-4A7EDAAE67BF}" type="pres">
      <dgm:prSet presAssocID="{55A38DB7-B73B-E947-9949-3597F5CECDA9}" presName="horzSpace2" presStyleCnt="0"/>
      <dgm:spPr/>
    </dgm:pt>
    <dgm:pt modelId="{E13A1F65-424B-7648-87BF-A9AB3AD9C73C}" type="pres">
      <dgm:prSet presAssocID="{55A38DB7-B73B-E947-9949-3597F5CECDA9}" presName="tx2" presStyleLbl="revTx" presStyleIdx="11" presStyleCnt="15"/>
      <dgm:spPr/>
    </dgm:pt>
    <dgm:pt modelId="{B26CE0F3-B983-B841-8BBB-81D04E2617E4}" type="pres">
      <dgm:prSet presAssocID="{55A38DB7-B73B-E947-9949-3597F5CECDA9}" presName="vert2" presStyleCnt="0"/>
      <dgm:spPr/>
    </dgm:pt>
    <dgm:pt modelId="{0B0C7C2A-18A7-8F44-8CA7-70E8B7AFE8C1}" type="pres">
      <dgm:prSet presAssocID="{55A38DB7-B73B-E947-9949-3597F5CECDA9}" presName="thinLine2b" presStyleLbl="callout" presStyleIdx="7" presStyleCnt="10"/>
      <dgm:spPr/>
    </dgm:pt>
    <dgm:pt modelId="{416270EF-961E-2643-86BC-7AEF76322FCB}" type="pres">
      <dgm:prSet presAssocID="{55A38DB7-B73B-E947-9949-3597F5CECDA9}" presName="vertSpace2b" presStyleCnt="0"/>
      <dgm:spPr/>
    </dgm:pt>
    <dgm:pt modelId="{C1D7172C-8101-2145-B8E7-D4EB83F3107F}" type="pres">
      <dgm:prSet presAssocID="{57E90797-B8EA-A442-988F-3631A00876CD}" presName="thickLine" presStyleLbl="alignNode1" presStyleIdx="4" presStyleCnt="5"/>
      <dgm:spPr/>
    </dgm:pt>
    <dgm:pt modelId="{E6AF6C34-1A3F-E549-8E28-10D921BB571C}" type="pres">
      <dgm:prSet presAssocID="{57E90797-B8EA-A442-988F-3631A00876CD}" presName="horz1" presStyleCnt="0"/>
      <dgm:spPr/>
    </dgm:pt>
    <dgm:pt modelId="{2F147D9E-6648-D943-BC74-81B55036382A}" type="pres">
      <dgm:prSet presAssocID="{57E90797-B8EA-A442-988F-3631A00876CD}" presName="tx1" presStyleLbl="revTx" presStyleIdx="12" presStyleCnt="15"/>
      <dgm:spPr/>
    </dgm:pt>
    <dgm:pt modelId="{56780792-9D77-0B47-9E0A-1DA71052D6B2}" type="pres">
      <dgm:prSet presAssocID="{57E90797-B8EA-A442-988F-3631A00876CD}" presName="vert1" presStyleCnt="0"/>
      <dgm:spPr/>
    </dgm:pt>
    <dgm:pt modelId="{802CB34D-0395-F140-84DC-14E5AA85822D}" type="pres">
      <dgm:prSet presAssocID="{7E42B5DF-BFCE-C149-B30F-44AC55290199}" presName="vertSpace2a" presStyleCnt="0"/>
      <dgm:spPr/>
    </dgm:pt>
    <dgm:pt modelId="{9E6558D2-9ECB-084B-9DE0-4AC082B79D7C}" type="pres">
      <dgm:prSet presAssocID="{7E42B5DF-BFCE-C149-B30F-44AC55290199}" presName="horz2" presStyleCnt="0"/>
      <dgm:spPr/>
    </dgm:pt>
    <dgm:pt modelId="{1BD4C4F3-B447-E443-9CDD-DF6C2FAE0A56}" type="pres">
      <dgm:prSet presAssocID="{7E42B5DF-BFCE-C149-B30F-44AC55290199}" presName="horzSpace2" presStyleCnt="0"/>
      <dgm:spPr/>
    </dgm:pt>
    <dgm:pt modelId="{3FEEDC7C-AEBE-1843-ACF1-7077F1EE88DA}" type="pres">
      <dgm:prSet presAssocID="{7E42B5DF-BFCE-C149-B30F-44AC55290199}" presName="tx2" presStyleLbl="revTx" presStyleIdx="13" presStyleCnt="15"/>
      <dgm:spPr/>
    </dgm:pt>
    <dgm:pt modelId="{11CC4CF0-9CCC-5C45-B8D6-677616C5E05A}" type="pres">
      <dgm:prSet presAssocID="{7E42B5DF-BFCE-C149-B30F-44AC55290199}" presName="vert2" presStyleCnt="0"/>
      <dgm:spPr/>
    </dgm:pt>
    <dgm:pt modelId="{048C0B4E-298C-7D4A-95D3-E41A08B97C96}" type="pres">
      <dgm:prSet presAssocID="{7E42B5DF-BFCE-C149-B30F-44AC55290199}" presName="thinLine2b" presStyleLbl="callout" presStyleIdx="8" presStyleCnt="10"/>
      <dgm:spPr/>
    </dgm:pt>
    <dgm:pt modelId="{677E8BB8-CF07-984E-B063-3E6ABEBA269A}" type="pres">
      <dgm:prSet presAssocID="{7E42B5DF-BFCE-C149-B30F-44AC55290199}" presName="vertSpace2b" presStyleCnt="0"/>
      <dgm:spPr/>
    </dgm:pt>
    <dgm:pt modelId="{2A14D743-B7D5-184A-ACD1-683524FC17A7}" type="pres">
      <dgm:prSet presAssocID="{A057B4E9-D58A-A34B-B033-9B6C45A5A995}" presName="horz2" presStyleCnt="0"/>
      <dgm:spPr/>
    </dgm:pt>
    <dgm:pt modelId="{DC9C70CE-986A-C244-9C28-4304AF50CCA7}" type="pres">
      <dgm:prSet presAssocID="{A057B4E9-D58A-A34B-B033-9B6C45A5A995}" presName="horzSpace2" presStyleCnt="0"/>
      <dgm:spPr/>
    </dgm:pt>
    <dgm:pt modelId="{981738C5-A95C-CD4E-96BA-0C81E1ABCDD8}" type="pres">
      <dgm:prSet presAssocID="{A057B4E9-D58A-A34B-B033-9B6C45A5A995}" presName="tx2" presStyleLbl="revTx" presStyleIdx="14" presStyleCnt="15"/>
      <dgm:spPr/>
    </dgm:pt>
    <dgm:pt modelId="{E6578C74-619B-4B49-8E78-32AE013AF127}" type="pres">
      <dgm:prSet presAssocID="{A057B4E9-D58A-A34B-B033-9B6C45A5A995}" presName="vert2" presStyleCnt="0"/>
      <dgm:spPr/>
    </dgm:pt>
    <dgm:pt modelId="{272131F5-7366-E845-9AFC-45C865B9E631}" type="pres">
      <dgm:prSet presAssocID="{A057B4E9-D58A-A34B-B033-9B6C45A5A995}" presName="thinLine2b" presStyleLbl="callout" presStyleIdx="9" presStyleCnt="10"/>
      <dgm:spPr/>
    </dgm:pt>
    <dgm:pt modelId="{DD5DE58D-F478-1540-83AC-14DF7059707D}" type="pres">
      <dgm:prSet presAssocID="{A057B4E9-D58A-A34B-B033-9B6C45A5A995}" presName="vertSpace2b" presStyleCnt="0"/>
      <dgm:spPr/>
    </dgm:pt>
  </dgm:ptLst>
  <dgm:cxnLst>
    <dgm:cxn modelId="{CBBF0C02-4795-104E-8E78-DBC5846C189B}" type="presOf" srcId="{ED901E9B-6F09-EA4F-9DDD-0ED4F17FAFF4}" destId="{EE7ECC48-D22A-0741-8756-A3D0BBFB27DF}" srcOrd="0" destOrd="0" presId="urn:microsoft.com/office/officeart/2008/layout/LinedList"/>
    <dgm:cxn modelId="{1F671E04-5F24-A144-9349-7E5E35B9839D}" srcId="{8206CC38-B637-204D-87DD-89971C089A30}" destId="{E36C4996-C8F2-C64F-B479-381902BD34D9}" srcOrd="1" destOrd="0" parTransId="{D9DB5FA3-DCDB-BD42-B7F2-E25069E0D305}" sibTransId="{08FD48C5-6B05-D74A-8058-F2A2C64B9DE6}"/>
    <dgm:cxn modelId="{A0B9A417-AA7E-8741-8520-C4A947F5B753}" srcId="{C01EA2C4-91F6-2949-907A-89D4942DEDD9}" destId="{ED901E9B-6F09-EA4F-9DDD-0ED4F17FAFF4}" srcOrd="0" destOrd="0" parTransId="{DF20DF0F-20E6-1441-B5BE-D7DCDA11055A}" sibTransId="{6CE08525-F5A1-C941-9C38-026834AFFCBA}"/>
    <dgm:cxn modelId="{96672326-8C42-1B45-8507-D8DBA240BDC2}" type="presOf" srcId="{2DEB308B-1980-8745-991F-2A90B8084B6F}" destId="{752AE7CA-4FE1-7842-8101-FB385DB944AC}" srcOrd="0" destOrd="0" presId="urn:microsoft.com/office/officeart/2008/layout/LinedList"/>
    <dgm:cxn modelId="{7D768128-7358-8342-8B21-27E58C55C848}" type="presOf" srcId="{7E42B5DF-BFCE-C149-B30F-44AC55290199}" destId="{3FEEDC7C-AEBE-1843-ACF1-7077F1EE88DA}" srcOrd="0" destOrd="0" presId="urn:microsoft.com/office/officeart/2008/layout/LinedList"/>
    <dgm:cxn modelId="{275AB130-9929-0448-B17E-5F417B24908B}" srcId="{8206CC38-B637-204D-87DD-89971C089A30}" destId="{ACA86B72-C073-F446-8CD2-1DA417AFF989}" srcOrd="0" destOrd="0" parTransId="{1EEBE237-D407-7440-9277-653BEBA70534}" sibTransId="{10ECDD2E-1284-8940-8C9A-425F8803C40A}"/>
    <dgm:cxn modelId="{8F829638-98AE-9948-8C6A-D1B4072AE60A}" srcId="{8E977323-C979-4F47-9C32-61859421ECBD}" destId="{57E90797-B8EA-A442-988F-3631A00876CD}" srcOrd="4" destOrd="0" parTransId="{0997E3BF-7685-884A-B492-86F4D8F8185D}" sibTransId="{ACE38B5F-79E9-BF4A-9D9D-425CA7C7D760}"/>
    <dgm:cxn modelId="{12C5FB38-E782-024E-8A25-DB8656EA1053}" srcId="{57E90797-B8EA-A442-988F-3631A00876CD}" destId="{7E42B5DF-BFCE-C149-B30F-44AC55290199}" srcOrd="0" destOrd="0" parTransId="{1EF40786-B40B-D747-9540-596B95AA9970}" sibTransId="{CE0EC298-34B6-B644-881C-5AFF819ECEB4}"/>
    <dgm:cxn modelId="{1A07D242-829A-B74B-8A2E-AAA0734B6F84}" srcId="{BDDE3463-E0B0-5E47-8589-FC13ABE1D624}" destId="{9B7CAE2E-5037-7C47-B597-80676335BA48}" srcOrd="0" destOrd="0" parTransId="{9D392516-3D18-6A4E-A0DC-B07EAF9EA527}" sibTransId="{B34F5673-1A61-B74A-8DFE-0ECBE5065967}"/>
    <dgm:cxn modelId="{E5D4184B-C377-914A-B69D-A89B03C3D63A}" srcId="{666D27EC-DE97-E54A-9001-D8144F7A501A}" destId="{A2812EDF-2736-1F4C-9B15-1A2670AF44B0}" srcOrd="1" destOrd="0" parTransId="{FC5B7678-F53A-9241-99FF-CC38797DC0F8}" sibTransId="{F8B19CCA-EDC2-D944-A343-F68422EE25A6}"/>
    <dgm:cxn modelId="{DECE1F64-5F13-2F48-A9F3-BB588C98A93B}" srcId="{57E90797-B8EA-A442-988F-3631A00876CD}" destId="{A057B4E9-D58A-A34B-B033-9B6C45A5A995}" srcOrd="1" destOrd="0" parTransId="{1234B0B5-D89E-2046-AF8D-84D3440D3809}" sibTransId="{95588301-F467-D240-9F61-A47ACBC1E943}"/>
    <dgm:cxn modelId="{150FEE71-3121-FE43-9F6D-0DAAB99860FC}" srcId="{8E977323-C979-4F47-9C32-61859421ECBD}" destId="{BDDE3463-E0B0-5E47-8589-FC13ABE1D624}" srcOrd="3" destOrd="0" parTransId="{7E6842A4-8E60-3D44-9B50-B726D4A97BCD}" sibTransId="{C940A916-DB5E-6742-83F9-43CC8F94CA06}"/>
    <dgm:cxn modelId="{ECB85D7D-05C2-114B-A60D-73104CBD2715}" type="presOf" srcId="{8E977323-C979-4F47-9C32-61859421ECBD}" destId="{F484C27A-C75B-A841-A336-B021B9BD0820}" srcOrd="0" destOrd="0" presId="urn:microsoft.com/office/officeart/2008/layout/LinedList"/>
    <dgm:cxn modelId="{28345A7E-EAEB-4C47-9953-5498F6990A64}" type="presOf" srcId="{9B7CAE2E-5037-7C47-B597-80676335BA48}" destId="{0DFAB4AB-8D8C-7B4C-A811-62B26A2A56D7}" srcOrd="0" destOrd="0" presId="urn:microsoft.com/office/officeart/2008/layout/LinedList"/>
    <dgm:cxn modelId="{EC416F8E-517A-E64E-A28F-C63B95E508B1}" type="presOf" srcId="{666D27EC-DE97-E54A-9001-D8144F7A501A}" destId="{36289A97-1BB1-1D42-A713-69EFFE5A8D7E}" srcOrd="0" destOrd="0" presId="urn:microsoft.com/office/officeart/2008/layout/LinedList"/>
    <dgm:cxn modelId="{5C69DE99-0DDE-764B-AAB6-7BB7681D5234}" srcId="{8E977323-C979-4F47-9C32-61859421ECBD}" destId="{C01EA2C4-91F6-2949-907A-89D4942DEDD9}" srcOrd="0" destOrd="0" parTransId="{EE9F6AF4-5F31-F44B-9AB7-DB484A8D6C9E}" sibTransId="{98A4B236-E610-E44D-862C-185258BFBA52}"/>
    <dgm:cxn modelId="{A7329E9C-7E93-914D-BF0F-B0C57DB40EAC}" srcId="{666D27EC-DE97-E54A-9001-D8144F7A501A}" destId="{2DEB308B-1980-8745-991F-2A90B8084B6F}" srcOrd="0" destOrd="0" parTransId="{E0A27B1F-2D93-B343-91A4-0FED91C496EC}" sibTransId="{D32DBB91-611C-4E41-998D-76D988A31E7B}"/>
    <dgm:cxn modelId="{A5D8EDA8-603F-D14E-845E-617DF2546F0D}" type="presOf" srcId="{8206CC38-B637-204D-87DD-89971C089A30}" destId="{3895405F-D3F1-A84D-8746-CAB8782D6A06}" srcOrd="0" destOrd="0" presId="urn:microsoft.com/office/officeart/2008/layout/LinedList"/>
    <dgm:cxn modelId="{241560B3-EBDE-0E40-BB13-F42826BA1CBB}" type="presOf" srcId="{57E90797-B8EA-A442-988F-3631A00876CD}" destId="{2F147D9E-6648-D943-BC74-81B55036382A}" srcOrd="0" destOrd="0" presId="urn:microsoft.com/office/officeart/2008/layout/LinedList"/>
    <dgm:cxn modelId="{7160B5B5-0C18-FA4F-ACDA-FE58C8356519}" type="presOf" srcId="{55A38DB7-B73B-E947-9949-3597F5CECDA9}" destId="{E13A1F65-424B-7648-87BF-A9AB3AD9C73C}" srcOrd="0" destOrd="0" presId="urn:microsoft.com/office/officeart/2008/layout/LinedList"/>
    <dgm:cxn modelId="{797B55BC-C819-CD4C-8064-2C58226CFFD4}" type="presOf" srcId="{CEBAC99F-663A-FD43-8EC0-200024AF5241}" destId="{D0B1ED22-FC19-264C-B43F-C6AECB210E88}" srcOrd="0" destOrd="0" presId="urn:microsoft.com/office/officeart/2008/layout/LinedList"/>
    <dgm:cxn modelId="{2C2B88BE-5F73-324C-BFE4-84A267D78FA1}" srcId="{8E977323-C979-4F47-9C32-61859421ECBD}" destId="{8206CC38-B637-204D-87DD-89971C089A30}" srcOrd="2" destOrd="0" parTransId="{B2F45E00-C50F-414C-B59D-82230A698E9A}" sibTransId="{80A6E845-042C-FB40-ACE9-C1C5E6041DBE}"/>
    <dgm:cxn modelId="{74622BC8-B0AC-7441-94D2-8FBA1584D534}" type="presOf" srcId="{ACA86B72-C073-F446-8CD2-1DA417AFF989}" destId="{A22F5638-47FA-F847-BC47-924B48CEB9BE}" srcOrd="0" destOrd="0" presId="urn:microsoft.com/office/officeart/2008/layout/LinedList"/>
    <dgm:cxn modelId="{DF5277CC-8936-724D-B155-149E32BCB589}" type="presOf" srcId="{C01EA2C4-91F6-2949-907A-89D4942DEDD9}" destId="{8DEA1B49-DE82-DC4B-9E7B-0C192EA729AB}" srcOrd="0" destOrd="0" presId="urn:microsoft.com/office/officeart/2008/layout/LinedList"/>
    <dgm:cxn modelId="{790B92CF-AEAC-684F-AFAA-6EF59CB97004}" type="presOf" srcId="{BDDE3463-E0B0-5E47-8589-FC13ABE1D624}" destId="{C94B78F4-390A-014A-AB83-8145A4DFE809}" srcOrd="0" destOrd="0" presId="urn:microsoft.com/office/officeart/2008/layout/LinedList"/>
    <dgm:cxn modelId="{84365AD1-2873-D540-9868-60BF7AED714E}" type="presOf" srcId="{E36C4996-C8F2-C64F-B479-381902BD34D9}" destId="{B9B35E2C-5813-374B-B858-3436C23CBAAA}" srcOrd="0" destOrd="0" presId="urn:microsoft.com/office/officeart/2008/layout/LinedList"/>
    <dgm:cxn modelId="{25B0C6D1-BE77-4B4D-A8EA-CC7B1B9F740B}" srcId="{C01EA2C4-91F6-2949-907A-89D4942DEDD9}" destId="{CEBAC99F-663A-FD43-8EC0-200024AF5241}" srcOrd="1" destOrd="0" parTransId="{6A0391BE-3AD5-1C4A-9C1E-587941372D6C}" sibTransId="{64025C63-E530-CB44-B9BE-CF464CF3952A}"/>
    <dgm:cxn modelId="{75A10EE2-83D2-8745-A305-127B71C4673C}" type="presOf" srcId="{A2812EDF-2736-1F4C-9B15-1A2670AF44B0}" destId="{F5192240-58E2-4342-AE90-CB1BBA71E122}" srcOrd="0" destOrd="0" presId="urn:microsoft.com/office/officeart/2008/layout/LinedList"/>
    <dgm:cxn modelId="{DD4968E9-0260-FE4D-BAE6-30AAF557CBCA}" srcId="{8E977323-C979-4F47-9C32-61859421ECBD}" destId="{666D27EC-DE97-E54A-9001-D8144F7A501A}" srcOrd="1" destOrd="0" parTransId="{CDD76422-81C1-5B43-8D08-C5FCEA95B71A}" sibTransId="{DCBD3772-59A7-0743-8E3B-ED25B00311A7}"/>
    <dgm:cxn modelId="{3275B3FA-2784-4B4E-8488-2EF7F917A7B3}" type="presOf" srcId="{A057B4E9-D58A-A34B-B033-9B6C45A5A995}" destId="{981738C5-A95C-CD4E-96BA-0C81E1ABCDD8}" srcOrd="0" destOrd="0" presId="urn:microsoft.com/office/officeart/2008/layout/LinedList"/>
    <dgm:cxn modelId="{349FC2FE-645A-9D4B-834B-64BE328DC22B}" srcId="{BDDE3463-E0B0-5E47-8589-FC13ABE1D624}" destId="{55A38DB7-B73B-E947-9949-3597F5CECDA9}" srcOrd="1" destOrd="0" parTransId="{43AA2125-735B-A146-80C1-9E05D57DEDE8}" sibTransId="{0453BBC9-27D7-0544-BC64-851D7718FE77}"/>
    <dgm:cxn modelId="{166E9BFD-981E-9241-BF62-8BC8E19AD3B2}" type="presParOf" srcId="{F484C27A-C75B-A841-A336-B021B9BD0820}" destId="{98C6530B-B6C6-974C-820A-52822B9CBDBF}" srcOrd="0" destOrd="0" presId="urn:microsoft.com/office/officeart/2008/layout/LinedList"/>
    <dgm:cxn modelId="{BD19E211-A924-8E47-AAE7-5214C3E45F9B}" type="presParOf" srcId="{F484C27A-C75B-A841-A336-B021B9BD0820}" destId="{C35EB7E8-A669-AC44-9E6B-B9C01EDA8C0F}" srcOrd="1" destOrd="0" presId="urn:microsoft.com/office/officeart/2008/layout/LinedList"/>
    <dgm:cxn modelId="{2A54E0CE-5FA1-E342-A8C0-757DA6E5BA02}" type="presParOf" srcId="{C35EB7E8-A669-AC44-9E6B-B9C01EDA8C0F}" destId="{8DEA1B49-DE82-DC4B-9E7B-0C192EA729AB}" srcOrd="0" destOrd="0" presId="urn:microsoft.com/office/officeart/2008/layout/LinedList"/>
    <dgm:cxn modelId="{E7E361EB-451D-FC49-9EF7-892834566685}" type="presParOf" srcId="{C35EB7E8-A669-AC44-9E6B-B9C01EDA8C0F}" destId="{D09D24EB-510B-6043-B41E-5F9673AC7AE0}" srcOrd="1" destOrd="0" presId="urn:microsoft.com/office/officeart/2008/layout/LinedList"/>
    <dgm:cxn modelId="{EB685EAE-D0EB-4344-B0A0-E77B273791E5}" type="presParOf" srcId="{D09D24EB-510B-6043-B41E-5F9673AC7AE0}" destId="{F3405C0B-39B0-1541-818C-38B6ED4CBCD1}" srcOrd="0" destOrd="0" presId="urn:microsoft.com/office/officeart/2008/layout/LinedList"/>
    <dgm:cxn modelId="{C58890AB-2DD8-834B-AEBB-6CE4D1D121B5}" type="presParOf" srcId="{D09D24EB-510B-6043-B41E-5F9673AC7AE0}" destId="{434ABBF4-9A9E-5E4E-B1F0-87A60D036A1D}" srcOrd="1" destOrd="0" presId="urn:microsoft.com/office/officeart/2008/layout/LinedList"/>
    <dgm:cxn modelId="{1FE56903-063F-1C40-B9CF-ECA97C605D69}" type="presParOf" srcId="{434ABBF4-9A9E-5E4E-B1F0-87A60D036A1D}" destId="{BE3A997F-C05F-584D-92C7-D2796863AEF7}" srcOrd="0" destOrd="0" presId="urn:microsoft.com/office/officeart/2008/layout/LinedList"/>
    <dgm:cxn modelId="{39313EE8-BC8D-C343-8B7F-98E234DD49CC}" type="presParOf" srcId="{434ABBF4-9A9E-5E4E-B1F0-87A60D036A1D}" destId="{EE7ECC48-D22A-0741-8756-A3D0BBFB27DF}" srcOrd="1" destOrd="0" presId="urn:microsoft.com/office/officeart/2008/layout/LinedList"/>
    <dgm:cxn modelId="{392F846D-BC64-D24D-B6E3-D19F11E6330D}" type="presParOf" srcId="{434ABBF4-9A9E-5E4E-B1F0-87A60D036A1D}" destId="{02CAFAC2-D816-B342-A52A-DA36D043B084}" srcOrd="2" destOrd="0" presId="urn:microsoft.com/office/officeart/2008/layout/LinedList"/>
    <dgm:cxn modelId="{51EF3015-8587-604B-B097-0D559E45B693}" type="presParOf" srcId="{D09D24EB-510B-6043-B41E-5F9673AC7AE0}" destId="{98A9A640-496F-AF48-B25C-1CAF9B0AFE1B}" srcOrd="2" destOrd="0" presId="urn:microsoft.com/office/officeart/2008/layout/LinedList"/>
    <dgm:cxn modelId="{2F454C47-3B3D-BC48-8A19-2BBC1F33304B}" type="presParOf" srcId="{D09D24EB-510B-6043-B41E-5F9673AC7AE0}" destId="{B55A5D16-4DB1-364A-9FB5-8C31D5914A40}" srcOrd="3" destOrd="0" presId="urn:microsoft.com/office/officeart/2008/layout/LinedList"/>
    <dgm:cxn modelId="{CF710368-C19D-404C-8DEB-B7505A881E45}" type="presParOf" srcId="{D09D24EB-510B-6043-B41E-5F9673AC7AE0}" destId="{FECA5394-1DC6-E948-9C4D-8C6420519118}" srcOrd="4" destOrd="0" presId="urn:microsoft.com/office/officeart/2008/layout/LinedList"/>
    <dgm:cxn modelId="{B584FE82-AECA-9A46-B399-FB49AE6C4EA6}" type="presParOf" srcId="{FECA5394-1DC6-E948-9C4D-8C6420519118}" destId="{EF83D529-7318-C445-9F9F-2955B4145BE1}" srcOrd="0" destOrd="0" presId="urn:microsoft.com/office/officeart/2008/layout/LinedList"/>
    <dgm:cxn modelId="{3E86498C-880E-274A-8B8B-C6D74B157706}" type="presParOf" srcId="{FECA5394-1DC6-E948-9C4D-8C6420519118}" destId="{D0B1ED22-FC19-264C-B43F-C6AECB210E88}" srcOrd="1" destOrd="0" presId="urn:microsoft.com/office/officeart/2008/layout/LinedList"/>
    <dgm:cxn modelId="{B7092354-45AB-F841-A626-FD99345078F2}" type="presParOf" srcId="{FECA5394-1DC6-E948-9C4D-8C6420519118}" destId="{97FB3C41-D69C-324D-87DA-54BC10AD7BD2}" srcOrd="2" destOrd="0" presId="urn:microsoft.com/office/officeart/2008/layout/LinedList"/>
    <dgm:cxn modelId="{AC534C50-C29C-E34E-A8BA-7DF3AAA3D128}" type="presParOf" srcId="{D09D24EB-510B-6043-B41E-5F9673AC7AE0}" destId="{9BF74D4F-2D27-BA4A-9B0A-DC456C6BC50D}" srcOrd="5" destOrd="0" presId="urn:microsoft.com/office/officeart/2008/layout/LinedList"/>
    <dgm:cxn modelId="{F15BDBC2-FA5C-8641-933E-B25261AC3DB7}" type="presParOf" srcId="{D09D24EB-510B-6043-B41E-5F9673AC7AE0}" destId="{CC97F8C0-61F0-904F-BA4B-4B2B32AE98DE}" srcOrd="6" destOrd="0" presId="urn:microsoft.com/office/officeart/2008/layout/LinedList"/>
    <dgm:cxn modelId="{BF433B14-4EB7-A24B-99F0-4308E7AF99ED}" type="presParOf" srcId="{F484C27A-C75B-A841-A336-B021B9BD0820}" destId="{A5EBB391-A0B9-EF4D-9FB8-FB05A8B88926}" srcOrd="2" destOrd="0" presId="urn:microsoft.com/office/officeart/2008/layout/LinedList"/>
    <dgm:cxn modelId="{7C08D730-BFFC-0E4F-8C7B-C1AAB9E032FA}" type="presParOf" srcId="{F484C27A-C75B-A841-A336-B021B9BD0820}" destId="{1BF0194A-62A7-8140-9355-C8B4E2F5D40A}" srcOrd="3" destOrd="0" presId="urn:microsoft.com/office/officeart/2008/layout/LinedList"/>
    <dgm:cxn modelId="{2A77FA10-AB7E-A748-A989-77B2F96FDAF3}" type="presParOf" srcId="{1BF0194A-62A7-8140-9355-C8B4E2F5D40A}" destId="{36289A97-1BB1-1D42-A713-69EFFE5A8D7E}" srcOrd="0" destOrd="0" presId="urn:microsoft.com/office/officeart/2008/layout/LinedList"/>
    <dgm:cxn modelId="{8350F409-40E5-0642-A599-BD0C89F54E58}" type="presParOf" srcId="{1BF0194A-62A7-8140-9355-C8B4E2F5D40A}" destId="{70D58FE1-125E-3A47-8A85-CCEFEBECE915}" srcOrd="1" destOrd="0" presId="urn:microsoft.com/office/officeart/2008/layout/LinedList"/>
    <dgm:cxn modelId="{C53913B5-EB78-554C-8287-9F0717AC3F1C}" type="presParOf" srcId="{70D58FE1-125E-3A47-8A85-CCEFEBECE915}" destId="{0764AA84-5AB7-B649-AF97-9BCD756D17F5}" srcOrd="0" destOrd="0" presId="urn:microsoft.com/office/officeart/2008/layout/LinedList"/>
    <dgm:cxn modelId="{FC91FF09-7572-6849-912F-528FE88D4D84}" type="presParOf" srcId="{70D58FE1-125E-3A47-8A85-CCEFEBECE915}" destId="{46C8C092-7E8D-0744-BB64-6DEC067A34D0}" srcOrd="1" destOrd="0" presId="urn:microsoft.com/office/officeart/2008/layout/LinedList"/>
    <dgm:cxn modelId="{825354AC-259C-4D43-A693-192F533D5866}" type="presParOf" srcId="{46C8C092-7E8D-0744-BB64-6DEC067A34D0}" destId="{D1E5CEF5-F4D6-C44A-8144-B232DA8FBFD5}" srcOrd="0" destOrd="0" presId="urn:microsoft.com/office/officeart/2008/layout/LinedList"/>
    <dgm:cxn modelId="{5934805B-C37D-4546-B2D3-6FD45AD4A69D}" type="presParOf" srcId="{46C8C092-7E8D-0744-BB64-6DEC067A34D0}" destId="{752AE7CA-4FE1-7842-8101-FB385DB944AC}" srcOrd="1" destOrd="0" presId="urn:microsoft.com/office/officeart/2008/layout/LinedList"/>
    <dgm:cxn modelId="{1B373C5B-1B71-5E4F-B8A1-3A7D99C5F170}" type="presParOf" srcId="{46C8C092-7E8D-0744-BB64-6DEC067A34D0}" destId="{EAC04FA0-8321-AE42-AEA8-04FE05D0F047}" srcOrd="2" destOrd="0" presId="urn:microsoft.com/office/officeart/2008/layout/LinedList"/>
    <dgm:cxn modelId="{AAAF1C7A-3545-DF4C-958F-AFB55D995BF5}" type="presParOf" srcId="{70D58FE1-125E-3A47-8A85-CCEFEBECE915}" destId="{4681F842-5805-C34E-BADE-3C3581A55FA3}" srcOrd="2" destOrd="0" presId="urn:microsoft.com/office/officeart/2008/layout/LinedList"/>
    <dgm:cxn modelId="{64C4C07E-DA66-CE4C-A901-E9A28D1F0944}" type="presParOf" srcId="{70D58FE1-125E-3A47-8A85-CCEFEBECE915}" destId="{C6969458-196C-FF4E-A1BF-22E88B015A8F}" srcOrd="3" destOrd="0" presId="urn:microsoft.com/office/officeart/2008/layout/LinedList"/>
    <dgm:cxn modelId="{167AB681-579B-E044-AD7F-3A4D07DC429E}" type="presParOf" srcId="{70D58FE1-125E-3A47-8A85-CCEFEBECE915}" destId="{2E655F35-BB58-A941-95DA-F98E14BFFDFE}" srcOrd="4" destOrd="0" presId="urn:microsoft.com/office/officeart/2008/layout/LinedList"/>
    <dgm:cxn modelId="{A96052CB-75DC-074E-B449-32548C19C9E7}" type="presParOf" srcId="{2E655F35-BB58-A941-95DA-F98E14BFFDFE}" destId="{10744B7A-4D6E-774D-865F-D25F4E52934F}" srcOrd="0" destOrd="0" presId="urn:microsoft.com/office/officeart/2008/layout/LinedList"/>
    <dgm:cxn modelId="{FCA78FC2-15C0-2041-86FE-3AF904B0563D}" type="presParOf" srcId="{2E655F35-BB58-A941-95DA-F98E14BFFDFE}" destId="{F5192240-58E2-4342-AE90-CB1BBA71E122}" srcOrd="1" destOrd="0" presId="urn:microsoft.com/office/officeart/2008/layout/LinedList"/>
    <dgm:cxn modelId="{E93B6636-0A4D-164C-B426-2D9A0841E3CC}" type="presParOf" srcId="{2E655F35-BB58-A941-95DA-F98E14BFFDFE}" destId="{DA2C66ED-7528-9648-8685-642AC3C94EF2}" srcOrd="2" destOrd="0" presId="urn:microsoft.com/office/officeart/2008/layout/LinedList"/>
    <dgm:cxn modelId="{F1DB0D82-149D-EB44-AD8A-EF0271C62C85}" type="presParOf" srcId="{70D58FE1-125E-3A47-8A85-CCEFEBECE915}" destId="{DCFB521C-6310-7C45-9DE2-899D92DB3B27}" srcOrd="5" destOrd="0" presId="urn:microsoft.com/office/officeart/2008/layout/LinedList"/>
    <dgm:cxn modelId="{58F5D60C-DC41-2E4C-B1AA-2C417085963C}" type="presParOf" srcId="{70D58FE1-125E-3A47-8A85-CCEFEBECE915}" destId="{638D86E2-A243-DD4A-B5B1-F737381499AB}" srcOrd="6" destOrd="0" presId="urn:microsoft.com/office/officeart/2008/layout/LinedList"/>
    <dgm:cxn modelId="{DD3DD271-8EE8-1644-BBB9-E91435DCBB52}" type="presParOf" srcId="{F484C27A-C75B-A841-A336-B021B9BD0820}" destId="{9A07ACF7-D6BA-B348-B109-32D7298167C6}" srcOrd="4" destOrd="0" presId="urn:microsoft.com/office/officeart/2008/layout/LinedList"/>
    <dgm:cxn modelId="{951E15AA-2F10-9444-966B-703D48C6DA8F}" type="presParOf" srcId="{F484C27A-C75B-A841-A336-B021B9BD0820}" destId="{A781C75A-ECFA-1248-98EB-3C0B6C6D4395}" srcOrd="5" destOrd="0" presId="urn:microsoft.com/office/officeart/2008/layout/LinedList"/>
    <dgm:cxn modelId="{F59BA154-EE9E-AE45-85CE-56E150EC30A8}" type="presParOf" srcId="{A781C75A-ECFA-1248-98EB-3C0B6C6D4395}" destId="{3895405F-D3F1-A84D-8746-CAB8782D6A06}" srcOrd="0" destOrd="0" presId="urn:microsoft.com/office/officeart/2008/layout/LinedList"/>
    <dgm:cxn modelId="{64DC6331-C531-104C-8F41-D2D3717CAF67}" type="presParOf" srcId="{A781C75A-ECFA-1248-98EB-3C0B6C6D4395}" destId="{19529585-4C41-3B48-9E24-677040C499DE}" srcOrd="1" destOrd="0" presId="urn:microsoft.com/office/officeart/2008/layout/LinedList"/>
    <dgm:cxn modelId="{8105FC85-3B3E-D545-AF97-6DC3A53D73D2}" type="presParOf" srcId="{19529585-4C41-3B48-9E24-677040C499DE}" destId="{42F7974F-67D5-EC4B-88D7-AC669B267BE4}" srcOrd="0" destOrd="0" presId="urn:microsoft.com/office/officeart/2008/layout/LinedList"/>
    <dgm:cxn modelId="{240B6EA7-EE15-A34A-B35B-27D66C2A9287}" type="presParOf" srcId="{19529585-4C41-3B48-9E24-677040C499DE}" destId="{C91D54EE-C30D-254E-B3D8-4FDD8793AFB8}" srcOrd="1" destOrd="0" presId="urn:microsoft.com/office/officeart/2008/layout/LinedList"/>
    <dgm:cxn modelId="{B086C8AC-11B8-9A4F-A005-8B6AFBD60ABE}" type="presParOf" srcId="{C91D54EE-C30D-254E-B3D8-4FDD8793AFB8}" destId="{C85B28DA-F9CF-7148-BFFE-A9B94550E503}" srcOrd="0" destOrd="0" presId="urn:microsoft.com/office/officeart/2008/layout/LinedList"/>
    <dgm:cxn modelId="{C9C0EFA6-CA57-F841-A2B3-DD08689D06C7}" type="presParOf" srcId="{C91D54EE-C30D-254E-B3D8-4FDD8793AFB8}" destId="{A22F5638-47FA-F847-BC47-924B48CEB9BE}" srcOrd="1" destOrd="0" presId="urn:microsoft.com/office/officeart/2008/layout/LinedList"/>
    <dgm:cxn modelId="{34167906-C0F2-DA44-8924-4120840CF799}" type="presParOf" srcId="{C91D54EE-C30D-254E-B3D8-4FDD8793AFB8}" destId="{CD3DB4C9-68C1-3543-99C5-8907EEF5FB06}" srcOrd="2" destOrd="0" presId="urn:microsoft.com/office/officeart/2008/layout/LinedList"/>
    <dgm:cxn modelId="{5F174D4E-BF40-C04E-9650-DA97E2C60957}" type="presParOf" srcId="{19529585-4C41-3B48-9E24-677040C499DE}" destId="{061F3537-B086-864C-8732-1C8DB59C10CB}" srcOrd="2" destOrd="0" presId="urn:microsoft.com/office/officeart/2008/layout/LinedList"/>
    <dgm:cxn modelId="{68C350C4-8287-954E-90FA-CBF512944BC8}" type="presParOf" srcId="{19529585-4C41-3B48-9E24-677040C499DE}" destId="{93AB57E6-CFFC-374C-810D-03FD02C358CF}" srcOrd="3" destOrd="0" presId="urn:microsoft.com/office/officeart/2008/layout/LinedList"/>
    <dgm:cxn modelId="{DE2B18F1-B371-3447-89D1-CA9BC82ADB02}" type="presParOf" srcId="{19529585-4C41-3B48-9E24-677040C499DE}" destId="{9DE547B9-8A6B-EA43-BBE0-F22D74D4FA94}" srcOrd="4" destOrd="0" presId="urn:microsoft.com/office/officeart/2008/layout/LinedList"/>
    <dgm:cxn modelId="{2CF89359-99C8-354B-971A-65353FD4B797}" type="presParOf" srcId="{9DE547B9-8A6B-EA43-BBE0-F22D74D4FA94}" destId="{E933AC19-F828-D84B-A664-4F99F2C70853}" srcOrd="0" destOrd="0" presId="urn:microsoft.com/office/officeart/2008/layout/LinedList"/>
    <dgm:cxn modelId="{31231A30-F85D-CE44-B631-1D9F5DD76048}" type="presParOf" srcId="{9DE547B9-8A6B-EA43-BBE0-F22D74D4FA94}" destId="{B9B35E2C-5813-374B-B858-3436C23CBAAA}" srcOrd="1" destOrd="0" presId="urn:microsoft.com/office/officeart/2008/layout/LinedList"/>
    <dgm:cxn modelId="{FEBE6715-13AF-214F-A1A8-7AA01102F841}" type="presParOf" srcId="{9DE547B9-8A6B-EA43-BBE0-F22D74D4FA94}" destId="{3E459026-9127-0F44-878C-9E93048D470E}" srcOrd="2" destOrd="0" presId="urn:microsoft.com/office/officeart/2008/layout/LinedList"/>
    <dgm:cxn modelId="{D530F6BC-5D66-5C44-A520-D7176035ACBE}" type="presParOf" srcId="{19529585-4C41-3B48-9E24-677040C499DE}" destId="{3A5FCF0F-AFFE-8147-BC5D-B673CFC93843}" srcOrd="5" destOrd="0" presId="urn:microsoft.com/office/officeart/2008/layout/LinedList"/>
    <dgm:cxn modelId="{113AAE37-C10E-5B49-B809-77E696A6FCE9}" type="presParOf" srcId="{19529585-4C41-3B48-9E24-677040C499DE}" destId="{73213791-9353-BE4B-AD9F-4E760812D9FF}" srcOrd="6" destOrd="0" presId="urn:microsoft.com/office/officeart/2008/layout/LinedList"/>
    <dgm:cxn modelId="{F8312F7B-7D2C-F04B-8D66-04B4F5738E79}" type="presParOf" srcId="{F484C27A-C75B-A841-A336-B021B9BD0820}" destId="{5C9A2A5F-1F10-6847-A091-EFFB79F0C707}" srcOrd="6" destOrd="0" presId="urn:microsoft.com/office/officeart/2008/layout/LinedList"/>
    <dgm:cxn modelId="{B8F72A3D-3F3D-004D-8B12-22D49A67430B}" type="presParOf" srcId="{F484C27A-C75B-A841-A336-B021B9BD0820}" destId="{52F472D6-6B30-6F44-BE9A-81B4F6259DC3}" srcOrd="7" destOrd="0" presId="urn:microsoft.com/office/officeart/2008/layout/LinedList"/>
    <dgm:cxn modelId="{7BE80694-A068-C542-B4A4-F21FCF3A4A37}" type="presParOf" srcId="{52F472D6-6B30-6F44-BE9A-81B4F6259DC3}" destId="{C94B78F4-390A-014A-AB83-8145A4DFE809}" srcOrd="0" destOrd="0" presId="urn:microsoft.com/office/officeart/2008/layout/LinedList"/>
    <dgm:cxn modelId="{D915C401-761F-3944-A368-D59B62BDDA42}" type="presParOf" srcId="{52F472D6-6B30-6F44-BE9A-81B4F6259DC3}" destId="{B5473F50-07FE-BE41-9548-24E02CD2FC21}" srcOrd="1" destOrd="0" presId="urn:microsoft.com/office/officeart/2008/layout/LinedList"/>
    <dgm:cxn modelId="{B423FB31-EC11-AD49-A5AD-26B6B1B1A37F}" type="presParOf" srcId="{B5473F50-07FE-BE41-9548-24E02CD2FC21}" destId="{E8997C77-4D6D-724C-8384-308E4A470051}" srcOrd="0" destOrd="0" presId="urn:microsoft.com/office/officeart/2008/layout/LinedList"/>
    <dgm:cxn modelId="{AB285377-0357-4346-8013-614FBBDAE695}" type="presParOf" srcId="{B5473F50-07FE-BE41-9548-24E02CD2FC21}" destId="{9175560B-CDB3-9142-9658-D5DEAB2344C5}" srcOrd="1" destOrd="0" presId="urn:microsoft.com/office/officeart/2008/layout/LinedList"/>
    <dgm:cxn modelId="{D9FC407E-56FA-0E49-A837-F95D44B5E832}" type="presParOf" srcId="{9175560B-CDB3-9142-9658-D5DEAB2344C5}" destId="{81632D91-0C58-D84C-849A-C27356B16C3F}" srcOrd="0" destOrd="0" presId="urn:microsoft.com/office/officeart/2008/layout/LinedList"/>
    <dgm:cxn modelId="{B1B18901-B13B-BD48-A478-56D469769A5F}" type="presParOf" srcId="{9175560B-CDB3-9142-9658-D5DEAB2344C5}" destId="{0DFAB4AB-8D8C-7B4C-A811-62B26A2A56D7}" srcOrd="1" destOrd="0" presId="urn:microsoft.com/office/officeart/2008/layout/LinedList"/>
    <dgm:cxn modelId="{0DD62BE8-43EF-EA4B-A295-1E9A5B1381D7}" type="presParOf" srcId="{9175560B-CDB3-9142-9658-D5DEAB2344C5}" destId="{247FB4D1-B00F-614F-9C1E-2A019BF0FEF8}" srcOrd="2" destOrd="0" presId="urn:microsoft.com/office/officeart/2008/layout/LinedList"/>
    <dgm:cxn modelId="{2E8A2993-92D1-AB46-A1D9-4D8E93796340}" type="presParOf" srcId="{B5473F50-07FE-BE41-9548-24E02CD2FC21}" destId="{8F4E667D-C772-3841-95F7-5FC067C822D5}" srcOrd="2" destOrd="0" presId="urn:microsoft.com/office/officeart/2008/layout/LinedList"/>
    <dgm:cxn modelId="{580690B7-F62B-8B46-928A-3D0B8F609154}" type="presParOf" srcId="{B5473F50-07FE-BE41-9548-24E02CD2FC21}" destId="{D6C5BB5F-A7E7-EC40-864B-BC7815155348}" srcOrd="3" destOrd="0" presId="urn:microsoft.com/office/officeart/2008/layout/LinedList"/>
    <dgm:cxn modelId="{79CF5C39-DE72-6D48-84FD-CC0CA63CDE54}" type="presParOf" srcId="{B5473F50-07FE-BE41-9548-24E02CD2FC21}" destId="{F4358EDD-6278-8B49-8621-8E04E894D01E}" srcOrd="4" destOrd="0" presId="urn:microsoft.com/office/officeart/2008/layout/LinedList"/>
    <dgm:cxn modelId="{FE290FEE-BE5F-B243-96BB-7E1602F4D3D7}" type="presParOf" srcId="{F4358EDD-6278-8B49-8621-8E04E894D01E}" destId="{63D2BE1C-5EC9-0547-B085-4A7EDAAE67BF}" srcOrd="0" destOrd="0" presId="urn:microsoft.com/office/officeart/2008/layout/LinedList"/>
    <dgm:cxn modelId="{6154F147-AEDD-DA43-8266-DFD864F426C2}" type="presParOf" srcId="{F4358EDD-6278-8B49-8621-8E04E894D01E}" destId="{E13A1F65-424B-7648-87BF-A9AB3AD9C73C}" srcOrd="1" destOrd="0" presId="urn:microsoft.com/office/officeart/2008/layout/LinedList"/>
    <dgm:cxn modelId="{1F83C44C-35CF-2148-98F0-749AB132B757}" type="presParOf" srcId="{F4358EDD-6278-8B49-8621-8E04E894D01E}" destId="{B26CE0F3-B983-B841-8BBB-81D04E2617E4}" srcOrd="2" destOrd="0" presId="urn:microsoft.com/office/officeart/2008/layout/LinedList"/>
    <dgm:cxn modelId="{DE55891A-CD36-4F4A-AD5B-3DB380D8D966}" type="presParOf" srcId="{B5473F50-07FE-BE41-9548-24E02CD2FC21}" destId="{0B0C7C2A-18A7-8F44-8CA7-70E8B7AFE8C1}" srcOrd="5" destOrd="0" presId="urn:microsoft.com/office/officeart/2008/layout/LinedList"/>
    <dgm:cxn modelId="{1F66BD64-5F08-7B4F-9838-3CA931D3A121}" type="presParOf" srcId="{B5473F50-07FE-BE41-9548-24E02CD2FC21}" destId="{416270EF-961E-2643-86BC-7AEF76322FCB}" srcOrd="6" destOrd="0" presId="urn:microsoft.com/office/officeart/2008/layout/LinedList"/>
    <dgm:cxn modelId="{2E5880C6-614B-4B40-8E57-42598ED6A0A5}" type="presParOf" srcId="{F484C27A-C75B-A841-A336-B021B9BD0820}" destId="{C1D7172C-8101-2145-B8E7-D4EB83F3107F}" srcOrd="8" destOrd="0" presId="urn:microsoft.com/office/officeart/2008/layout/LinedList"/>
    <dgm:cxn modelId="{7D2A30A9-FA5A-E440-82E5-3261934DA823}" type="presParOf" srcId="{F484C27A-C75B-A841-A336-B021B9BD0820}" destId="{E6AF6C34-1A3F-E549-8E28-10D921BB571C}" srcOrd="9" destOrd="0" presId="urn:microsoft.com/office/officeart/2008/layout/LinedList"/>
    <dgm:cxn modelId="{7A76503C-5747-A844-9BD0-EE6F39A9BC3D}" type="presParOf" srcId="{E6AF6C34-1A3F-E549-8E28-10D921BB571C}" destId="{2F147D9E-6648-D943-BC74-81B55036382A}" srcOrd="0" destOrd="0" presId="urn:microsoft.com/office/officeart/2008/layout/LinedList"/>
    <dgm:cxn modelId="{C247154F-210B-C94C-8E7C-A895C4D38151}" type="presParOf" srcId="{E6AF6C34-1A3F-E549-8E28-10D921BB571C}" destId="{56780792-9D77-0B47-9E0A-1DA71052D6B2}" srcOrd="1" destOrd="0" presId="urn:microsoft.com/office/officeart/2008/layout/LinedList"/>
    <dgm:cxn modelId="{0A6BFE1D-5E19-AF46-A892-CAA15C6E1DFD}" type="presParOf" srcId="{56780792-9D77-0B47-9E0A-1DA71052D6B2}" destId="{802CB34D-0395-F140-84DC-14E5AA85822D}" srcOrd="0" destOrd="0" presId="urn:microsoft.com/office/officeart/2008/layout/LinedList"/>
    <dgm:cxn modelId="{15C91CE5-2E21-8644-95C3-4333DA6117ED}" type="presParOf" srcId="{56780792-9D77-0B47-9E0A-1DA71052D6B2}" destId="{9E6558D2-9ECB-084B-9DE0-4AC082B79D7C}" srcOrd="1" destOrd="0" presId="urn:microsoft.com/office/officeart/2008/layout/LinedList"/>
    <dgm:cxn modelId="{7F252B21-AC1F-C542-A94C-0BB39BAEDFDA}" type="presParOf" srcId="{9E6558D2-9ECB-084B-9DE0-4AC082B79D7C}" destId="{1BD4C4F3-B447-E443-9CDD-DF6C2FAE0A56}" srcOrd="0" destOrd="0" presId="urn:microsoft.com/office/officeart/2008/layout/LinedList"/>
    <dgm:cxn modelId="{5706D383-B985-8740-896B-089012B48447}" type="presParOf" srcId="{9E6558D2-9ECB-084B-9DE0-4AC082B79D7C}" destId="{3FEEDC7C-AEBE-1843-ACF1-7077F1EE88DA}" srcOrd="1" destOrd="0" presId="urn:microsoft.com/office/officeart/2008/layout/LinedList"/>
    <dgm:cxn modelId="{71DE0CD1-4442-A54F-B75A-32F7526876FA}" type="presParOf" srcId="{9E6558D2-9ECB-084B-9DE0-4AC082B79D7C}" destId="{11CC4CF0-9CCC-5C45-B8D6-677616C5E05A}" srcOrd="2" destOrd="0" presId="urn:microsoft.com/office/officeart/2008/layout/LinedList"/>
    <dgm:cxn modelId="{6AEA4E3C-200F-0A4C-B788-75BAA0AB0F1B}" type="presParOf" srcId="{56780792-9D77-0B47-9E0A-1DA71052D6B2}" destId="{048C0B4E-298C-7D4A-95D3-E41A08B97C96}" srcOrd="2" destOrd="0" presId="urn:microsoft.com/office/officeart/2008/layout/LinedList"/>
    <dgm:cxn modelId="{FA90C42C-56BE-314A-B3F5-81C5B2532A2E}" type="presParOf" srcId="{56780792-9D77-0B47-9E0A-1DA71052D6B2}" destId="{677E8BB8-CF07-984E-B063-3E6ABEBA269A}" srcOrd="3" destOrd="0" presId="urn:microsoft.com/office/officeart/2008/layout/LinedList"/>
    <dgm:cxn modelId="{FFA19A24-BED4-7A4E-821C-9733BFC425AB}" type="presParOf" srcId="{56780792-9D77-0B47-9E0A-1DA71052D6B2}" destId="{2A14D743-B7D5-184A-ACD1-683524FC17A7}" srcOrd="4" destOrd="0" presId="urn:microsoft.com/office/officeart/2008/layout/LinedList"/>
    <dgm:cxn modelId="{688175F6-F9B2-A647-9FD9-A310E48A1663}" type="presParOf" srcId="{2A14D743-B7D5-184A-ACD1-683524FC17A7}" destId="{DC9C70CE-986A-C244-9C28-4304AF50CCA7}" srcOrd="0" destOrd="0" presId="urn:microsoft.com/office/officeart/2008/layout/LinedList"/>
    <dgm:cxn modelId="{6FA8FE4C-635C-404B-B8D6-CB568E596E90}" type="presParOf" srcId="{2A14D743-B7D5-184A-ACD1-683524FC17A7}" destId="{981738C5-A95C-CD4E-96BA-0C81E1ABCDD8}" srcOrd="1" destOrd="0" presId="urn:microsoft.com/office/officeart/2008/layout/LinedList"/>
    <dgm:cxn modelId="{16243F36-6A8B-ED4C-84A7-9074A0A6D204}" type="presParOf" srcId="{2A14D743-B7D5-184A-ACD1-683524FC17A7}" destId="{E6578C74-619B-4B49-8E78-32AE013AF127}" srcOrd="2" destOrd="0" presId="urn:microsoft.com/office/officeart/2008/layout/LinedList"/>
    <dgm:cxn modelId="{2C09AC28-8AF9-334B-BDDB-8D2079E6A8A1}" type="presParOf" srcId="{56780792-9D77-0B47-9E0A-1DA71052D6B2}" destId="{272131F5-7366-E845-9AFC-45C865B9E631}" srcOrd="5" destOrd="0" presId="urn:microsoft.com/office/officeart/2008/layout/LinedList"/>
    <dgm:cxn modelId="{EEF22E52-8F75-F749-B875-720F35126C7F}" type="presParOf" srcId="{56780792-9D77-0B47-9E0A-1DA71052D6B2}" destId="{DD5DE58D-F478-1540-83AC-14DF7059707D}" srcOrd="6"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FE02B3-2301-6843-959B-EADFEFF342C6}">
      <dsp:nvSpPr>
        <dsp:cNvPr id="0" name=""/>
        <dsp:cNvSpPr/>
      </dsp:nvSpPr>
      <dsp:spPr>
        <a:xfrm>
          <a:off x="0" y="1592"/>
          <a:ext cx="5671712"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F76C07-F5E2-8B45-9E20-D571E6E5C9DA}">
      <dsp:nvSpPr>
        <dsp:cNvPr id="0" name=""/>
        <dsp:cNvSpPr/>
      </dsp:nvSpPr>
      <dsp:spPr>
        <a:xfrm>
          <a:off x="0" y="1592"/>
          <a:ext cx="735348" cy="32589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ja-JP" altLang="en-US" sz="2400" kern="1200"/>
            <a:t>詳細</a:t>
          </a:r>
        </a:p>
      </dsp:txBody>
      <dsp:txXfrm>
        <a:off x="0" y="1592"/>
        <a:ext cx="735348" cy="3258961"/>
      </dsp:txXfrm>
    </dsp:sp>
    <dsp:sp modelId="{2E22CE91-9E0A-FC4E-A632-1DB0F782CDBE}">
      <dsp:nvSpPr>
        <dsp:cNvPr id="0" name=""/>
        <dsp:cNvSpPr/>
      </dsp:nvSpPr>
      <dsp:spPr>
        <a:xfrm>
          <a:off x="820424" y="27252"/>
          <a:ext cx="4452293" cy="513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1" lang="ja-JP" sz="1200" kern="1200"/>
            <a:t>・</a:t>
          </a:r>
          <a:r>
            <a:rPr kumimoji="1" lang="en-US" sz="1200" kern="1200" dirty="0"/>
            <a:t>Whisper</a:t>
          </a:r>
          <a:r>
            <a:rPr kumimoji="1" lang="ja-JP" sz="1200" kern="1200"/>
            <a:t>系の</a:t>
          </a:r>
          <a:r>
            <a:rPr kumimoji="1" lang="en-US" sz="1200" kern="1200" dirty="0"/>
            <a:t>ASR </a:t>
          </a:r>
          <a:r>
            <a:rPr kumimoji="1" lang="ja-JP" sz="1200" kern="1200"/>
            <a:t>を </a:t>
          </a:r>
          <a:r>
            <a:rPr kumimoji="1" lang="en-US" sz="1200" b="1" kern="1200" dirty="0"/>
            <a:t>4bit</a:t>
          </a:r>
          <a:r>
            <a:rPr kumimoji="1" lang="ja-JP" sz="1200" b="1" kern="1200"/>
            <a:t>量子化</a:t>
          </a:r>
          <a:r>
            <a:rPr kumimoji="1" lang="ja-JP" sz="1200" kern="1200"/>
            <a:t>しスマホ上で実行</a:t>
          </a:r>
          <a:endParaRPr lang="ja-JP" sz="1200" kern="1200"/>
        </a:p>
      </dsp:txBody>
      <dsp:txXfrm>
        <a:off x="820424" y="27252"/>
        <a:ext cx="4452293" cy="513190"/>
      </dsp:txXfrm>
    </dsp:sp>
    <dsp:sp modelId="{ADF1E488-0FDB-A74B-8B3F-2E44E1224A48}">
      <dsp:nvSpPr>
        <dsp:cNvPr id="0" name=""/>
        <dsp:cNvSpPr/>
      </dsp:nvSpPr>
      <dsp:spPr>
        <a:xfrm>
          <a:off x="735348" y="540443"/>
          <a:ext cx="453736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BDD8FB5-159D-8F48-8D74-115069B2537D}">
      <dsp:nvSpPr>
        <dsp:cNvPr id="0" name=""/>
        <dsp:cNvSpPr/>
      </dsp:nvSpPr>
      <dsp:spPr>
        <a:xfrm>
          <a:off x="820424" y="566102"/>
          <a:ext cx="4452293" cy="513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1" lang="ja-JP" sz="1200" kern="1200"/>
            <a:t>・音響特徴（</a:t>
          </a:r>
          <a:r>
            <a:rPr kumimoji="1" lang="en-US" sz="1200" kern="1200" dirty="0"/>
            <a:t>F0</a:t>
          </a:r>
          <a:r>
            <a:rPr kumimoji="1" lang="ja-JP" sz="1200" kern="1200"/>
            <a:t>変動、</a:t>
          </a:r>
          <a:r>
            <a:rPr kumimoji="1" lang="en-US" sz="1200" kern="1200" dirty="0"/>
            <a:t>Energy</a:t>
          </a:r>
          <a:r>
            <a:rPr kumimoji="1" lang="ja-JP" sz="1200" kern="1200"/>
            <a:t>、</a:t>
          </a:r>
          <a:r>
            <a:rPr kumimoji="1" lang="en-US" sz="1200" kern="1200" dirty="0"/>
            <a:t>Formant</a:t>
          </a:r>
          <a:r>
            <a:rPr kumimoji="1" lang="ja-JP" sz="1200" kern="1200"/>
            <a:t>、</a:t>
          </a:r>
          <a:r>
            <a:rPr kumimoji="1" lang="en-US" sz="1200" kern="1200" dirty="0"/>
            <a:t>Voicing</a:t>
          </a:r>
          <a:r>
            <a:rPr kumimoji="1" lang="ja-JP" sz="1200" kern="1200"/>
            <a:t>）から攻撃性を推定</a:t>
          </a:r>
          <a:endParaRPr lang="ja-JP" sz="1200" kern="1200"/>
        </a:p>
      </dsp:txBody>
      <dsp:txXfrm>
        <a:off x="820424" y="566102"/>
        <a:ext cx="4452293" cy="513190"/>
      </dsp:txXfrm>
    </dsp:sp>
    <dsp:sp modelId="{335C70DE-98D6-0449-B2E1-5DDE6A3A0717}">
      <dsp:nvSpPr>
        <dsp:cNvPr id="0" name=""/>
        <dsp:cNvSpPr/>
      </dsp:nvSpPr>
      <dsp:spPr>
        <a:xfrm>
          <a:off x="735348" y="1079293"/>
          <a:ext cx="453736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F0B7FC5-F4EA-1B41-B584-2DB611D64EF8}">
      <dsp:nvSpPr>
        <dsp:cNvPr id="0" name=""/>
        <dsp:cNvSpPr/>
      </dsp:nvSpPr>
      <dsp:spPr>
        <a:xfrm>
          <a:off x="820424" y="1104953"/>
          <a:ext cx="4452293" cy="513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1" lang="ja-JP" altLang="en-US" sz="1200" kern="1200"/>
            <a:t>・会話ターン（割り込み、遮断率、沈黙支配構造）を解析</a:t>
          </a:r>
          <a:endParaRPr lang="ja-JP" altLang="en-US" sz="1200" kern="1200"/>
        </a:p>
      </dsp:txBody>
      <dsp:txXfrm>
        <a:off x="820424" y="1104953"/>
        <a:ext cx="4452293" cy="513190"/>
      </dsp:txXfrm>
    </dsp:sp>
    <dsp:sp modelId="{70E01F50-7560-1845-9998-39F7967695B8}">
      <dsp:nvSpPr>
        <dsp:cNvPr id="0" name=""/>
        <dsp:cNvSpPr/>
      </dsp:nvSpPr>
      <dsp:spPr>
        <a:xfrm>
          <a:off x="735348" y="1618144"/>
          <a:ext cx="453736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D901912-72C3-104A-95E0-5C525D207BE3}">
      <dsp:nvSpPr>
        <dsp:cNvPr id="0" name=""/>
        <dsp:cNvSpPr/>
      </dsp:nvSpPr>
      <dsp:spPr>
        <a:xfrm>
          <a:off x="820424" y="1643803"/>
          <a:ext cx="4452293" cy="513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1" lang="ja-JP" sz="1200" kern="1200"/>
            <a:t>・言語攻撃性（脅迫／侮蔑／威圧表現）を</a:t>
          </a:r>
          <a:r>
            <a:rPr kumimoji="1" lang="en-US" sz="1200" kern="1200" dirty="0"/>
            <a:t>NLP</a:t>
          </a:r>
          <a:r>
            <a:rPr kumimoji="1" lang="ja-JP" sz="1200" kern="1200"/>
            <a:t>で推定</a:t>
          </a:r>
          <a:endParaRPr lang="ja-JP" sz="1200" kern="1200"/>
        </a:p>
      </dsp:txBody>
      <dsp:txXfrm>
        <a:off x="820424" y="1643803"/>
        <a:ext cx="4452293" cy="513190"/>
      </dsp:txXfrm>
    </dsp:sp>
    <dsp:sp modelId="{0E70E4F3-3775-B648-9562-2D912753023A}">
      <dsp:nvSpPr>
        <dsp:cNvPr id="0" name=""/>
        <dsp:cNvSpPr/>
      </dsp:nvSpPr>
      <dsp:spPr>
        <a:xfrm>
          <a:off x="735348" y="2156994"/>
          <a:ext cx="453736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028D7E-28EF-0F45-9B37-9C8320F4900A}">
      <dsp:nvSpPr>
        <dsp:cNvPr id="0" name=""/>
        <dsp:cNvSpPr/>
      </dsp:nvSpPr>
      <dsp:spPr>
        <a:xfrm>
          <a:off x="820424" y="2182654"/>
          <a:ext cx="4452293" cy="513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1" lang="ja-JP" sz="1200" kern="1200"/>
            <a:t>・これらを統合し、</a:t>
          </a:r>
          <a:r>
            <a:rPr kumimoji="1" lang="ja-JP" sz="1200" b="1" kern="1200"/>
            <a:t>行動構造をスコア化する </a:t>
          </a:r>
          <a:r>
            <a:rPr kumimoji="1" lang="en-US" sz="1200" b="1" kern="1200" dirty="0"/>
            <a:t>HSI </a:t>
          </a:r>
          <a:r>
            <a:rPr kumimoji="1" lang="ja-JP" sz="1200" b="1" kern="1200"/>
            <a:t>モデル</a:t>
          </a:r>
          <a:r>
            <a:rPr kumimoji="1" lang="ja-JP" sz="1200" kern="1200"/>
            <a:t>を構築</a:t>
          </a:r>
          <a:endParaRPr lang="ja-JP" sz="1200" kern="1200"/>
        </a:p>
      </dsp:txBody>
      <dsp:txXfrm>
        <a:off x="820424" y="2182654"/>
        <a:ext cx="4452293" cy="513190"/>
      </dsp:txXfrm>
    </dsp:sp>
    <dsp:sp modelId="{3806C3AF-D75F-8C4A-93F0-88E73AC2CC7F}">
      <dsp:nvSpPr>
        <dsp:cNvPr id="0" name=""/>
        <dsp:cNvSpPr/>
      </dsp:nvSpPr>
      <dsp:spPr>
        <a:xfrm>
          <a:off x="735348" y="2695845"/>
          <a:ext cx="453736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898BA3D-C8C7-F941-A0EB-E19BAB15A86D}">
      <dsp:nvSpPr>
        <dsp:cNvPr id="0" name=""/>
        <dsp:cNvSpPr/>
      </dsp:nvSpPr>
      <dsp:spPr>
        <a:xfrm>
          <a:off x="820424" y="2721504"/>
          <a:ext cx="4452293" cy="513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1" lang="ja-JP" sz="1200" kern="1200"/>
            <a:t>・</a:t>
          </a:r>
          <a:r>
            <a:rPr kumimoji="1" lang="en-US" sz="1200" kern="1200" dirty="0"/>
            <a:t>HSI </a:t>
          </a:r>
          <a:r>
            <a:rPr kumimoji="1" lang="ja-JP" sz="1200" kern="1200"/>
            <a:t>をもとに、関連する </a:t>
          </a:r>
          <a:r>
            <a:rPr kumimoji="1" lang="ja-JP" sz="1200" b="1" kern="1200"/>
            <a:t>判例／法的リスクを自動推薦</a:t>
          </a:r>
          <a:r>
            <a:rPr kumimoji="1" lang="en-US" altLang="ja-JP" sz="1200" b="1" kern="1200" dirty="0"/>
            <a:t>(HSIE)</a:t>
          </a:r>
          <a:endParaRPr lang="ja-JP" sz="1200" kern="1200"/>
        </a:p>
      </dsp:txBody>
      <dsp:txXfrm>
        <a:off x="820424" y="2721504"/>
        <a:ext cx="4452293" cy="513190"/>
      </dsp:txXfrm>
    </dsp:sp>
    <dsp:sp modelId="{FD61E311-FAFE-DE46-9943-AE0855432D7E}">
      <dsp:nvSpPr>
        <dsp:cNvPr id="0" name=""/>
        <dsp:cNvSpPr/>
      </dsp:nvSpPr>
      <dsp:spPr>
        <a:xfrm>
          <a:off x="735348" y="3234695"/>
          <a:ext cx="453736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DE4770-2426-464B-B532-5D600A15E0AB}">
      <dsp:nvSpPr>
        <dsp:cNvPr id="0" name=""/>
        <dsp:cNvSpPr/>
      </dsp:nvSpPr>
      <dsp:spPr>
        <a:xfrm>
          <a:off x="0" y="1147"/>
          <a:ext cx="1140511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4AE897-BF14-6A4F-BD69-2D2B80764151}">
      <dsp:nvSpPr>
        <dsp:cNvPr id="0" name=""/>
        <dsp:cNvSpPr/>
      </dsp:nvSpPr>
      <dsp:spPr>
        <a:xfrm>
          <a:off x="0" y="1147"/>
          <a:ext cx="11405119" cy="7825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kumimoji="1" lang="ja-JP" altLang="en-US" sz="1700" kern="1200"/>
            <a:t>・</a:t>
          </a:r>
          <a:r>
            <a:rPr kumimoji="1" lang="ja-JP" sz="1700" kern="1200"/>
            <a:t>これまでハラスメントの判断は </a:t>
          </a:r>
          <a:r>
            <a:rPr kumimoji="1" lang="ja-JP" sz="1700" b="1" kern="1200"/>
            <a:t>人間の主観</a:t>
          </a:r>
          <a:r>
            <a:rPr kumimoji="1" lang="ja-JP" sz="1700" kern="1200"/>
            <a:t>（感情・状況依存）</a:t>
          </a:r>
          <a:endParaRPr lang="ja-JP" sz="1700" kern="1200"/>
        </a:p>
      </dsp:txBody>
      <dsp:txXfrm>
        <a:off x="0" y="1147"/>
        <a:ext cx="11405119" cy="782595"/>
      </dsp:txXfrm>
    </dsp:sp>
    <dsp:sp modelId="{8BE6253D-358A-5F46-AA21-E8EC724D0681}">
      <dsp:nvSpPr>
        <dsp:cNvPr id="0" name=""/>
        <dsp:cNvSpPr/>
      </dsp:nvSpPr>
      <dsp:spPr>
        <a:xfrm>
          <a:off x="0" y="783743"/>
          <a:ext cx="1140511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7C9F13-BA70-1545-81F0-A86953C81028}">
      <dsp:nvSpPr>
        <dsp:cNvPr id="0" name=""/>
        <dsp:cNvSpPr/>
      </dsp:nvSpPr>
      <dsp:spPr>
        <a:xfrm>
          <a:off x="0" y="783743"/>
          <a:ext cx="11405119" cy="7825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kumimoji="1" lang="ja-JP" altLang="en-US" sz="1700" kern="1200"/>
            <a:t>・</a:t>
          </a:r>
          <a:r>
            <a:rPr kumimoji="1" lang="ja-JP" sz="1700" kern="1200"/>
            <a:t>音声</a:t>
          </a:r>
          <a:r>
            <a:rPr kumimoji="1" lang="en-US" sz="1700" kern="1200" dirty="0"/>
            <a:t>AI</a:t>
          </a:r>
          <a:r>
            <a:rPr kumimoji="1" lang="ja-JP" sz="1700" kern="1200"/>
            <a:t>は「内容文字起こし」はできても</a:t>
          </a:r>
          <a:r>
            <a:rPr kumimoji="1" lang="ja-JP" sz="1700" b="1" kern="1200"/>
            <a:t>行動構造（支配性・威圧性・継続性）を数値化する技術が存在しない</a:t>
          </a:r>
          <a:endParaRPr lang="ja-JP" sz="1700" kern="1200"/>
        </a:p>
      </dsp:txBody>
      <dsp:txXfrm>
        <a:off x="0" y="783743"/>
        <a:ext cx="11405119" cy="782595"/>
      </dsp:txXfrm>
    </dsp:sp>
    <dsp:sp modelId="{AA3C5AFC-5F11-3146-9D77-F62875166060}">
      <dsp:nvSpPr>
        <dsp:cNvPr id="0" name=""/>
        <dsp:cNvSpPr/>
      </dsp:nvSpPr>
      <dsp:spPr>
        <a:xfrm>
          <a:off x="0" y="1566339"/>
          <a:ext cx="1140511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2D3A82-5945-8C4C-A15A-8F8EDF64B004}">
      <dsp:nvSpPr>
        <dsp:cNvPr id="0" name=""/>
        <dsp:cNvSpPr/>
      </dsp:nvSpPr>
      <dsp:spPr>
        <a:xfrm>
          <a:off x="0" y="1566339"/>
          <a:ext cx="11405119" cy="7825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kumimoji="1" lang="ja-JP" altLang="en-US" sz="1700" kern="1200"/>
            <a:t>・</a:t>
          </a:r>
          <a:r>
            <a:rPr kumimoji="1" lang="ja-JP" sz="1700" kern="1200"/>
            <a:t>既存の“攻撃性検知”は言語中心で、</a:t>
          </a:r>
          <a:r>
            <a:rPr kumimoji="1" lang="ja-JP" sz="1700" b="1" kern="1200"/>
            <a:t>音声特徴 </a:t>
          </a:r>
          <a:r>
            <a:rPr kumimoji="1" lang="en-US" sz="1700" b="1" kern="1200" dirty="0"/>
            <a:t>+ </a:t>
          </a:r>
          <a:r>
            <a:rPr kumimoji="1" lang="ja-JP" sz="1700" b="1" kern="1200"/>
            <a:t>会話構造 </a:t>
          </a:r>
          <a:r>
            <a:rPr kumimoji="1" lang="en-US" sz="1700" b="1" kern="1200" dirty="0"/>
            <a:t>+ </a:t>
          </a:r>
          <a:r>
            <a:rPr kumimoji="1" lang="ja-JP" sz="1700" b="1" kern="1200"/>
            <a:t>文脈</a:t>
          </a:r>
          <a:r>
            <a:rPr kumimoji="1" lang="ja-JP" sz="1700" kern="1200"/>
            <a:t> を統合した例はない</a:t>
          </a:r>
          <a:endParaRPr lang="ja-JP" sz="1700" kern="1200"/>
        </a:p>
      </dsp:txBody>
      <dsp:txXfrm>
        <a:off x="0" y="1566339"/>
        <a:ext cx="11405119" cy="7825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149E28-EB91-6047-A468-F2CE91D9795C}">
      <dsp:nvSpPr>
        <dsp:cNvPr id="0" name=""/>
        <dsp:cNvSpPr/>
      </dsp:nvSpPr>
      <dsp:spPr>
        <a:xfrm>
          <a:off x="2930819" y="0"/>
          <a:ext cx="3972559" cy="3972559"/>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1">
          <a:noAutofit/>
        </a:bodyPr>
        <a:lstStyle/>
        <a:p>
          <a:pPr marL="0" lvl="0" indent="0" algn="l" defTabSz="622300">
            <a:lnSpc>
              <a:spcPct val="90000"/>
            </a:lnSpc>
            <a:spcBef>
              <a:spcPct val="0"/>
            </a:spcBef>
            <a:spcAft>
              <a:spcPct val="35000"/>
            </a:spcAft>
            <a:buNone/>
          </a:pPr>
          <a:r>
            <a:rPr kumimoji="1" lang="ja-JP" sz="1400" b="1" kern="1200"/>
            <a:t>① 音声攻撃性モデル（</a:t>
          </a:r>
          <a:r>
            <a:rPr kumimoji="1" lang="en-US" sz="1400" b="1" kern="1200" dirty="0"/>
            <a:t>Acoustic Aggression Index</a:t>
          </a:r>
          <a:r>
            <a:rPr kumimoji="1" lang="ja-JP" sz="1400" b="1" kern="1200"/>
            <a:t>）</a:t>
          </a:r>
          <a:r>
            <a:rPr kumimoji="1" lang="ja-JP" altLang="en-US" sz="1400" b="1" kern="1200"/>
            <a:t>＝</a:t>
          </a:r>
          <a:r>
            <a:rPr kumimoji="1" lang="en-US" altLang="ja-JP" sz="1400" b="1" kern="1200" dirty="0"/>
            <a:t>A</a:t>
          </a:r>
          <a:endParaRPr lang="ja-JP" sz="1400" kern="1200"/>
        </a:p>
        <a:p>
          <a:pPr marL="57150" lvl="1" indent="-57150" algn="l" defTabSz="488950">
            <a:lnSpc>
              <a:spcPct val="90000"/>
            </a:lnSpc>
            <a:spcBef>
              <a:spcPct val="0"/>
            </a:spcBef>
            <a:spcAft>
              <a:spcPct val="15000"/>
            </a:spcAft>
            <a:buChar char="•"/>
          </a:pPr>
          <a:r>
            <a:rPr kumimoji="1" lang="ja-JP" sz="1100" kern="1200"/>
            <a:t>音響特徴（音量ピーク、ピッチ変動、声帯テンション）</a:t>
          </a:r>
          <a:endParaRPr lang="ja-JP" sz="1100" kern="1200"/>
        </a:p>
        <a:p>
          <a:pPr marL="57150" lvl="1" indent="-57150" algn="l" defTabSz="488950">
            <a:lnSpc>
              <a:spcPct val="90000"/>
            </a:lnSpc>
            <a:spcBef>
              <a:spcPct val="0"/>
            </a:spcBef>
            <a:spcAft>
              <a:spcPct val="15000"/>
            </a:spcAft>
            <a:buChar char="•"/>
          </a:pPr>
          <a:r>
            <a:rPr kumimoji="1" lang="ja-JP" sz="1100" kern="1200"/>
            <a:t>威圧・怒鳴りを </a:t>
          </a:r>
          <a:r>
            <a:rPr kumimoji="1" lang="ja-JP" sz="1100" b="1" kern="1200"/>
            <a:t>発話ごとに </a:t>
          </a:r>
          <a:r>
            <a:rPr kumimoji="1" lang="en-US" sz="1100" b="1" kern="1200" dirty="0"/>
            <a:t>0〜100</a:t>
          </a:r>
          <a:r>
            <a:rPr kumimoji="1" lang="ja-JP" sz="1100" b="1" kern="1200"/>
            <a:t>スコア化</a:t>
          </a:r>
          <a:endParaRPr lang="ja-JP" sz="1100" kern="1200"/>
        </a:p>
      </dsp:txBody>
      <dsp:txXfrm>
        <a:off x="3460494" y="695197"/>
        <a:ext cx="2913210" cy="1787651"/>
      </dsp:txXfrm>
    </dsp:sp>
    <dsp:sp modelId="{B50DF1FC-53F5-B042-B9A4-D7025A422970}">
      <dsp:nvSpPr>
        <dsp:cNvPr id="0" name=""/>
        <dsp:cNvSpPr/>
      </dsp:nvSpPr>
      <dsp:spPr>
        <a:xfrm>
          <a:off x="4683526" y="2648373"/>
          <a:ext cx="3972559" cy="3972559"/>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1">
          <a:noAutofit/>
        </a:bodyPr>
        <a:lstStyle/>
        <a:p>
          <a:pPr marL="0" lvl="0" indent="0" algn="l" defTabSz="622300">
            <a:lnSpc>
              <a:spcPct val="90000"/>
            </a:lnSpc>
            <a:spcBef>
              <a:spcPct val="0"/>
            </a:spcBef>
            <a:spcAft>
              <a:spcPct val="35000"/>
            </a:spcAft>
            <a:buNone/>
          </a:pPr>
          <a:r>
            <a:rPr kumimoji="1" lang="ja-JP" sz="1400" b="1" kern="1200"/>
            <a:t>② 会話支配構造モデル（</a:t>
          </a:r>
          <a:r>
            <a:rPr kumimoji="1" lang="en-US" sz="1400" b="1" kern="1200" dirty="0"/>
            <a:t>Dominance Structure Model</a:t>
          </a:r>
          <a:r>
            <a:rPr kumimoji="1" lang="ja-JP" sz="1400" b="1" kern="1200"/>
            <a:t>）</a:t>
          </a:r>
          <a:r>
            <a:rPr kumimoji="1" lang="ja-JP" altLang="en-US" sz="1400" b="1" kern="1200"/>
            <a:t>＝</a:t>
          </a:r>
          <a:r>
            <a:rPr kumimoji="1" lang="en-US" altLang="ja-JP" sz="1400" b="1" kern="1200" dirty="0"/>
            <a:t>D</a:t>
          </a:r>
          <a:endParaRPr lang="ja-JP" sz="1400" kern="1200"/>
        </a:p>
        <a:p>
          <a:pPr marL="57150" lvl="1" indent="-57150" algn="l" defTabSz="488950">
            <a:lnSpc>
              <a:spcPct val="90000"/>
            </a:lnSpc>
            <a:spcBef>
              <a:spcPct val="0"/>
            </a:spcBef>
            <a:spcAft>
              <a:spcPct val="15000"/>
            </a:spcAft>
            <a:buChar char="•"/>
          </a:pPr>
          <a:r>
            <a:rPr kumimoji="1" lang="ja-JP" sz="1100" kern="1200"/>
            <a:t>発話ターン占有率</a:t>
          </a:r>
          <a:endParaRPr lang="ja-JP" sz="1100" kern="1200"/>
        </a:p>
        <a:p>
          <a:pPr marL="57150" lvl="1" indent="-57150" algn="l" defTabSz="488950">
            <a:lnSpc>
              <a:spcPct val="90000"/>
            </a:lnSpc>
            <a:spcBef>
              <a:spcPct val="0"/>
            </a:spcBef>
            <a:spcAft>
              <a:spcPct val="15000"/>
            </a:spcAft>
            <a:buChar char="•"/>
          </a:pPr>
          <a:r>
            <a:rPr kumimoji="1" lang="ja-JP" sz="1100" kern="1200"/>
            <a:t>割り込み頻度</a:t>
          </a:r>
          <a:endParaRPr lang="ja-JP" sz="1100" kern="1200"/>
        </a:p>
        <a:p>
          <a:pPr marL="57150" lvl="1" indent="-57150" algn="l" defTabSz="488950">
            <a:lnSpc>
              <a:spcPct val="90000"/>
            </a:lnSpc>
            <a:spcBef>
              <a:spcPct val="0"/>
            </a:spcBef>
            <a:spcAft>
              <a:spcPct val="15000"/>
            </a:spcAft>
            <a:buChar char="•"/>
          </a:pPr>
          <a:r>
            <a:rPr kumimoji="1" lang="ja-JP" sz="1100" kern="1200"/>
            <a:t>否定／命令の反復</a:t>
          </a:r>
          <a:endParaRPr lang="ja-JP" sz="1100" kern="1200"/>
        </a:p>
        <a:p>
          <a:pPr marL="57150" lvl="1" indent="-57150" algn="l" defTabSz="488950">
            <a:lnSpc>
              <a:spcPct val="90000"/>
            </a:lnSpc>
            <a:spcBef>
              <a:spcPct val="0"/>
            </a:spcBef>
            <a:spcAft>
              <a:spcPct val="15000"/>
            </a:spcAft>
            <a:buChar char="•"/>
          </a:pPr>
          <a:r>
            <a:rPr kumimoji="1" lang="ja-JP" sz="1100" kern="1200"/>
            <a:t>対話の“力の非対称性”を解析</a:t>
          </a:r>
          <a:br>
            <a:rPr kumimoji="1" lang="en-US" altLang="ja-JP" sz="1100" kern="1200" dirty="0"/>
          </a:br>
          <a:r>
            <a:rPr kumimoji="1" lang="ja-JP" altLang="en-US" sz="1100" kern="1200"/>
            <a:t>し</a:t>
          </a:r>
          <a:r>
            <a:rPr kumimoji="1" lang="en-US" altLang="ja-JP" sz="1100" b="1" kern="1200" dirty="0"/>
            <a:t>0〜100</a:t>
          </a:r>
          <a:r>
            <a:rPr kumimoji="1" lang="ja-JP" altLang="en-US" sz="1100" b="1" kern="1200"/>
            <a:t>スコア化</a:t>
          </a:r>
          <a:endParaRPr lang="ja-JP" sz="1100" b="1" kern="1200"/>
        </a:p>
      </dsp:txBody>
      <dsp:txXfrm>
        <a:off x="5898467" y="3674617"/>
        <a:ext cx="2383535" cy="2184907"/>
      </dsp:txXfrm>
    </dsp:sp>
    <dsp:sp modelId="{6E4581BE-80E6-BE43-A518-FE12D16A418A}">
      <dsp:nvSpPr>
        <dsp:cNvPr id="0" name=""/>
        <dsp:cNvSpPr/>
      </dsp:nvSpPr>
      <dsp:spPr>
        <a:xfrm>
          <a:off x="1214501" y="2648373"/>
          <a:ext cx="3972559" cy="3972559"/>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ja-JP" altLang="en-US" sz="1300" b="1" kern="1200"/>
            <a:t>③</a:t>
          </a:r>
          <a:r>
            <a:rPr lang="en-US" altLang="ja-JP" sz="1300" b="1" kern="1200" dirty="0"/>
            <a:t> </a:t>
          </a:r>
          <a:r>
            <a:rPr lang="ja-JP" altLang="en-US" sz="1300" b="1" kern="1200"/>
            <a:t>言語攻撃性</a:t>
          </a:r>
          <a:r>
            <a:rPr lang="en-US" altLang="ja-JP" sz="1300" b="1" kern="1200" dirty="0"/>
            <a:t>(Language  Aggression Model)</a:t>
          </a:r>
          <a:r>
            <a:rPr lang="ja-JP" altLang="en-US" sz="1300" b="1" kern="1200"/>
            <a:t>　＝</a:t>
          </a:r>
          <a:r>
            <a:rPr lang="en-US" altLang="ja-JP" sz="1300" b="1" kern="1200" dirty="0"/>
            <a:t>L</a:t>
          </a:r>
        </a:p>
        <a:p>
          <a:pPr marL="0" lvl="0" indent="0" algn="ctr" defTabSz="577850">
            <a:lnSpc>
              <a:spcPct val="90000"/>
            </a:lnSpc>
            <a:spcBef>
              <a:spcPct val="0"/>
            </a:spcBef>
            <a:spcAft>
              <a:spcPct val="35000"/>
            </a:spcAft>
            <a:buNone/>
          </a:pPr>
          <a:r>
            <a:rPr lang="ja-JP" altLang="en-US" sz="1200" b="0" kern="1200"/>
            <a:t>・侮辱語</a:t>
          </a:r>
          <a:r>
            <a:rPr lang="en-US" altLang="ja-JP" sz="1200" b="0" kern="1200" dirty="0"/>
            <a:t>/</a:t>
          </a:r>
          <a:r>
            <a:rPr lang="ja-JP" altLang="en-US" sz="1200" b="0" kern="1200"/>
            <a:t>脅迫語を用いた攻撃性</a:t>
          </a:r>
          <a:br>
            <a:rPr lang="en-US" altLang="ja-JP" sz="1200" b="0" kern="1200" dirty="0"/>
          </a:br>
          <a:r>
            <a:rPr lang="ja-JP" altLang="en-US" sz="1200" b="0" kern="1200"/>
            <a:t>・人格否定・能力否定パターン</a:t>
          </a:r>
          <a:br>
            <a:rPr lang="en-US" altLang="ja-JP" sz="1200" b="0" kern="1200" dirty="0"/>
          </a:br>
          <a:r>
            <a:rPr lang="ja-JP" altLang="en-US" sz="1200" b="0" kern="1200"/>
            <a:t>・個人攻撃度の推定</a:t>
          </a:r>
          <a:endParaRPr lang="en-US" altLang="ja-JP" sz="1200" b="0" kern="1200" dirty="0"/>
        </a:p>
        <a:p>
          <a:pPr marL="0" lvl="0" indent="0" algn="ctr" defTabSz="577850">
            <a:lnSpc>
              <a:spcPct val="90000"/>
            </a:lnSpc>
            <a:spcBef>
              <a:spcPct val="0"/>
            </a:spcBef>
            <a:spcAft>
              <a:spcPct val="35000"/>
            </a:spcAft>
            <a:buNone/>
          </a:pPr>
          <a:r>
            <a:rPr kumimoji="1" lang="en-US" sz="1200" b="1" kern="1200" dirty="0"/>
            <a:t>・</a:t>
          </a:r>
          <a:r>
            <a:rPr kumimoji="1" lang="en-US" sz="1200" b="0" kern="1200" dirty="0"/>
            <a:t>Whisper</a:t>
          </a:r>
          <a:r>
            <a:rPr kumimoji="1" lang="ja-JP" sz="1200" b="0" kern="1200"/>
            <a:t>ベースの </a:t>
          </a:r>
          <a:r>
            <a:rPr kumimoji="1" lang="en-US" sz="1200" b="0" kern="1200" dirty="0"/>
            <a:t>ASR </a:t>
          </a:r>
          <a:r>
            <a:rPr kumimoji="1" lang="ja-JP" sz="1200" b="0" kern="1200"/>
            <a:t>を </a:t>
          </a:r>
          <a:r>
            <a:rPr kumimoji="1" lang="en-US" sz="1200" b="0" kern="1200" dirty="0"/>
            <a:t>4bit</a:t>
          </a:r>
          <a:r>
            <a:rPr kumimoji="1" lang="ja-JP" sz="1200" b="0" kern="1200"/>
            <a:t>量子化</a:t>
          </a:r>
          <a:r>
            <a:rPr kumimoji="1" lang="ja-JP" altLang="en-US" sz="1200" b="0" kern="1200"/>
            <a:t>で高速オンデバイス分析</a:t>
          </a:r>
          <a:br>
            <a:rPr lang="en-US" altLang="ja-JP" sz="1200" b="0" kern="1200" dirty="0"/>
          </a:br>
          <a:r>
            <a:rPr lang="ja-JP" altLang="en-US" sz="1200" b="0" kern="1200"/>
            <a:t>・評価を総合し</a:t>
          </a:r>
          <a:r>
            <a:rPr lang="en-US" altLang="ja-JP" sz="1200" b="1" kern="1200" dirty="0"/>
            <a:t>0〜100</a:t>
          </a:r>
          <a:r>
            <a:rPr lang="ja-JP" altLang="en-US" sz="1200" b="1" kern="1200"/>
            <a:t>スコア化</a:t>
          </a:r>
          <a:endParaRPr lang="en-US" altLang="ja-JP" sz="1200" b="1" kern="1200" dirty="0"/>
        </a:p>
      </dsp:txBody>
      <dsp:txXfrm>
        <a:off x="1588584" y="3674617"/>
        <a:ext cx="2383535" cy="218490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6A3342-2E1D-5845-8F5D-F0AAEA3B14B0}">
      <dsp:nvSpPr>
        <dsp:cNvPr id="0" name=""/>
        <dsp:cNvSpPr/>
      </dsp:nvSpPr>
      <dsp:spPr>
        <a:xfrm>
          <a:off x="0" y="1021"/>
          <a:ext cx="56006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4171D2-BC58-AB40-9506-E5F91B8BFEA2}">
      <dsp:nvSpPr>
        <dsp:cNvPr id="0" name=""/>
        <dsp:cNvSpPr/>
      </dsp:nvSpPr>
      <dsp:spPr>
        <a:xfrm>
          <a:off x="0" y="2042"/>
          <a:ext cx="1298585" cy="20891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kumimoji="1" lang="en-US" altLang="ja-JP" sz="1400" b="1" kern="1200" dirty="0"/>
            <a:t>1</a:t>
          </a:r>
          <a:r>
            <a:rPr kumimoji="1" lang="ja-JP" sz="1400" b="1" kern="1200"/>
            <a:t> 音声攻撃性推定（</a:t>
          </a:r>
          <a:r>
            <a:rPr kumimoji="1" lang="en-US" sz="1400" b="1" kern="1200" dirty="0"/>
            <a:t>Aggression-Audio Model</a:t>
          </a:r>
          <a:r>
            <a:rPr kumimoji="1" lang="ja-JP" sz="1400" b="1" kern="1200"/>
            <a:t>）</a:t>
          </a:r>
          <a:endParaRPr lang="ja-JP" sz="1400" kern="1200"/>
        </a:p>
      </dsp:txBody>
      <dsp:txXfrm>
        <a:off x="0" y="2042"/>
        <a:ext cx="1298585" cy="2089172"/>
      </dsp:txXfrm>
    </dsp:sp>
    <dsp:sp modelId="{EE0ED6F3-E5B6-3449-845B-98391757E9F6}">
      <dsp:nvSpPr>
        <dsp:cNvPr id="0" name=""/>
        <dsp:cNvSpPr/>
      </dsp:nvSpPr>
      <dsp:spPr>
        <a:xfrm>
          <a:off x="1379150" y="25580"/>
          <a:ext cx="4216222" cy="491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ja-JP" sz="1500" kern="1200"/>
            <a:t>音響特徴</a:t>
          </a:r>
          <a:r>
            <a:rPr kumimoji="1" lang="en-US" sz="1500" kern="1200" dirty="0"/>
            <a:t>10</a:t>
          </a:r>
          <a:r>
            <a:rPr kumimoji="1" lang="ja-JP" sz="1500" kern="1200"/>
            <a:t>種以上を抽出</a:t>
          </a:r>
          <a:endParaRPr lang="ja-JP" sz="1500" kern="1200"/>
        </a:p>
      </dsp:txBody>
      <dsp:txXfrm>
        <a:off x="1379150" y="25580"/>
        <a:ext cx="4216222" cy="491180"/>
      </dsp:txXfrm>
    </dsp:sp>
    <dsp:sp modelId="{C3F45CEC-006F-AE43-B397-A77B26C26375}">
      <dsp:nvSpPr>
        <dsp:cNvPr id="0" name=""/>
        <dsp:cNvSpPr/>
      </dsp:nvSpPr>
      <dsp:spPr>
        <a:xfrm>
          <a:off x="1298585" y="516760"/>
          <a:ext cx="429678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C0AB3C6-67C0-CC41-B7D7-49E5B61A0DB4}">
      <dsp:nvSpPr>
        <dsp:cNvPr id="0" name=""/>
        <dsp:cNvSpPr/>
      </dsp:nvSpPr>
      <dsp:spPr>
        <a:xfrm>
          <a:off x="1379150" y="541319"/>
          <a:ext cx="4216222" cy="491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en-US" sz="1500" kern="1200" dirty="0"/>
            <a:t>Whisper Tiny </a:t>
          </a:r>
          <a:r>
            <a:rPr kumimoji="1" lang="ja-JP" sz="1500" kern="1200"/>
            <a:t>を </a:t>
          </a:r>
          <a:r>
            <a:rPr kumimoji="1" lang="en-US" sz="1500" kern="1200" dirty="0"/>
            <a:t>4bit</a:t>
          </a:r>
          <a:r>
            <a:rPr kumimoji="1" lang="ja-JP" sz="1500" kern="1200"/>
            <a:t>量子化して端末上で動作</a:t>
          </a:r>
          <a:endParaRPr lang="ja-JP" sz="1500" kern="1200"/>
        </a:p>
      </dsp:txBody>
      <dsp:txXfrm>
        <a:off x="1379150" y="541319"/>
        <a:ext cx="4216222" cy="491180"/>
      </dsp:txXfrm>
    </dsp:sp>
    <dsp:sp modelId="{6C737D0B-1D11-C24D-9C78-11ACD5F041D2}">
      <dsp:nvSpPr>
        <dsp:cNvPr id="0" name=""/>
        <dsp:cNvSpPr/>
      </dsp:nvSpPr>
      <dsp:spPr>
        <a:xfrm>
          <a:off x="1298585" y="1032499"/>
          <a:ext cx="429678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AD1DCA3-0711-7546-9FC1-DA24259F0FF8}">
      <dsp:nvSpPr>
        <dsp:cNvPr id="0" name=""/>
        <dsp:cNvSpPr/>
      </dsp:nvSpPr>
      <dsp:spPr>
        <a:xfrm>
          <a:off x="1379150" y="1057058"/>
          <a:ext cx="4216222" cy="491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ja-JP" sz="1500" b="1" kern="1200"/>
            <a:t>短時間攻撃性スコア </a:t>
          </a:r>
          <a:r>
            <a:rPr kumimoji="1" lang="en-US" sz="1500" b="1" kern="1200" dirty="0"/>
            <a:t>A-Aggression </a:t>
          </a:r>
          <a:r>
            <a:rPr kumimoji="1" lang="ja-JP" sz="1500" b="1" kern="1200"/>
            <a:t>を推論</a:t>
          </a:r>
          <a:endParaRPr lang="ja-JP" sz="1500" kern="1200"/>
        </a:p>
      </dsp:txBody>
      <dsp:txXfrm>
        <a:off x="1379150" y="1057058"/>
        <a:ext cx="4216222" cy="491180"/>
      </dsp:txXfrm>
    </dsp:sp>
    <dsp:sp modelId="{E2910697-6714-0141-8E82-55BF72C34FE6}">
      <dsp:nvSpPr>
        <dsp:cNvPr id="0" name=""/>
        <dsp:cNvSpPr/>
      </dsp:nvSpPr>
      <dsp:spPr>
        <a:xfrm>
          <a:off x="1298585" y="1548238"/>
          <a:ext cx="429678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B6A1773-8E33-B148-9F34-8AC539932A62}">
      <dsp:nvSpPr>
        <dsp:cNvPr id="0" name=""/>
        <dsp:cNvSpPr/>
      </dsp:nvSpPr>
      <dsp:spPr>
        <a:xfrm>
          <a:off x="1379150" y="1572797"/>
          <a:ext cx="4216222" cy="491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ja-JP" sz="1500" kern="1200"/>
            <a:t>例：怒鳴り行為の検出 </a:t>
          </a:r>
          <a:r>
            <a:rPr kumimoji="1" lang="en-US" sz="1500" kern="1200" dirty="0"/>
            <a:t>F1 ≥ 0.75</a:t>
          </a:r>
          <a:endParaRPr lang="ja-JP" sz="1500" kern="1200"/>
        </a:p>
      </dsp:txBody>
      <dsp:txXfrm>
        <a:off x="1379150" y="1572797"/>
        <a:ext cx="4216222" cy="491180"/>
      </dsp:txXfrm>
    </dsp:sp>
    <dsp:sp modelId="{AACF90D9-6A7A-294C-B745-D394029460F6}">
      <dsp:nvSpPr>
        <dsp:cNvPr id="0" name=""/>
        <dsp:cNvSpPr/>
      </dsp:nvSpPr>
      <dsp:spPr>
        <a:xfrm>
          <a:off x="1298585" y="2063977"/>
          <a:ext cx="429678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91081A-A92A-C446-BFD4-F55A6797F312}">
      <dsp:nvSpPr>
        <dsp:cNvPr id="0" name=""/>
        <dsp:cNvSpPr/>
      </dsp:nvSpPr>
      <dsp:spPr>
        <a:xfrm>
          <a:off x="0" y="0"/>
          <a:ext cx="56006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EF718F-5C8E-7A4F-B31D-062AEBB88AE3}">
      <dsp:nvSpPr>
        <dsp:cNvPr id="0" name=""/>
        <dsp:cNvSpPr/>
      </dsp:nvSpPr>
      <dsp:spPr>
        <a:xfrm>
          <a:off x="0" y="0"/>
          <a:ext cx="1120140" cy="2091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1" lang="en-US" altLang="ja-JP" sz="1200" b="1" kern="1200"/>
            <a:t>2</a:t>
          </a:r>
          <a:r>
            <a:rPr kumimoji="1" lang="ja-JP" sz="1200" b="1" kern="1200"/>
            <a:t> 会話支配構造モデル（</a:t>
          </a:r>
          <a:r>
            <a:rPr kumimoji="1" lang="en-US" sz="1200" b="1" kern="1200" dirty="0"/>
            <a:t>Dominance Structure Model</a:t>
          </a:r>
          <a:r>
            <a:rPr kumimoji="1" lang="ja-JP" sz="1200" b="1" kern="1200"/>
            <a:t>）</a:t>
          </a:r>
          <a:endParaRPr lang="ja-JP" sz="1200" kern="1200"/>
        </a:p>
      </dsp:txBody>
      <dsp:txXfrm>
        <a:off x="0" y="0"/>
        <a:ext cx="1120140" cy="2091215"/>
      </dsp:txXfrm>
    </dsp:sp>
    <dsp:sp modelId="{20CB1779-78CD-5045-AC03-CE9595D8C35B}">
      <dsp:nvSpPr>
        <dsp:cNvPr id="0" name=""/>
        <dsp:cNvSpPr/>
      </dsp:nvSpPr>
      <dsp:spPr>
        <a:xfrm>
          <a:off x="1204150" y="24583"/>
          <a:ext cx="4396549" cy="491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kumimoji="1" lang="ja-JP" sz="1400" kern="1200"/>
            <a:t>発話ターンのタイミング解析</a:t>
          </a:r>
          <a:endParaRPr lang="ja-JP" sz="1400" kern="1200"/>
        </a:p>
      </dsp:txBody>
      <dsp:txXfrm>
        <a:off x="1204150" y="24583"/>
        <a:ext cx="4396549" cy="491660"/>
      </dsp:txXfrm>
    </dsp:sp>
    <dsp:sp modelId="{617869B2-7E3D-5740-B8AC-3EEAC1CE3E1F}">
      <dsp:nvSpPr>
        <dsp:cNvPr id="0" name=""/>
        <dsp:cNvSpPr/>
      </dsp:nvSpPr>
      <dsp:spPr>
        <a:xfrm>
          <a:off x="1120140" y="516243"/>
          <a:ext cx="448056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8B418E7-B13B-F647-844C-2D7041C43CA1}">
      <dsp:nvSpPr>
        <dsp:cNvPr id="0" name=""/>
        <dsp:cNvSpPr/>
      </dsp:nvSpPr>
      <dsp:spPr>
        <a:xfrm>
          <a:off x="1204150" y="540826"/>
          <a:ext cx="4396549" cy="491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kumimoji="1" lang="ja-JP" sz="1400" kern="1200"/>
            <a:t>割り込み率、沈黙支配、応答遅延</a:t>
          </a:r>
          <a:endParaRPr lang="ja-JP" sz="1400" kern="1200"/>
        </a:p>
      </dsp:txBody>
      <dsp:txXfrm>
        <a:off x="1204150" y="540826"/>
        <a:ext cx="4396549" cy="491660"/>
      </dsp:txXfrm>
    </dsp:sp>
    <dsp:sp modelId="{46EC3BC8-8744-BE42-B6CB-A424FB370182}">
      <dsp:nvSpPr>
        <dsp:cNvPr id="0" name=""/>
        <dsp:cNvSpPr/>
      </dsp:nvSpPr>
      <dsp:spPr>
        <a:xfrm>
          <a:off x="1120140" y="1032486"/>
          <a:ext cx="448056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6256E32-7B3A-CC47-816B-88595BA8BD1B}">
      <dsp:nvSpPr>
        <dsp:cNvPr id="0" name=""/>
        <dsp:cNvSpPr/>
      </dsp:nvSpPr>
      <dsp:spPr>
        <a:xfrm>
          <a:off x="1204150" y="1057069"/>
          <a:ext cx="4396549" cy="491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kumimoji="1" lang="ja-JP" sz="1400" kern="1200"/>
            <a:t>行動特徴量 → </a:t>
          </a:r>
          <a:r>
            <a:rPr kumimoji="1" lang="ja-JP" sz="1400" b="1" kern="1200"/>
            <a:t>攻撃構造ベクトル </a:t>
          </a:r>
          <a:r>
            <a:rPr kumimoji="1" lang="en-US" sz="1400" b="1" kern="1200" dirty="0"/>
            <a:t>S-Structure </a:t>
          </a:r>
          <a:r>
            <a:rPr kumimoji="1" lang="ja-JP" sz="1400" b="1" kern="1200"/>
            <a:t>を生成</a:t>
          </a:r>
          <a:endParaRPr lang="ja-JP" sz="1400" kern="1200"/>
        </a:p>
      </dsp:txBody>
      <dsp:txXfrm>
        <a:off x="1204150" y="1057069"/>
        <a:ext cx="4396549" cy="491660"/>
      </dsp:txXfrm>
    </dsp:sp>
    <dsp:sp modelId="{2A4FD380-5598-E74F-9C10-2A21C4425131}">
      <dsp:nvSpPr>
        <dsp:cNvPr id="0" name=""/>
        <dsp:cNvSpPr/>
      </dsp:nvSpPr>
      <dsp:spPr>
        <a:xfrm>
          <a:off x="1120140" y="1548729"/>
          <a:ext cx="448056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33AC253-57A9-AC4F-8F92-93DE5103BEE5}">
      <dsp:nvSpPr>
        <dsp:cNvPr id="0" name=""/>
        <dsp:cNvSpPr/>
      </dsp:nvSpPr>
      <dsp:spPr>
        <a:xfrm>
          <a:off x="1204150" y="1573312"/>
          <a:ext cx="4396549" cy="491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kumimoji="1" lang="ja-JP" sz="1400" kern="1200"/>
            <a:t>専門家評価との相関 </a:t>
          </a:r>
          <a:r>
            <a:rPr kumimoji="1" lang="en-US" sz="1400" kern="1200" dirty="0"/>
            <a:t>r ≥ 0.7</a:t>
          </a:r>
          <a:endParaRPr lang="ja-JP" sz="1400" kern="1200"/>
        </a:p>
      </dsp:txBody>
      <dsp:txXfrm>
        <a:off x="1204150" y="1573312"/>
        <a:ext cx="4396549" cy="491660"/>
      </dsp:txXfrm>
    </dsp:sp>
    <dsp:sp modelId="{187ABE74-8361-0A49-B71C-BF1595916C00}">
      <dsp:nvSpPr>
        <dsp:cNvPr id="0" name=""/>
        <dsp:cNvSpPr/>
      </dsp:nvSpPr>
      <dsp:spPr>
        <a:xfrm>
          <a:off x="1120140" y="2064972"/>
          <a:ext cx="448056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1F9D8B-4729-F94C-B116-AEECA2E6CEA5}">
      <dsp:nvSpPr>
        <dsp:cNvPr id="0" name=""/>
        <dsp:cNvSpPr/>
      </dsp:nvSpPr>
      <dsp:spPr>
        <a:xfrm>
          <a:off x="0" y="0"/>
          <a:ext cx="56006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250C3B-91BA-CC42-BF60-B7D46221AE24}">
      <dsp:nvSpPr>
        <dsp:cNvPr id="0" name=""/>
        <dsp:cNvSpPr/>
      </dsp:nvSpPr>
      <dsp:spPr>
        <a:xfrm>
          <a:off x="0" y="0"/>
          <a:ext cx="1120140" cy="2091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kumimoji="1" lang="en-US" sz="1400" b="1" kern="1200" dirty="0"/>
            <a:t>4 NLP × </a:t>
          </a:r>
          <a:r>
            <a:rPr kumimoji="1" lang="ja-JP" sz="1400" b="1" kern="1200"/>
            <a:t>法律推論</a:t>
          </a:r>
          <a:r>
            <a:rPr kumimoji="1" lang="en-US" altLang="ja-JP" sz="1400" b="1" kern="1200" dirty="0"/>
            <a:t>(</a:t>
          </a:r>
          <a:r>
            <a:rPr kumimoji="1" lang="ja-JP" altLang="en-US" sz="1400" b="1" kern="1200"/>
            <a:t>判例マッチング</a:t>
          </a:r>
          <a:r>
            <a:rPr kumimoji="1" lang="en-US" altLang="ja-JP" sz="1400" b="1" kern="1200" dirty="0"/>
            <a:t>)</a:t>
          </a:r>
          <a:r>
            <a:rPr kumimoji="1" lang="ja-JP" sz="1400" b="1" kern="1200"/>
            <a:t>（</a:t>
          </a:r>
          <a:r>
            <a:rPr kumimoji="1" lang="en-US" sz="1400" b="1" kern="1200" dirty="0"/>
            <a:t>Legal Matching Engine</a:t>
          </a:r>
          <a:r>
            <a:rPr kumimoji="1" lang="ja-JP" sz="1400" b="1" kern="1200"/>
            <a:t>）</a:t>
          </a:r>
          <a:endParaRPr lang="ja-JP" sz="1400" kern="1200"/>
        </a:p>
      </dsp:txBody>
      <dsp:txXfrm>
        <a:off x="0" y="0"/>
        <a:ext cx="1120140" cy="2091215"/>
      </dsp:txXfrm>
    </dsp:sp>
    <dsp:sp modelId="{B2B26FFC-6863-424B-8205-78BEEBA935FE}">
      <dsp:nvSpPr>
        <dsp:cNvPr id="0" name=""/>
        <dsp:cNvSpPr/>
      </dsp:nvSpPr>
      <dsp:spPr>
        <a:xfrm>
          <a:off x="1204150" y="24583"/>
          <a:ext cx="4396549" cy="491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kumimoji="1" lang="ja-JP" sz="1600" b="1" kern="1200"/>
            <a:t>判例データを</a:t>
          </a:r>
          <a:r>
            <a:rPr kumimoji="1" lang="en-US" sz="1600" b="1" kern="1200" dirty="0"/>
            <a:t>embedding</a:t>
          </a:r>
          <a:r>
            <a:rPr kumimoji="1" lang="ja-JP" sz="1600" b="1" kern="1200"/>
            <a:t>化</a:t>
          </a:r>
          <a:endParaRPr lang="ja-JP" sz="1600" b="1" kern="1200"/>
        </a:p>
      </dsp:txBody>
      <dsp:txXfrm>
        <a:off x="1204150" y="24583"/>
        <a:ext cx="4396549" cy="491660"/>
      </dsp:txXfrm>
    </dsp:sp>
    <dsp:sp modelId="{3A5B344E-946F-F343-87B0-7DA3C422C640}">
      <dsp:nvSpPr>
        <dsp:cNvPr id="0" name=""/>
        <dsp:cNvSpPr/>
      </dsp:nvSpPr>
      <dsp:spPr>
        <a:xfrm>
          <a:off x="1120140" y="516243"/>
          <a:ext cx="448056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1165D40-4BC3-624A-A86C-887E222969F2}">
      <dsp:nvSpPr>
        <dsp:cNvPr id="0" name=""/>
        <dsp:cNvSpPr/>
      </dsp:nvSpPr>
      <dsp:spPr>
        <a:xfrm>
          <a:off x="1204150" y="540826"/>
          <a:ext cx="4396549" cy="491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kumimoji="1" lang="en-US" sz="1600" kern="1200" dirty="0"/>
            <a:t>HSI → </a:t>
          </a:r>
          <a:r>
            <a:rPr kumimoji="1" lang="ja-JP" sz="1600" kern="1200"/>
            <a:t>判例</a:t>
          </a:r>
          <a:r>
            <a:rPr kumimoji="1" lang="en-US" sz="1600" kern="1200" dirty="0"/>
            <a:t>Top-5</a:t>
          </a:r>
          <a:r>
            <a:rPr kumimoji="1" lang="ja-JP" sz="1600" kern="1200"/>
            <a:t>マッチング</a:t>
          </a:r>
          <a:endParaRPr lang="ja-JP" sz="1600" kern="1200"/>
        </a:p>
      </dsp:txBody>
      <dsp:txXfrm>
        <a:off x="1204150" y="540826"/>
        <a:ext cx="4396549" cy="491660"/>
      </dsp:txXfrm>
    </dsp:sp>
    <dsp:sp modelId="{A495B362-2424-C441-875C-0C7F7D7870D7}">
      <dsp:nvSpPr>
        <dsp:cNvPr id="0" name=""/>
        <dsp:cNvSpPr/>
      </dsp:nvSpPr>
      <dsp:spPr>
        <a:xfrm>
          <a:off x="1120140" y="1032486"/>
          <a:ext cx="448056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BAD459-31C7-DD4E-B599-6B907A0F54E2}">
      <dsp:nvSpPr>
        <dsp:cNvPr id="0" name=""/>
        <dsp:cNvSpPr/>
      </dsp:nvSpPr>
      <dsp:spPr>
        <a:xfrm>
          <a:off x="1204150" y="1057069"/>
          <a:ext cx="4396549" cy="491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kumimoji="1" lang="en-US" sz="1600" kern="1200" dirty="0"/>
            <a:t>Top-5</a:t>
          </a:r>
          <a:r>
            <a:rPr kumimoji="1" lang="ja-JP" sz="1600" kern="1200"/>
            <a:t>精度 ≥ </a:t>
          </a:r>
          <a:r>
            <a:rPr kumimoji="1" lang="en-US" sz="1600" kern="1200" dirty="0"/>
            <a:t>0.7</a:t>
          </a:r>
          <a:endParaRPr lang="ja-JP" sz="1600" kern="1200"/>
        </a:p>
      </dsp:txBody>
      <dsp:txXfrm>
        <a:off x="1204150" y="1057069"/>
        <a:ext cx="4396549" cy="491660"/>
      </dsp:txXfrm>
    </dsp:sp>
    <dsp:sp modelId="{1CE25555-31CE-3E40-9090-01822746F3BE}">
      <dsp:nvSpPr>
        <dsp:cNvPr id="0" name=""/>
        <dsp:cNvSpPr/>
      </dsp:nvSpPr>
      <dsp:spPr>
        <a:xfrm>
          <a:off x="1120140" y="1548729"/>
          <a:ext cx="448056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83E60FC-76AC-F841-B832-87559363D38D}">
      <dsp:nvSpPr>
        <dsp:cNvPr id="0" name=""/>
        <dsp:cNvSpPr/>
      </dsp:nvSpPr>
      <dsp:spPr>
        <a:xfrm>
          <a:off x="1204150" y="1573312"/>
          <a:ext cx="4396549" cy="491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kumimoji="1" lang="ja-JP" sz="1600" kern="1200"/>
            <a:t>法的強度を示す </a:t>
          </a:r>
          <a:r>
            <a:rPr kumimoji="1" lang="en-US" sz="1600" b="1" kern="1200" dirty="0"/>
            <a:t>Evidence Score</a:t>
          </a:r>
          <a:r>
            <a:rPr kumimoji="1" lang="ja-JP" sz="1600" b="1" kern="1200"/>
            <a:t>（初期</a:t>
          </a:r>
          <a:r>
            <a:rPr kumimoji="1" lang="el-GR" sz="1600" b="1" kern="1200" dirty="0"/>
            <a:t>β</a:t>
          </a:r>
          <a:r>
            <a:rPr kumimoji="1" lang="ja-JP" sz="1600" b="1" kern="1200"/>
            <a:t>版）</a:t>
          </a:r>
          <a:endParaRPr lang="ja-JP" sz="1600" kern="1200"/>
        </a:p>
      </dsp:txBody>
      <dsp:txXfrm>
        <a:off x="1204150" y="1573312"/>
        <a:ext cx="4396549" cy="491660"/>
      </dsp:txXfrm>
    </dsp:sp>
    <dsp:sp modelId="{6F61C7BB-B6CE-674B-80D7-B39E190D3FAC}">
      <dsp:nvSpPr>
        <dsp:cNvPr id="0" name=""/>
        <dsp:cNvSpPr/>
      </dsp:nvSpPr>
      <dsp:spPr>
        <a:xfrm>
          <a:off x="1120140" y="2064972"/>
          <a:ext cx="448056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F4DC79-8310-9A47-AB1E-7FB00872AB60}">
      <dsp:nvSpPr>
        <dsp:cNvPr id="0" name=""/>
        <dsp:cNvSpPr/>
      </dsp:nvSpPr>
      <dsp:spPr>
        <a:xfrm>
          <a:off x="0" y="0"/>
          <a:ext cx="56006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ECBA09-B20A-8244-B9AF-A7681B9BB373}">
      <dsp:nvSpPr>
        <dsp:cNvPr id="0" name=""/>
        <dsp:cNvSpPr/>
      </dsp:nvSpPr>
      <dsp:spPr>
        <a:xfrm>
          <a:off x="0" y="0"/>
          <a:ext cx="1120140" cy="2091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kumimoji="1" lang="en-US" altLang="ja-JP" sz="1400" b="1" kern="1200" dirty="0"/>
            <a:t>3 </a:t>
          </a:r>
          <a:r>
            <a:rPr kumimoji="1" lang="ja-JP" altLang="en-US" sz="1400" b="1" kern="1200"/>
            <a:t>言語攻撃性推定</a:t>
          </a:r>
          <a:r>
            <a:rPr kumimoji="1" lang="en-US" altLang="ja-JP" sz="1400" b="1" kern="1200" dirty="0"/>
            <a:t>(Language Aggression Model)</a:t>
          </a:r>
          <a:endParaRPr lang="ja-JP" sz="1400" b="1" kern="1200"/>
        </a:p>
      </dsp:txBody>
      <dsp:txXfrm>
        <a:off x="0" y="0"/>
        <a:ext cx="1120140" cy="2091215"/>
      </dsp:txXfrm>
    </dsp:sp>
    <dsp:sp modelId="{FF04B5AC-AB78-8B4E-9488-C5A8D6F2E77E}">
      <dsp:nvSpPr>
        <dsp:cNvPr id="0" name=""/>
        <dsp:cNvSpPr/>
      </dsp:nvSpPr>
      <dsp:spPr>
        <a:xfrm>
          <a:off x="1204150" y="19707"/>
          <a:ext cx="4396549" cy="394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ja-JP" altLang="en-US" sz="1400" kern="1200"/>
            <a:t>日本語ハラスメント固有の攻撃表現のモデル化</a:t>
          </a:r>
          <a:endParaRPr lang="ja-JP" sz="1400" kern="1200"/>
        </a:p>
      </dsp:txBody>
      <dsp:txXfrm>
        <a:off x="1204150" y="19707"/>
        <a:ext cx="4396549" cy="394145"/>
      </dsp:txXfrm>
    </dsp:sp>
    <dsp:sp modelId="{1C9D1535-7684-9E4D-A447-CC2719887F9E}">
      <dsp:nvSpPr>
        <dsp:cNvPr id="0" name=""/>
        <dsp:cNvSpPr/>
      </dsp:nvSpPr>
      <dsp:spPr>
        <a:xfrm>
          <a:off x="1120140" y="413852"/>
          <a:ext cx="448056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365791-146B-3F41-AE7B-8C6B00ABDA21}">
      <dsp:nvSpPr>
        <dsp:cNvPr id="0" name=""/>
        <dsp:cNvSpPr/>
      </dsp:nvSpPr>
      <dsp:spPr>
        <a:xfrm>
          <a:off x="1204150" y="433559"/>
          <a:ext cx="4396549" cy="394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ja-JP" altLang="en-US" sz="1400" kern="1200"/>
            <a:t>ターゲット指向性の推定</a:t>
          </a:r>
          <a:r>
            <a:rPr lang="en-US" altLang="ja-JP" sz="1400" kern="1200" dirty="0"/>
            <a:t>(</a:t>
          </a:r>
          <a:r>
            <a:rPr lang="ja-JP" altLang="en-US" sz="1400" kern="1200"/>
            <a:t>特定の個人へ人格攻撃か</a:t>
          </a:r>
          <a:r>
            <a:rPr lang="en-US" altLang="ja-JP" sz="1400" kern="1200" dirty="0"/>
            <a:t>?)</a:t>
          </a:r>
          <a:endParaRPr lang="ja-JP" sz="1400" kern="1200"/>
        </a:p>
      </dsp:txBody>
      <dsp:txXfrm>
        <a:off x="1204150" y="433559"/>
        <a:ext cx="4396549" cy="394145"/>
      </dsp:txXfrm>
    </dsp:sp>
    <dsp:sp modelId="{DB38F082-582B-954D-B4D7-5889F100D3D4}">
      <dsp:nvSpPr>
        <dsp:cNvPr id="0" name=""/>
        <dsp:cNvSpPr/>
      </dsp:nvSpPr>
      <dsp:spPr>
        <a:xfrm>
          <a:off x="1120140" y="827704"/>
          <a:ext cx="448056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AD1DCA3-0711-7546-9FC1-DA24259F0FF8}">
      <dsp:nvSpPr>
        <dsp:cNvPr id="0" name=""/>
        <dsp:cNvSpPr/>
      </dsp:nvSpPr>
      <dsp:spPr>
        <a:xfrm>
          <a:off x="1204150" y="847411"/>
          <a:ext cx="4396549" cy="394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ja-JP" altLang="en-US" sz="1400" kern="1200"/>
            <a:t>人格否定能力否定パターンの抽出</a:t>
          </a:r>
          <a:endParaRPr lang="ja-JP" sz="1400" kern="1200"/>
        </a:p>
      </dsp:txBody>
      <dsp:txXfrm>
        <a:off x="1204150" y="847411"/>
        <a:ext cx="4396549" cy="394145"/>
      </dsp:txXfrm>
    </dsp:sp>
    <dsp:sp modelId="{E2910697-6714-0141-8E82-55BF72C34FE6}">
      <dsp:nvSpPr>
        <dsp:cNvPr id="0" name=""/>
        <dsp:cNvSpPr/>
      </dsp:nvSpPr>
      <dsp:spPr>
        <a:xfrm>
          <a:off x="1120140" y="1241556"/>
          <a:ext cx="448056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AB092B9-E63F-5242-92CA-142594A744D8}">
      <dsp:nvSpPr>
        <dsp:cNvPr id="0" name=""/>
        <dsp:cNvSpPr/>
      </dsp:nvSpPr>
      <dsp:spPr>
        <a:xfrm>
          <a:off x="1204150" y="1261264"/>
          <a:ext cx="4396549" cy="394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ja-JP" altLang="en-US" sz="1400" b="1" kern="1200"/>
            <a:t>婉曲的部族など文脈攻撃性を</a:t>
          </a:r>
          <a:r>
            <a:rPr lang="en-US" altLang="ja-JP" sz="1400" b="1" kern="1200" dirty="0" err="1"/>
            <a:t>Transformar</a:t>
          </a:r>
          <a:r>
            <a:rPr lang="ja-JP" altLang="en-US" sz="1400" b="1" kern="1200"/>
            <a:t>で推論</a:t>
          </a:r>
          <a:endParaRPr lang="ja-JP" sz="1400" b="1" kern="1200"/>
        </a:p>
      </dsp:txBody>
      <dsp:txXfrm>
        <a:off x="1204150" y="1261264"/>
        <a:ext cx="4396549" cy="394145"/>
      </dsp:txXfrm>
    </dsp:sp>
    <dsp:sp modelId="{5022E074-E89A-0A41-B3F8-A120433B635D}">
      <dsp:nvSpPr>
        <dsp:cNvPr id="0" name=""/>
        <dsp:cNvSpPr/>
      </dsp:nvSpPr>
      <dsp:spPr>
        <a:xfrm>
          <a:off x="1120140" y="1655409"/>
          <a:ext cx="448056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B6A1773-8E33-B148-9F34-8AC539932A62}">
      <dsp:nvSpPr>
        <dsp:cNvPr id="0" name=""/>
        <dsp:cNvSpPr/>
      </dsp:nvSpPr>
      <dsp:spPr>
        <a:xfrm>
          <a:off x="1204150" y="1675116"/>
          <a:ext cx="4396549" cy="394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kumimoji="1" lang="ja-JP" sz="1400" kern="1200"/>
            <a:t>例：</a:t>
          </a:r>
          <a:r>
            <a:rPr kumimoji="1" lang="ja-JP" altLang="en-US" sz="1400" kern="1200"/>
            <a:t>人格否定発言の検出</a:t>
          </a:r>
          <a:r>
            <a:rPr kumimoji="1" lang="ja-JP" sz="1400" kern="1200"/>
            <a:t> </a:t>
          </a:r>
          <a:r>
            <a:rPr kumimoji="1" lang="en-US" sz="1400" kern="1200" dirty="0"/>
            <a:t>F1 ≥ 0.75</a:t>
          </a:r>
          <a:endParaRPr lang="ja-JP" sz="1400" kern="1200"/>
        </a:p>
      </dsp:txBody>
      <dsp:txXfrm>
        <a:off x="1204150" y="1675116"/>
        <a:ext cx="4396549" cy="394145"/>
      </dsp:txXfrm>
    </dsp:sp>
    <dsp:sp modelId="{AACF90D9-6A7A-294C-B745-D394029460F6}">
      <dsp:nvSpPr>
        <dsp:cNvPr id="0" name=""/>
        <dsp:cNvSpPr/>
      </dsp:nvSpPr>
      <dsp:spPr>
        <a:xfrm>
          <a:off x="1120140" y="2069261"/>
          <a:ext cx="448056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83B9A9-99AE-4B45-B9E5-D84C393961E3}">
      <dsp:nvSpPr>
        <dsp:cNvPr id="0" name=""/>
        <dsp:cNvSpPr/>
      </dsp:nvSpPr>
      <dsp:spPr>
        <a:xfrm>
          <a:off x="0" y="0"/>
          <a:ext cx="1085348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356B16-A3F3-2F49-9720-8CA8A67EE46A}">
      <dsp:nvSpPr>
        <dsp:cNvPr id="0" name=""/>
        <dsp:cNvSpPr/>
      </dsp:nvSpPr>
      <dsp:spPr>
        <a:xfrm>
          <a:off x="0" y="0"/>
          <a:ext cx="2170697" cy="1326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1" lang="ja-JP" altLang="en-US" sz="2000" b="1" kern="1200"/>
            <a:t>何を推論するか</a:t>
          </a:r>
          <a:endParaRPr lang="ja-JP" altLang="en-US" sz="2000" kern="1200"/>
        </a:p>
      </dsp:txBody>
      <dsp:txXfrm>
        <a:off x="0" y="0"/>
        <a:ext cx="2170697" cy="1326714"/>
      </dsp:txXfrm>
    </dsp:sp>
    <dsp:sp modelId="{B1995752-05D5-6042-9232-93A0C4D0D9CF}">
      <dsp:nvSpPr>
        <dsp:cNvPr id="0" name=""/>
        <dsp:cNvSpPr/>
      </dsp:nvSpPr>
      <dsp:spPr>
        <a:xfrm>
          <a:off x="2333499" y="30835"/>
          <a:ext cx="8519987" cy="616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発話ごとの音響特徴から「攻撃的トーン／威圧／怒鳴り」を </a:t>
          </a:r>
          <a:r>
            <a:rPr kumimoji="1" lang="en-US" sz="900" kern="1200" dirty="0"/>
            <a:t>0〜100 </a:t>
          </a:r>
          <a:r>
            <a:rPr kumimoji="1" lang="ja-JP" sz="900" kern="1200"/>
            <a:t>にスコア化（</a:t>
          </a:r>
          <a:r>
            <a:rPr kumimoji="1" lang="en-US" sz="900" kern="1200" dirty="0"/>
            <a:t>A</a:t>
          </a:r>
          <a:r>
            <a:rPr kumimoji="1" lang="ja-JP" sz="900" kern="1200"/>
            <a:t>）</a:t>
          </a:r>
          <a:endParaRPr lang="ja-JP" sz="900" kern="1200"/>
        </a:p>
      </dsp:txBody>
      <dsp:txXfrm>
        <a:off x="2333499" y="30835"/>
        <a:ext cx="8519987" cy="616714"/>
      </dsp:txXfrm>
    </dsp:sp>
    <dsp:sp modelId="{088887CC-8A2C-9243-82B9-EFC4FB443C37}">
      <dsp:nvSpPr>
        <dsp:cNvPr id="0" name=""/>
        <dsp:cNvSpPr/>
      </dsp:nvSpPr>
      <dsp:spPr>
        <a:xfrm>
          <a:off x="2170697" y="647550"/>
          <a:ext cx="868278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D1B4A01-FB24-8E45-A761-93403574AF67}">
      <dsp:nvSpPr>
        <dsp:cNvPr id="0" name=""/>
        <dsp:cNvSpPr/>
      </dsp:nvSpPr>
      <dsp:spPr>
        <a:xfrm>
          <a:off x="2333499" y="678386"/>
          <a:ext cx="8519987" cy="616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短時間（数百</a:t>
          </a:r>
          <a:r>
            <a:rPr kumimoji="1" lang="en-US" sz="900" kern="1200" dirty="0" err="1"/>
            <a:t>ms</a:t>
          </a:r>
          <a:r>
            <a:rPr kumimoji="1" lang="en-US" sz="900" kern="1200" dirty="0"/>
            <a:t>〜</a:t>
          </a:r>
          <a:r>
            <a:rPr kumimoji="1" lang="ja-JP" sz="900" kern="1200"/>
            <a:t>数秒）での攻撃ピーク検出（リアルタイム対応）</a:t>
          </a:r>
          <a:endParaRPr lang="ja-JP" sz="900" kern="1200"/>
        </a:p>
      </dsp:txBody>
      <dsp:txXfrm>
        <a:off x="2333499" y="678386"/>
        <a:ext cx="8519987" cy="616714"/>
      </dsp:txXfrm>
    </dsp:sp>
    <dsp:sp modelId="{3ECC7EB8-B8BB-1D48-BDF0-23055297D6B2}">
      <dsp:nvSpPr>
        <dsp:cNvPr id="0" name=""/>
        <dsp:cNvSpPr/>
      </dsp:nvSpPr>
      <dsp:spPr>
        <a:xfrm>
          <a:off x="2170697" y="1295101"/>
          <a:ext cx="868278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CC23DE7-E9E1-FE44-BE1A-6E90F9E896A0}">
      <dsp:nvSpPr>
        <dsp:cNvPr id="0" name=""/>
        <dsp:cNvSpPr/>
      </dsp:nvSpPr>
      <dsp:spPr>
        <a:xfrm>
          <a:off x="0" y="1326714"/>
          <a:ext cx="1085348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982902-E926-2E4C-93B4-871855708A5B}">
      <dsp:nvSpPr>
        <dsp:cNvPr id="0" name=""/>
        <dsp:cNvSpPr/>
      </dsp:nvSpPr>
      <dsp:spPr>
        <a:xfrm>
          <a:off x="0" y="1326714"/>
          <a:ext cx="2170697" cy="1326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1" lang="ja-JP" altLang="en-US" sz="2000" b="1" kern="1200"/>
            <a:t>技術的困難</a:t>
          </a:r>
          <a:endParaRPr lang="ja-JP" altLang="en-US" sz="2000" kern="1200"/>
        </a:p>
      </dsp:txBody>
      <dsp:txXfrm>
        <a:off x="0" y="1326714"/>
        <a:ext cx="2170697" cy="1326714"/>
      </dsp:txXfrm>
    </dsp:sp>
    <dsp:sp modelId="{85B5BB0B-D6E6-734F-9BA2-860F275916BC}">
      <dsp:nvSpPr>
        <dsp:cNvPr id="0" name=""/>
        <dsp:cNvSpPr/>
      </dsp:nvSpPr>
      <dsp:spPr>
        <a:xfrm>
          <a:off x="2333499" y="1347444"/>
          <a:ext cx="8519987" cy="4145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背景雑音・マイク品質・距離による音響変動で誤検知が起きやすい</a:t>
          </a:r>
          <a:endParaRPr lang="ja-JP" sz="900" kern="1200"/>
        </a:p>
      </dsp:txBody>
      <dsp:txXfrm>
        <a:off x="2333499" y="1347444"/>
        <a:ext cx="8519987" cy="414598"/>
      </dsp:txXfrm>
    </dsp:sp>
    <dsp:sp modelId="{3321767C-7E3D-764E-9337-2A8D993DB351}">
      <dsp:nvSpPr>
        <dsp:cNvPr id="0" name=""/>
        <dsp:cNvSpPr/>
      </dsp:nvSpPr>
      <dsp:spPr>
        <a:xfrm>
          <a:off x="2170697" y="1762042"/>
          <a:ext cx="868278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260DD22-34EE-7C4D-9C6F-7A893A295F5C}">
      <dsp:nvSpPr>
        <dsp:cNvPr id="0" name=""/>
        <dsp:cNvSpPr/>
      </dsp:nvSpPr>
      <dsp:spPr>
        <a:xfrm>
          <a:off x="2333499" y="1782772"/>
          <a:ext cx="8519987" cy="4145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人ごとの声質差（性別・年齢・方言）によりモデルの一般化が難しい</a:t>
          </a:r>
          <a:endParaRPr lang="ja-JP" sz="900" kern="1200"/>
        </a:p>
      </dsp:txBody>
      <dsp:txXfrm>
        <a:off x="2333499" y="1782772"/>
        <a:ext cx="8519987" cy="414598"/>
      </dsp:txXfrm>
    </dsp:sp>
    <dsp:sp modelId="{AFBE5101-BF62-464C-A5A4-3A0F76E5A75E}">
      <dsp:nvSpPr>
        <dsp:cNvPr id="0" name=""/>
        <dsp:cNvSpPr/>
      </dsp:nvSpPr>
      <dsp:spPr>
        <a:xfrm>
          <a:off x="2170697" y="2197370"/>
          <a:ext cx="868278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126E8D4-BBE3-5A4E-8F79-C3000602FFDC}">
      <dsp:nvSpPr>
        <dsp:cNvPr id="0" name=""/>
        <dsp:cNvSpPr/>
      </dsp:nvSpPr>
      <dsp:spPr>
        <a:xfrm>
          <a:off x="2333499" y="2218100"/>
          <a:ext cx="8519987" cy="4145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オンデバイスで動かすための計算制約（メモリ・演算量）</a:t>
          </a:r>
          <a:endParaRPr lang="ja-JP" sz="900" kern="1200"/>
        </a:p>
      </dsp:txBody>
      <dsp:txXfrm>
        <a:off x="2333499" y="2218100"/>
        <a:ext cx="8519987" cy="414598"/>
      </dsp:txXfrm>
    </dsp:sp>
    <dsp:sp modelId="{BBAED2E1-ED26-D24A-9771-B0EB2AC9C732}">
      <dsp:nvSpPr>
        <dsp:cNvPr id="0" name=""/>
        <dsp:cNvSpPr/>
      </dsp:nvSpPr>
      <dsp:spPr>
        <a:xfrm>
          <a:off x="2170697" y="2632698"/>
          <a:ext cx="868278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F18BF94-4CAC-3147-A28A-9918022F4C2F}">
      <dsp:nvSpPr>
        <dsp:cNvPr id="0" name=""/>
        <dsp:cNvSpPr/>
      </dsp:nvSpPr>
      <dsp:spPr>
        <a:xfrm>
          <a:off x="0" y="2653428"/>
          <a:ext cx="1085348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216301-7048-0646-8C64-33DE27F04383}">
      <dsp:nvSpPr>
        <dsp:cNvPr id="0" name=""/>
        <dsp:cNvSpPr/>
      </dsp:nvSpPr>
      <dsp:spPr>
        <a:xfrm>
          <a:off x="0" y="2653428"/>
          <a:ext cx="2170697" cy="1326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1" lang="ja-JP" altLang="en-US" sz="2000" b="1" kern="1200"/>
            <a:t>克服方法</a:t>
          </a:r>
          <a:endParaRPr kumimoji="1" lang="en-US" altLang="ja-JP" sz="2000" b="1" kern="1200" dirty="0"/>
        </a:p>
        <a:p>
          <a:pPr marL="0" lvl="0" indent="0" algn="l" defTabSz="889000">
            <a:lnSpc>
              <a:spcPct val="90000"/>
            </a:lnSpc>
            <a:spcBef>
              <a:spcPct val="0"/>
            </a:spcBef>
            <a:spcAft>
              <a:spcPct val="35000"/>
            </a:spcAft>
            <a:buNone/>
          </a:pPr>
          <a:r>
            <a:rPr kumimoji="1" lang="ja-JP" altLang="en-US" sz="2000" b="1" kern="1200"/>
            <a:t>（工夫）</a:t>
          </a:r>
          <a:endParaRPr lang="ja-JP" altLang="en-US" sz="2000" kern="1200"/>
        </a:p>
      </dsp:txBody>
      <dsp:txXfrm>
        <a:off x="0" y="2653428"/>
        <a:ext cx="2170697" cy="1326714"/>
      </dsp:txXfrm>
    </dsp:sp>
    <dsp:sp modelId="{0A7DA13B-2069-5648-8083-14D2C9C1F4BA}">
      <dsp:nvSpPr>
        <dsp:cNvPr id="0" name=""/>
        <dsp:cNvSpPr/>
      </dsp:nvSpPr>
      <dsp:spPr>
        <a:xfrm>
          <a:off x="2333499" y="2665931"/>
          <a:ext cx="8519987" cy="2500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en-US" sz="900" kern="1200" dirty="0"/>
            <a:t>Whisper-tiny </a:t>
          </a:r>
          <a:r>
            <a:rPr kumimoji="1" lang="ja-JP" sz="900" kern="1200"/>
            <a:t>を </a:t>
          </a:r>
          <a:r>
            <a:rPr kumimoji="1" lang="en-US" sz="900" kern="1200" dirty="0"/>
            <a:t>4-bit </a:t>
          </a:r>
          <a:r>
            <a:rPr kumimoji="1" lang="ja-JP" sz="900" kern="1200"/>
            <a:t>量子化＋蒸留して端末</a:t>
          </a:r>
          <a:r>
            <a:rPr kumimoji="1" lang="en-US" sz="900" kern="1200" dirty="0"/>
            <a:t>ASR</a:t>
          </a:r>
          <a:r>
            <a:rPr kumimoji="1" lang="ja-JP" sz="900" kern="1200"/>
            <a:t>を実行 → 軽量</a:t>
          </a:r>
          <a:r>
            <a:rPr kumimoji="1" lang="en-US" sz="900" kern="1200" dirty="0"/>
            <a:t>ASR</a:t>
          </a:r>
          <a:r>
            <a:rPr kumimoji="1" lang="ja-JP" sz="900" kern="1200"/>
            <a:t>で音声→テキストと同期</a:t>
          </a:r>
          <a:endParaRPr lang="ja-JP" sz="900" kern="1200"/>
        </a:p>
      </dsp:txBody>
      <dsp:txXfrm>
        <a:off x="2333499" y="2665931"/>
        <a:ext cx="8519987" cy="250054"/>
      </dsp:txXfrm>
    </dsp:sp>
    <dsp:sp modelId="{52A5A9E2-6182-BB4C-BC18-6D129E8B59C4}">
      <dsp:nvSpPr>
        <dsp:cNvPr id="0" name=""/>
        <dsp:cNvSpPr/>
      </dsp:nvSpPr>
      <dsp:spPr>
        <a:xfrm>
          <a:off x="2170697" y="2915985"/>
          <a:ext cx="868278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B3AAED4-78EF-2D43-A47C-93A1603CF2B7}">
      <dsp:nvSpPr>
        <dsp:cNvPr id="0" name=""/>
        <dsp:cNvSpPr/>
      </dsp:nvSpPr>
      <dsp:spPr>
        <a:xfrm>
          <a:off x="2333499" y="2928488"/>
          <a:ext cx="8519987" cy="2500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音響特徴を多数（</a:t>
          </a:r>
          <a:r>
            <a:rPr kumimoji="1" lang="en-US" sz="900" kern="1200" dirty="0"/>
            <a:t>F0</a:t>
          </a:r>
          <a:r>
            <a:rPr kumimoji="1" lang="ja-JP" sz="900" kern="1200"/>
            <a:t>変化、</a:t>
          </a:r>
          <a:r>
            <a:rPr kumimoji="1" lang="en-US" sz="900" kern="1200" dirty="0"/>
            <a:t>RMS</a:t>
          </a:r>
          <a:r>
            <a:rPr kumimoji="1" lang="ja-JP" sz="900" kern="1200"/>
            <a:t>、</a:t>
          </a:r>
          <a:r>
            <a:rPr kumimoji="1" lang="en-US" sz="900" kern="1200" dirty="0"/>
            <a:t>Spectral Centroid, Shimmer/Jitter, formant </a:t>
          </a:r>
          <a:r>
            <a:rPr kumimoji="1" lang="ja-JP" sz="900" kern="1200"/>
            <a:t>等）抽出し多様な正規化（</a:t>
          </a:r>
          <a:r>
            <a:rPr kumimoji="1" lang="en-US" sz="900" kern="1200" dirty="0"/>
            <a:t>SPL</a:t>
          </a:r>
          <a:r>
            <a:rPr kumimoji="1" lang="ja-JP" sz="900" kern="1200"/>
            <a:t>正規化、環境雑音推定で補正）</a:t>
          </a:r>
          <a:endParaRPr lang="ja-JP" sz="900" kern="1200"/>
        </a:p>
      </dsp:txBody>
      <dsp:txXfrm>
        <a:off x="2333499" y="2928488"/>
        <a:ext cx="8519987" cy="250054"/>
      </dsp:txXfrm>
    </dsp:sp>
    <dsp:sp modelId="{E8C26DDC-F84F-B94B-8A0A-45DAF6E30EAB}">
      <dsp:nvSpPr>
        <dsp:cNvPr id="0" name=""/>
        <dsp:cNvSpPr/>
      </dsp:nvSpPr>
      <dsp:spPr>
        <a:xfrm>
          <a:off x="2170697" y="3178543"/>
          <a:ext cx="868278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AC7CEC-347F-B04B-9888-0640B8014740}">
      <dsp:nvSpPr>
        <dsp:cNvPr id="0" name=""/>
        <dsp:cNvSpPr/>
      </dsp:nvSpPr>
      <dsp:spPr>
        <a:xfrm>
          <a:off x="2333499" y="3191045"/>
          <a:ext cx="8519987" cy="2500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en-US" sz="900" kern="1200" dirty="0"/>
            <a:t>Data augmentation</a:t>
          </a:r>
          <a:r>
            <a:rPr kumimoji="1" lang="ja-JP" sz="900" kern="1200"/>
            <a:t>（ノイズ挿入、リバーブ、距離変化）で頑強化</a:t>
          </a:r>
          <a:endParaRPr lang="ja-JP" sz="900" kern="1200"/>
        </a:p>
      </dsp:txBody>
      <dsp:txXfrm>
        <a:off x="2333499" y="3191045"/>
        <a:ext cx="8519987" cy="250054"/>
      </dsp:txXfrm>
    </dsp:sp>
    <dsp:sp modelId="{F9673089-FBED-6C4B-92DD-A48697DB91B1}">
      <dsp:nvSpPr>
        <dsp:cNvPr id="0" name=""/>
        <dsp:cNvSpPr/>
      </dsp:nvSpPr>
      <dsp:spPr>
        <a:xfrm>
          <a:off x="2170697" y="3441100"/>
          <a:ext cx="868278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30991FF-DBD9-1541-8218-B1265CDAAAEE}">
      <dsp:nvSpPr>
        <dsp:cNvPr id="0" name=""/>
        <dsp:cNvSpPr/>
      </dsp:nvSpPr>
      <dsp:spPr>
        <a:xfrm>
          <a:off x="2333499" y="3453603"/>
          <a:ext cx="8519987" cy="2500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モデル蒸留＋量子化でリアルタイム推論（</a:t>
          </a:r>
          <a:r>
            <a:rPr kumimoji="1" lang="en-US" sz="900" kern="1200" dirty="0"/>
            <a:t>mobile GPU/NNAPI</a:t>
          </a:r>
          <a:r>
            <a:rPr kumimoji="1" lang="ja-JP" sz="900" kern="1200"/>
            <a:t>）を実現</a:t>
          </a:r>
          <a:endParaRPr lang="ja-JP" sz="900" kern="1200"/>
        </a:p>
      </dsp:txBody>
      <dsp:txXfrm>
        <a:off x="2333499" y="3453603"/>
        <a:ext cx="8519987" cy="250054"/>
      </dsp:txXfrm>
    </dsp:sp>
    <dsp:sp modelId="{14F1AB43-FAD9-EA4E-80CF-565663E3E374}">
      <dsp:nvSpPr>
        <dsp:cNvPr id="0" name=""/>
        <dsp:cNvSpPr/>
      </dsp:nvSpPr>
      <dsp:spPr>
        <a:xfrm>
          <a:off x="2170697" y="3703657"/>
          <a:ext cx="868278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602A0CE-DE35-6846-8D10-89A8CD10560C}">
      <dsp:nvSpPr>
        <dsp:cNvPr id="0" name=""/>
        <dsp:cNvSpPr/>
      </dsp:nvSpPr>
      <dsp:spPr>
        <a:xfrm>
          <a:off x="2333499" y="3716160"/>
          <a:ext cx="8519987" cy="2500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パーソナライズ用に少量のオンデバイス適応（</a:t>
          </a:r>
          <a:r>
            <a:rPr kumimoji="1" lang="en-US" sz="900" kern="1200" dirty="0"/>
            <a:t>Federated Fine-tuning </a:t>
          </a:r>
          <a:r>
            <a:rPr kumimoji="1" lang="ja-JP" sz="900" kern="1200"/>
            <a:t>の検討）</a:t>
          </a:r>
          <a:endParaRPr lang="ja-JP" sz="900" kern="1200"/>
        </a:p>
      </dsp:txBody>
      <dsp:txXfrm>
        <a:off x="2333499" y="3716160"/>
        <a:ext cx="8519987" cy="250054"/>
      </dsp:txXfrm>
    </dsp:sp>
    <dsp:sp modelId="{DFF538C8-BD40-D34A-B4E6-9631D5912305}">
      <dsp:nvSpPr>
        <dsp:cNvPr id="0" name=""/>
        <dsp:cNvSpPr/>
      </dsp:nvSpPr>
      <dsp:spPr>
        <a:xfrm>
          <a:off x="2170697" y="3966214"/>
          <a:ext cx="868278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80B2C2F-B795-774B-9396-9E628F55AAF6}">
      <dsp:nvSpPr>
        <dsp:cNvPr id="0" name=""/>
        <dsp:cNvSpPr/>
      </dsp:nvSpPr>
      <dsp:spPr>
        <a:xfrm>
          <a:off x="0" y="3980142"/>
          <a:ext cx="1085348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62F023-871D-4D4D-96B2-7AF29D8B774D}">
      <dsp:nvSpPr>
        <dsp:cNvPr id="0" name=""/>
        <dsp:cNvSpPr/>
      </dsp:nvSpPr>
      <dsp:spPr>
        <a:xfrm>
          <a:off x="0" y="3980142"/>
          <a:ext cx="2170697" cy="1326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1" lang="ja-JP" sz="2000" b="1" kern="1200"/>
            <a:t>期待成果 </a:t>
          </a:r>
          <a:r>
            <a:rPr kumimoji="1" lang="en-US" sz="2000" b="1" kern="1200" dirty="0"/>
            <a:t>&amp; </a:t>
          </a:r>
          <a:r>
            <a:rPr kumimoji="1" lang="ja-JP" sz="2000" b="1" kern="1200"/>
            <a:t>評価指標</a:t>
          </a:r>
          <a:endParaRPr lang="ja-JP" sz="2000" kern="1200"/>
        </a:p>
      </dsp:txBody>
      <dsp:txXfrm>
        <a:off x="0" y="3980142"/>
        <a:ext cx="2170697" cy="1326714"/>
      </dsp:txXfrm>
    </dsp:sp>
    <dsp:sp modelId="{92946AFC-24A0-E44E-A3F0-D2AF148A8C1F}">
      <dsp:nvSpPr>
        <dsp:cNvPr id="0" name=""/>
        <dsp:cNvSpPr/>
      </dsp:nvSpPr>
      <dsp:spPr>
        <a:xfrm>
          <a:off x="2333499" y="4000872"/>
          <a:ext cx="8519987" cy="4145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怒鳴り／威圧発話検出：</a:t>
          </a:r>
          <a:r>
            <a:rPr kumimoji="1" lang="en-US" sz="900" kern="1200" dirty="0"/>
            <a:t>F1 ≥ 0.75</a:t>
          </a:r>
          <a:r>
            <a:rPr kumimoji="1" lang="ja-JP" sz="900" kern="1200"/>
            <a:t>（</a:t>
          </a:r>
          <a:r>
            <a:rPr kumimoji="1" lang="en-US" sz="900" kern="1200" dirty="0"/>
            <a:t>PoC</a:t>
          </a:r>
          <a:r>
            <a:rPr kumimoji="1" lang="ja-JP" sz="900" kern="1200"/>
            <a:t>）</a:t>
          </a:r>
          <a:endParaRPr lang="ja-JP" sz="900" kern="1200"/>
        </a:p>
      </dsp:txBody>
      <dsp:txXfrm>
        <a:off x="2333499" y="4000872"/>
        <a:ext cx="8519987" cy="414598"/>
      </dsp:txXfrm>
    </dsp:sp>
    <dsp:sp modelId="{4A50274D-6400-904C-9A1F-59454FA8D79F}">
      <dsp:nvSpPr>
        <dsp:cNvPr id="0" name=""/>
        <dsp:cNvSpPr/>
      </dsp:nvSpPr>
      <dsp:spPr>
        <a:xfrm>
          <a:off x="2170697" y="4415470"/>
          <a:ext cx="868278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26B1F3E-B0AF-E641-9390-1F9C2242A8EB}">
      <dsp:nvSpPr>
        <dsp:cNvPr id="0" name=""/>
        <dsp:cNvSpPr/>
      </dsp:nvSpPr>
      <dsp:spPr>
        <a:xfrm>
          <a:off x="2333499" y="4436200"/>
          <a:ext cx="8519987" cy="4145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リアルタイム遅延：推論レイテンシ </a:t>
          </a:r>
          <a:r>
            <a:rPr kumimoji="1" lang="en-US" sz="900" kern="1200" dirty="0"/>
            <a:t>&lt; 200 </a:t>
          </a:r>
          <a:r>
            <a:rPr kumimoji="1" lang="en-US" sz="900" kern="1200" dirty="0" err="1"/>
            <a:t>ms</a:t>
          </a:r>
          <a:r>
            <a:rPr kumimoji="1" lang="ja-JP" sz="900" kern="1200"/>
            <a:t>（端末上）</a:t>
          </a:r>
          <a:endParaRPr lang="ja-JP" sz="900" kern="1200"/>
        </a:p>
      </dsp:txBody>
      <dsp:txXfrm>
        <a:off x="2333499" y="4436200"/>
        <a:ext cx="8519987" cy="414598"/>
      </dsp:txXfrm>
    </dsp:sp>
    <dsp:sp modelId="{D9DDBB1C-C0C1-2442-8EDA-7E65560693FC}">
      <dsp:nvSpPr>
        <dsp:cNvPr id="0" name=""/>
        <dsp:cNvSpPr/>
      </dsp:nvSpPr>
      <dsp:spPr>
        <a:xfrm>
          <a:off x="2170697" y="4850798"/>
          <a:ext cx="868278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6113E08-A16A-5C47-8E84-9085562302D6}">
      <dsp:nvSpPr>
        <dsp:cNvPr id="0" name=""/>
        <dsp:cNvSpPr/>
      </dsp:nvSpPr>
      <dsp:spPr>
        <a:xfrm>
          <a:off x="2333499" y="4871528"/>
          <a:ext cx="8519987" cy="4145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クロススピーカ一般化：</a:t>
          </a:r>
          <a:r>
            <a:rPr kumimoji="1" lang="en-US" sz="900" kern="1200" dirty="0"/>
            <a:t>speaker-holdout</a:t>
          </a:r>
          <a:r>
            <a:rPr kumimoji="1" lang="ja-JP" sz="900" kern="1200"/>
            <a:t>テストで</a:t>
          </a:r>
          <a:r>
            <a:rPr kumimoji="1" lang="en-US" sz="900" kern="1200" dirty="0"/>
            <a:t>AUC</a:t>
          </a:r>
          <a:r>
            <a:rPr kumimoji="1" lang="ja-JP" sz="900" kern="1200"/>
            <a:t>改善目標 </a:t>
          </a:r>
          <a:r>
            <a:rPr kumimoji="1" lang="en-US" sz="900" kern="1200" dirty="0"/>
            <a:t>+0.1</a:t>
          </a:r>
          <a:endParaRPr lang="ja-JP" sz="900" kern="1200"/>
        </a:p>
      </dsp:txBody>
      <dsp:txXfrm>
        <a:off x="2333499" y="4871528"/>
        <a:ext cx="8519987" cy="414598"/>
      </dsp:txXfrm>
    </dsp:sp>
    <dsp:sp modelId="{BDC6D631-12C4-5D41-8D56-B6E7BD6EC2E0}">
      <dsp:nvSpPr>
        <dsp:cNvPr id="0" name=""/>
        <dsp:cNvSpPr/>
      </dsp:nvSpPr>
      <dsp:spPr>
        <a:xfrm>
          <a:off x="2170697" y="5286127"/>
          <a:ext cx="8682789"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A5C45B-5C97-4A45-ADF6-21DEFEAA301E}">
      <dsp:nvSpPr>
        <dsp:cNvPr id="0" name=""/>
        <dsp:cNvSpPr/>
      </dsp:nvSpPr>
      <dsp:spPr>
        <a:xfrm>
          <a:off x="0" y="0"/>
          <a:ext cx="984324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C3C848-44DA-B14E-B2E4-7878511F54C4}">
      <dsp:nvSpPr>
        <dsp:cNvPr id="0" name=""/>
        <dsp:cNvSpPr/>
      </dsp:nvSpPr>
      <dsp:spPr>
        <a:xfrm>
          <a:off x="0" y="0"/>
          <a:ext cx="1968649" cy="1326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1" lang="ja-JP" altLang="en-US" sz="2000" b="1" kern="1200"/>
            <a:t>何を推論するか</a:t>
          </a:r>
          <a:endParaRPr lang="ja-JP" altLang="en-US" sz="2000" kern="1200"/>
        </a:p>
      </dsp:txBody>
      <dsp:txXfrm>
        <a:off x="0" y="0"/>
        <a:ext cx="1968649" cy="1326714"/>
      </dsp:txXfrm>
    </dsp:sp>
    <dsp:sp modelId="{7E4A979B-08EA-9D45-A762-48B9717BE322}">
      <dsp:nvSpPr>
        <dsp:cNvPr id="0" name=""/>
        <dsp:cNvSpPr/>
      </dsp:nvSpPr>
      <dsp:spPr>
        <a:xfrm>
          <a:off x="2116298" y="30835"/>
          <a:ext cx="7726948" cy="616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会話全体から「支配性（ターン占有率／割り込み頻度／応答遅延／沈黙支配）」を時系列で推定し、</a:t>
          </a:r>
          <a:r>
            <a:rPr kumimoji="1" lang="en-US" sz="900" kern="1200" dirty="0"/>
            <a:t>D </a:t>
          </a:r>
          <a:r>
            <a:rPr kumimoji="1" lang="ja-JP" sz="900" kern="1200"/>
            <a:t>を </a:t>
          </a:r>
          <a:r>
            <a:rPr kumimoji="1" lang="en-US" sz="900" kern="1200" dirty="0"/>
            <a:t>0〜100 </a:t>
          </a:r>
          <a:r>
            <a:rPr kumimoji="1" lang="ja-JP" sz="900" kern="1200"/>
            <a:t>にスコア化</a:t>
          </a:r>
          <a:endParaRPr lang="ja-JP" sz="900" kern="1200"/>
        </a:p>
      </dsp:txBody>
      <dsp:txXfrm>
        <a:off x="2116298" y="30835"/>
        <a:ext cx="7726948" cy="616714"/>
      </dsp:txXfrm>
    </dsp:sp>
    <dsp:sp modelId="{7E235F02-1E53-2D4C-8905-02C8F24F8A96}">
      <dsp:nvSpPr>
        <dsp:cNvPr id="0" name=""/>
        <dsp:cNvSpPr/>
      </dsp:nvSpPr>
      <dsp:spPr>
        <a:xfrm>
          <a:off x="1968649" y="647550"/>
          <a:ext cx="787459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12D46B1-94DC-6D4C-B428-5B2B265031C8}">
      <dsp:nvSpPr>
        <dsp:cNvPr id="0" name=""/>
        <dsp:cNvSpPr/>
      </dsp:nvSpPr>
      <dsp:spPr>
        <a:xfrm>
          <a:off x="2116298" y="678386"/>
          <a:ext cx="7726948" cy="616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対話内での“力の非対称性”や支配的行動の継続性を定量化</a:t>
          </a:r>
          <a:endParaRPr lang="ja-JP" sz="900" kern="1200"/>
        </a:p>
      </dsp:txBody>
      <dsp:txXfrm>
        <a:off x="2116298" y="678386"/>
        <a:ext cx="7726948" cy="616714"/>
      </dsp:txXfrm>
    </dsp:sp>
    <dsp:sp modelId="{F0B247EB-30CF-8441-A151-49F999176957}">
      <dsp:nvSpPr>
        <dsp:cNvPr id="0" name=""/>
        <dsp:cNvSpPr/>
      </dsp:nvSpPr>
      <dsp:spPr>
        <a:xfrm>
          <a:off x="1968649" y="1295101"/>
          <a:ext cx="787459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293163A-15C2-B142-9022-4AD1AF5010CD}">
      <dsp:nvSpPr>
        <dsp:cNvPr id="0" name=""/>
        <dsp:cNvSpPr/>
      </dsp:nvSpPr>
      <dsp:spPr>
        <a:xfrm>
          <a:off x="0" y="1326714"/>
          <a:ext cx="984324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7A8C3A-8437-FD46-AC2B-20CBE7F05C6A}">
      <dsp:nvSpPr>
        <dsp:cNvPr id="0" name=""/>
        <dsp:cNvSpPr/>
      </dsp:nvSpPr>
      <dsp:spPr>
        <a:xfrm>
          <a:off x="0" y="1326714"/>
          <a:ext cx="1968649" cy="1326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1" lang="ja-JP" altLang="en-US" sz="2000" b="1" kern="1200"/>
            <a:t>技術的困難</a:t>
          </a:r>
          <a:endParaRPr lang="ja-JP" altLang="en-US" sz="2000" kern="1200"/>
        </a:p>
      </dsp:txBody>
      <dsp:txXfrm>
        <a:off x="0" y="1326714"/>
        <a:ext cx="1968649" cy="1326714"/>
      </dsp:txXfrm>
    </dsp:sp>
    <dsp:sp modelId="{6C0B1E06-C9A1-814E-820C-461696735319}">
      <dsp:nvSpPr>
        <dsp:cNvPr id="0" name=""/>
        <dsp:cNvSpPr/>
      </dsp:nvSpPr>
      <dsp:spPr>
        <a:xfrm>
          <a:off x="2116298" y="1347444"/>
          <a:ext cx="7726948" cy="4145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発話ターン検出（話者分離＋発話境界）における誤認識が </a:t>
          </a:r>
          <a:r>
            <a:rPr kumimoji="1" lang="en-US" sz="900" kern="1200" dirty="0"/>
            <a:t>downstream </a:t>
          </a:r>
          <a:r>
            <a:rPr kumimoji="1" lang="ja-JP" sz="900" kern="1200"/>
            <a:t>を弱める</a:t>
          </a:r>
          <a:endParaRPr lang="ja-JP" sz="900" kern="1200"/>
        </a:p>
      </dsp:txBody>
      <dsp:txXfrm>
        <a:off x="2116298" y="1347444"/>
        <a:ext cx="7726948" cy="414598"/>
      </dsp:txXfrm>
    </dsp:sp>
    <dsp:sp modelId="{4DA1BBDD-D5DE-F949-BEF7-0D073ABEE016}">
      <dsp:nvSpPr>
        <dsp:cNvPr id="0" name=""/>
        <dsp:cNvSpPr/>
      </dsp:nvSpPr>
      <dsp:spPr>
        <a:xfrm>
          <a:off x="1968649" y="1762042"/>
          <a:ext cx="787459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858756A-4814-014B-A6DE-2C6EB42273EC}">
      <dsp:nvSpPr>
        <dsp:cNvPr id="0" name=""/>
        <dsp:cNvSpPr/>
      </dsp:nvSpPr>
      <dsp:spPr>
        <a:xfrm>
          <a:off x="2116298" y="1782772"/>
          <a:ext cx="7726948" cy="4145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支配性の表現は文化・シーン依存（職場と友人間で基準が変わる）</a:t>
          </a:r>
          <a:endParaRPr lang="ja-JP" sz="900" kern="1200"/>
        </a:p>
      </dsp:txBody>
      <dsp:txXfrm>
        <a:off x="2116298" y="1782772"/>
        <a:ext cx="7726948" cy="414598"/>
      </dsp:txXfrm>
    </dsp:sp>
    <dsp:sp modelId="{24546798-EC51-5C48-80BA-855027CA4349}">
      <dsp:nvSpPr>
        <dsp:cNvPr id="0" name=""/>
        <dsp:cNvSpPr/>
      </dsp:nvSpPr>
      <dsp:spPr>
        <a:xfrm>
          <a:off x="1968649" y="2197370"/>
          <a:ext cx="787459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51B4948-6F4A-934E-A7B7-F13EE19D2826}">
      <dsp:nvSpPr>
        <dsp:cNvPr id="0" name=""/>
        <dsp:cNvSpPr/>
      </dsp:nvSpPr>
      <dsp:spPr>
        <a:xfrm>
          <a:off x="2116298" y="2218100"/>
          <a:ext cx="7726948" cy="4145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継続性や文脈（過去のやり取り）を考慮する長期依存性の扱いが必要</a:t>
          </a:r>
          <a:endParaRPr lang="ja-JP" sz="900" kern="1200"/>
        </a:p>
      </dsp:txBody>
      <dsp:txXfrm>
        <a:off x="2116298" y="2218100"/>
        <a:ext cx="7726948" cy="414598"/>
      </dsp:txXfrm>
    </dsp:sp>
    <dsp:sp modelId="{8FD4DA45-1819-0540-9E9B-2E087DBBC605}">
      <dsp:nvSpPr>
        <dsp:cNvPr id="0" name=""/>
        <dsp:cNvSpPr/>
      </dsp:nvSpPr>
      <dsp:spPr>
        <a:xfrm>
          <a:off x="1968649" y="2632699"/>
          <a:ext cx="787459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F1E79DF-D727-B345-8937-99D09FA7E4A1}">
      <dsp:nvSpPr>
        <dsp:cNvPr id="0" name=""/>
        <dsp:cNvSpPr/>
      </dsp:nvSpPr>
      <dsp:spPr>
        <a:xfrm>
          <a:off x="0" y="2653429"/>
          <a:ext cx="984324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B4F9F7-20AC-1045-BC72-90BD13EEA1C5}">
      <dsp:nvSpPr>
        <dsp:cNvPr id="0" name=""/>
        <dsp:cNvSpPr/>
      </dsp:nvSpPr>
      <dsp:spPr>
        <a:xfrm>
          <a:off x="0" y="2653428"/>
          <a:ext cx="1968649" cy="1326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1" lang="ja-JP" altLang="en-US" sz="2000" b="1" kern="1200"/>
            <a:t>克服方法</a:t>
          </a:r>
          <a:endParaRPr kumimoji="1" lang="en-US" altLang="ja-JP" sz="2000" b="1" kern="1200" dirty="0"/>
        </a:p>
        <a:p>
          <a:pPr marL="0" lvl="0" indent="0" algn="l" defTabSz="889000">
            <a:lnSpc>
              <a:spcPct val="90000"/>
            </a:lnSpc>
            <a:spcBef>
              <a:spcPct val="0"/>
            </a:spcBef>
            <a:spcAft>
              <a:spcPct val="35000"/>
            </a:spcAft>
            <a:buNone/>
          </a:pPr>
          <a:r>
            <a:rPr kumimoji="1" lang="ja-JP" altLang="en-US" sz="2000" b="1" kern="1200"/>
            <a:t>（工夫）</a:t>
          </a:r>
          <a:endParaRPr lang="ja-JP" altLang="en-US" sz="2000" kern="1200"/>
        </a:p>
      </dsp:txBody>
      <dsp:txXfrm>
        <a:off x="0" y="2653428"/>
        <a:ext cx="1968649" cy="1326714"/>
      </dsp:txXfrm>
    </dsp:sp>
    <dsp:sp modelId="{4C69C2D3-46BA-834B-95C3-7461DDD5CD60}">
      <dsp:nvSpPr>
        <dsp:cNvPr id="0" name=""/>
        <dsp:cNvSpPr/>
      </dsp:nvSpPr>
      <dsp:spPr>
        <a:xfrm>
          <a:off x="2116298" y="2665931"/>
          <a:ext cx="7726948" cy="2500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高性能な音声／話者分離（</a:t>
          </a:r>
          <a:r>
            <a:rPr kumimoji="1" lang="en-US" sz="900" kern="1200" dirty="0"/>
            <a:t>VAD</a:t>
          </a:r>
          <a:r>
            <a:rPr kumimoji="1" lang="ja-JP" sz="900" kern="1200"/>
            <a:t>＋</a:t>
          </a:r>
          <a:r>
            <a:rPr kumimoji="1" lang="en-US" sz="900" kern="1200" dirty="0"/>
            <a:t>speaker </a:t>
          </a:r>
          <a:r>
            <a:rPr kumimoji="1" lang="en-US" sz="900" kern="1200" dirty="0" err="1"/>
            <a:t>diarization</a:t>
          </a:r>
          <a:r>
            <a:rPr kumimoji="1" lang="ja-JP" sz="900" kern="1200"/>
            <a:t>）を組合せて精度確保（オンデバイスは軽量化）</a:t>
          </a:r>
          <a:endParaRPr lang="ja-JP" sz="900" kern="1200"/>
        </a:p>
      </dsp:txBody>
      <dsp:txXfrm>
        <a:off x="2116298" y="2665931"/>
        <a:ext cx="7726948" cy="250054"/>
      </dsp:txXfrm>
    </dsp:sp>
    <dsp:sp modelId="{54EE4F08-1D43-8749-AC2D-39CC77D57278}">
      <dsp:nvSpPr>
        <dsp:cNvPr id="0" name=""/>
        <dsp:cNvSpPr/>
      </dsp:nvSpPr>
      <dsp:spPr>
        <a:xfrm>
          <a:off x="1968649" y="2915986"/>
          <a:ext cx="787459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665497B-6C68-9848-8246-CC667DCBA7DE}">
      <dsp:nvSpPr>
        <dsp:cNvPr id="0" name=""/>
        <dsp:cNvSpPr/>
      </dsp:nvSpPr>
      <dsp:spPr>
        <a:xfrm>
          <a:off x="2116298" y="2928489"/>
          <a:ext cx="7726948" cy="2500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ターンテイキング解析器（</a:t>
          </a:r>
          <a:r>
            <a:rPr kumimoji="1" lang="en-US" sz="900" kern="1200" dirty="0"/>
            <a:t>Turn-taking Parser</a:t>
          </a:r>
          <a:r>
            <a:rPr kumimoji="1" lang="ja-JP" sz="900" kern="1200"/>
            <a:t>）を構築し、割り込み・遮断イベントを検出</a:t>
          </a:r>
          <a:endParaRPr lang="ja-JP" sz="900" kern="1200"/>
        </a:p>
      </dsp:txBody>
      <dsp:txXfrm>
        <a:off x="2116298" y="2928489"/>
        <a:ext cx="7726948" cy="250054"/>
      </dsp:txXfrm>
    </dsp:sp>
    <dsp:sp modelId="{28E5AC91-897F-6349-BE71-E096C5C8E72D}">
      <dsp:nvSpPr>
        <dsp:cNvPr id="0" name=""/>
        <dsp:cNvSpPr/>
      </dsp:nvSpPr>
      <dsp:spPr>
        <a:xfrm>
          <a:off x="1968649" y="3178543"/>
          <a:ext cx="787459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AA9A10-F41B-4E4A-A20B-6267D61ABF87}">
      <dsp:nvSpPr>
        <dsp:cNvPr id="0" name=""/>
        <dsp:cNvSpPr/>
      </dsp:nvSpPr>
      <dsp:spPr>
        <a:xfrm>
          <a:off x="2116298" y="3191046"/>
          <a:ext cx="7726948" cy="2500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支配指標（占有率、平均割り込み間隔、応答遅延分布、遮断率など）を多変量特徴量として定義</a:t>
          </a:r>
          <a:endParaRPr lang="ja-JP" sz="900" kern="1200"/>
        </a:p>
      </dsp:txBody>
      <dsp:txXfrm>
        <a:off x="2116298" y="3191046"/>
        <a:ext cx="7726948" cy="250054"/>
      </dsp:txXfrm>
    </dsp:sp>
    <dsp:sp modelId="{FE2A7142-82E0-AA4D-AD2B-3DE45D62A490}">
      <dsp:nvSpPr>
        <dsp:cNvPr id="0" name=""/>
        <dsp:cNvSpPr/>
      </dsp:nvSpPr>
      <dsp:spPr>
        <a:xfrm>
          <a:off x="1968649" y="3441100"/>
          <a:ext cx="787459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80F393C-46B6-DC48-BA52-85B06C8B119C}">
      <dsp:nvSpPr>
        <dsp:cNvPr id="0" name=""/>
        <dsp:cNvSpPr/>
      </dsp:nvSpPr>
      <dsp:spPr>
        <a:xfrm>
          <a:off x="2116298" y="3453603"/>
          <a:ext cx="7726948" cy="2500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シーン識別モジュール（職場／家庭／顧客対応）を導入し、シーンごとに正規化された</a:t>
          </a:r>
          <a:r>
            <a:rPr kumimoji="1" lang="en-US" sz="900" kern="1200" dirty="0"/>
            <a:t>D</a:t>
          </a:r>
          <a:r>
            <a:rPr kumimoji="1" lang="ja-JP" sz="900" kern="1200"/>
            <a:t>を出力</a:t>
          </a:r>
          <a:endParaRPr lang="ja-JP" sz="900" kern="1200"/>
        </a:p>
      </dsp:txBody>
      <dsp:txXfrm>
        <a:off x="2116298" y="3453603"/>
        <a:ext cx="7726948" cy="250054"/>
      </dsp:txXfrm>
    </dsp:sp>
    <dsp:sp modelId="{C980CB0D-D030-1540-87CF-0EF30E2225A5}">
      <dsp:nvSpPr>
        <dsp:cNvPr id="0" name=""/>
        <dsp:cNvSpPr/>
      </dsp:nvSpPr>
      <dsp:spPr>
        <a:xfrm>
          <a:off x="1968649" y="3703658"/>
          <a:ext cx="787459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C2CBE17-401B-1943-A3C7-7BD9713261A1}">
      <dsp:nvSpPr>
        <dsp:cNvPr id="0" name=""/>
        <dsp:cNvSpPr/>
      </dsp:nvSpPr>
      <dsp:spPr>
        <a:xfrm>
          <a:off x="2116298" y="3716161"/>
          <a:ext cx="7726948" cy="2500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長期依存は時系列モデル（</a:t>
          </a:r>
          <a:r>
            <a:rPr kumimoji="1" lang="en-US" sz="900" kern="1200" dirty="0"/>
            <a:t>Transformer/Temporal Convnets</a:t>
          </a:r>
          <a:r>
            <a:rPr kumimoji="1" lang="ja-JP" sz="900" kern="1200"/>
            <a:t>）で扱い、過去 </a:t>
          </a:r>
          <a:r>
            <a:rPr kumimoji="1" lang="en-US" sz="900" kern="1200" dirty="0"/>
            <a:t>N </a:t>
          </a:r>
          <a:r>
            <a:rPr kumimoji="1" lang="ja-JP" sz="900" kern="1200"/>
            <a:t>分の行動履歴を考慮</a:t>
          </a:r>
          <a:endParaRPr lang="ja-JP" sz="900" kern="1200"/>
        </a:p>
      </dsp:txBody>
      <dsp:txXfrm>
        <a:off x="2116298" y="3716161"/>
        <a:ext cx="7726948" cy="250054"/>
      </dsp:txXfrm>
    </dsp:sp>
    <dsp:sp modelId="{3471E277-FB21-E94A-B83E-A71962395771}">
      <dsp:nvSpPr>
        <dsp:cNvPr id="0" name=""/>
        <dsp:cNvSpPr/>
      </dsp:nvSpPr>
      <dsp:spPr>
        <a:xfrm>
          <a:off x="1968649" y="3966215"/>
          <a:ext cx="787459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549AB6E-6F82-C04A-B4E8-3FE47AB86720}">
      <dsp:nvSpPr>
        <dsp:cNvPr id="0" name=""/>
        <dsp:cNvSpPr/>
      </dsp:nvSpPr>
      <dsp:spPr>
        <a:xfrm>
          <a:off x="0" y="3980143"/>
          <a:ext cx="984324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021F29-5208-A64D-BBBC-3D02DB9F888B}">
      <dsp:nvSpPr>
        <dsp:cNvPr id="0" name=""/>
        <dsp:cNvSpPr/>
      </dsp:nvSpPr>
      <dsp:spPr>
        <a:xfrm>
          <a:off x="0" y="3980143"/>
          <a:ext cx="1968649" cy="1326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1" lang="ja-JP" sz="2000" b="1" kern="1200"/>
            <a:t>期待成果 </a:t>
          </a:r>
          <a:r>
            <a:rPr kumimoji="1" lang="en-US" sz="2000" b="1" kern="1200" dirty="0"/>
            <a:t>&amp; </a:t>
          </a:r>
          <a:r>
            <a:rPr kumimoji="1" lang="ja-JP" sz="2000" b="1" kern="1200"/>
            <a:t>評価指標</a:t>
          </a:r>
          <a:endParaRPr lang="ja-JP" sz="2000" kern="1200"/>
        </a:p>
      </dsp:txBody>
      <dsp:txXfrm>
        <a:off x="0" y="3980143"/>
        <a:ext cx="1968649" cy="1326714"/>
      </dsp:txXfrm>
    </dsp:sp>
    <dsp:sp modelId="{B157479D-28C6-C843-88E1-667022ACC8BB}">
      <dsp:nvSpPr>
        <dsp:cNvPr id="0" name=""/>
        <dsp:cNvSpPr/>
      </dsp:nvSpPr>
      <dsp:spPr>
        <a:xfrm>
          <a:off x="2116298" y="4000873"/>
          <a:ext cx="7726948" cy="4145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専門家（心理士）評価との相関 </a:t>
          </a:r>
          <a:r>
            <a:rPr kumimoji="1" lang="en-US" sz="900" kern="1200" dirty="0"/>
            <a:t>r ≥ 0.7</a:t>
          </a:r>
          <a:r>
            <a:rPr kumimoji="1" lang="ja-JP" sz="900" kern="1200"/>
            <a:t>（</a:t>
          </a:r>
          <a:r>
            <a:rPr kumimoji="1" lang="en-US" sz="900" kern="1200" dirty="0"/>
            <a:t>D</a:t>
          </a:r>
          <a:r>
            <a:rPr kumimoji="1" lang="ja-JP" sz="900" kern="1200"/>
            <a:t>スコア）</a:t>
          </a:r>
          <a:endParaRPr lang="ja-JP" sz="900" kern="1200"/>
        </a:p>
      </dsp:txBody>
      <dsp:txXfrm>
        <a:off x="2116298" y="4000873"/>
        <a:ext cx="7726948" cy="414598"/>
      </dsp:txXfrm>
    </dsp:sp>
    <dsp:sp modelId="{DC6B3EF7-B6D4-ED49-9376-00F0831A1272}">
      <dsp:nvSpPr>
        <dsp:cNvPr id="0" name=""/>
        <dsp:cNvSpPr/>
      </dsp:nvSpPr>
      <dsp:spPr>
        <a:xfrm>
          <a:off x="1968649" y="4415471"/>
          <a:ext cx="787459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16CAB83-5E6A-4043-B142-E55A2937A0C8}">
      <dsp:nvSpPr>
        <dsp:cNvPr id="0" name=""/>
        <dsp:cNvSpPr/>
      </dsp:nvSpPr>
      <dsp:spPr>
        <a:xfrm>
          <a:off x="2116298" y="4436201"/>
          <a:ext cx="7726948" cy="4145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ターン境界検出 </a:t>
          </a:r>
          <a:r>
            <a:rPr kumimoji="1" lang="en-US" sz="900" kern="1200" dirty="0"/>
            <a:t>F1 ≥ 0.85</a:t>
          </a:r>
          <a:r>
            <a:rPr kumimoji="1" lang="ja-JP" sz="900" kern="1200"/>
            <a:t>（基盤性能）</a:t>
          </a:r>
          <a:endParaRPr lang="ja-JP" sz="900" kern="1200"/>
        </a:p>
      </dsp:txBody>
      <dsp:txXfrm>
        <a:off x="2116298" y="4436201"/>
        <a:ext cx="7726948" cy="414598"/>
      </dsp:txXfrm>
    </dsp:sp>
    <dsp:sp modelId="{88562692-0228-E84C-8185-8001DE136C24}">
      <dsp:nvSpPr>
        <dsp:cNvPr id="0" name=""/>
        <dsp:cNvSpPr/>
      </dsp:nvSpPr>
      <dsp:spPr>
        <a:xfrm>
          <a:off x="1968649" y="4850799"/>
          <a:ext cx="787459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EE1E3F8-5A93-854F-83CA-62B5E18180A0}">
      <dsp:nvSpPr>
        <dsp:cNvPr id="0" name=""/>
        <dsp:cNvSpPr/>
      </dsp:nvSpPr>
      <dsp:spPr>
        <a:xfrm>
          <a:off x="2116298" y="4871529"/>
          <a:ext cx="7726948" cy="4145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ja-JP" sz="900" kern="1200"/>
            <a:t>シーン識別 </a:t>
          </a:r>
          <a:r>
            <a:rPr kumimoji="1" lang="en-US" sz="900" kern="1200" dirty="0"/>
            <a:t>Accuracy ≥ 0.80(</a:t>
          </a:r>
          <a:r>
            <a:rPr kumimoji="1" lang="en-US" sz="900" kern="1200" dirty="0" err="1"/>
            <a:t>成功率は指標にならない可能性有り</a:t>
          </a:r>
          <a:r>
            <a:rPr kumimoji="1" lang="ja-JP" altLang="en-US" sz="900" kern="1200"/>
            <a:t>　</a:t>
          </a:r>
          <a:r>
            <a:rPr kumimoji="1" lang="en-US" sz="900" kern="1200" dirty="0"/>
            <a:t>→</a:t>
          </a:r>
          <a:r>
            <a:rPr kumimoji="1" lang="ja-JP" altLang="en-US" sz="900" kern="1200"/>
            <a:t>　</a:t>
          </a:r>
          <a:r>
            <a:rPr kumimoji="1" lang="en-US" sz="900" kern="1200" dirty="0" err="1"/>
            <a:t>要検討</a:t>
          </a:r>
          <a:r>
            <a:rPr kumimoji="1" lang="en-US" sz="900" kern="1200" dirty="0"/>
            <a:t>)</a:t>
          </a:r>
          <a:endParaRPr lang="ja-JP" sz="900" kern="1200"/>
        </a:p>
      </dsp:txBody>
      <dsp:txXfrm>
        <a:off x="2116298" y="4871529"/>
        <a:ext cx="7726948" cy="414598"/>
      </dsp:txXfrm>
    </dsp:sp>
    <dsp:sp modelId="{27CFC97C-3F21-A441-B5DD-0329AD7C5012}">
      <dsp:nvSpPr>
        <dsp:cNvPr id="0" name=""/>
        <dsp:cNvSpPr/>
      </dsp:nvSpPr>
      <dsp:spPr>
        <a:xfrm>
          <a:off x="1968649" y="5286128"/>
          <a:ext cx="787459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988D45-50DD-2C4D-B48B-6DD2D18706AA}">
      <dsp:nvSpPr>
        <dsp:cNvPr id="0" name=""/>
        <dsp:cNvSpPr/>
      </dsp:nvSpPr>
      <dsp:spPr>
        <a:xfrm>
          <a:off x="0" y="0"/>
          <a:ext cx="1011010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826FED-9E5C-524A-ADC0-C3013D6BDB75}">
      <dsp:nvSpPr>
        <dsp:cNvPr id="0" name=""/>
        <dsp:cNvSpPr/>
      </dsp:nvSpPr>
      <dsp:spPr>
        <a:xfrm>
          <a:off x="0" y="0"/>
          <a:ext cx="2022021" cy="1270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1" lang="ja-JP" altLang="en-US" sz="2000" b="1" kern="1200"/>
            <a:t>何を推論するか</a:t>
          </a:r>
          <a:endParaRPr lang="ja-JP" altLang="en-US" sz="2000" kern="1200"/>
        </a:p>
      </dsp:txBody>
      <dsp:txXfrm>
        <a:off x="0" y="0"/>
        <a:ext cx="2022021" cy="1270319"/>
      </dsp:txXfrm>
    </dsp:sp>
    <dsp:sp modelId="{E385E837-78B5-2B43-9603-613F40625DA1}">
      <dsp:nvSpPr>
        <dsp:cNvPr id="0" name=""/>
        <dsp:cNvSpPr/>
      </dsp:nvSpPr>
      <dsp:spPr>
        <a:xfrm>
          <a:off x="2173673" y="29524"/>
          <a:ext cx="7936433" cy="5904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ja-JP" sz="800" kern="1200"/>
            <a:t>発話テキストから人格否定・能力否定・脅迫・婉曲的侮辱などを検出し </a:t>
          </a:r>
          <a:r>
            <a:rPr kumimoji="1" lang="en-US" sz="800" kern="1200" dirty="0"/>
            <a:t>L </a:t>
          </a:r>
          <a:r>
            <a:rPr kumimoji="1" lang="ja-JP" sz="800" kern="1200"/>
            <a:t>を </a:t>
          </a:r>
          <a:r>
            <a:rPr kumimoji="1" lang="en-US" sz="800" kern="1200" dirty="0"/>
            <a:t>0〜100 </a:t>
          </a:r>
          <a:r>
            <a:rPr kumimoji="1" lang="ja-JP" sz="800" kern="1200"/>
            <a:t>で表現</a:t>
          </a:r>
          <a:endParaRPr lang="ja-JP" sz="800" kern="1200"/>
        </a:p>
      </dsp:txBody>
      <dsp:txXfrm>
        <a:off x="2173673" y="29524"/>
        <a:ext cx="7936433" cy="590499"/>
      </dsp:txXfrm>
    </dsp:sp>
    <dsp:sp modelId="{D108F6DD-29F7-6C48-B0D4-5A1C8FEDC04F}">
      <dsp:nvSpPr>
        <dsp:cNvPr id="0" name=""/>
        <dsp:cNvSpPr/>
      </dsp:nvSpPr>
      <dsp:spPr>
        <a:xfrm>
          <a:off x="2022021" y="620024"/>
          <a:ext cx="808808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FB09205-10D0-2B47-BEFC-E031321F8922}">
      <dsp:nvSpPr>
        <dsp:cNvPr id="0" name=""/>
        <dsp:cNvSpPr/>
      </dsp:nvSpPr>
      <dsp:spPr>
        <a:xfrm>
          <a:off x="2173673" y="649549"/>
          <a:ext cx="7936433" cy="5904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ja-JP" sz="800" kern="1200"/>
            <a:t>「個人攻撃（</a:t>
          </a:r>
          <a:r>
            <a:rPr kumimoji="1" lang="en-US" sz="800" kern="1200" dirty="0"/>
            <a:t>Targeting</a:t>
          </a:r>
          <a:r>
            <a:rPr kumimoji="1" lang="ja-JP" sz="800" kern="1200"/>
            <a:t>）」判定を行い、個人宛の攻撃は重み増し</a:t>
          </a:r>
          <a:endParaRPr lang="ja-JP" sz="800" kern="1200"/>
        </a:p>
      </dsp:txBody>
      <dsp:txXfrm>
        <a:off x="2173673" y="649549"/>
        <a:ext cx="7936433" cy="590499"/>
      </dsp:txXfrm>
    </dsp:sp>
    <dsp:sp modelId="{CDE9741D-16BC-9B4C-B105-00F6E1EF8339}">
      <dsp:nvSpPr>
        <dsp:cNvPr id="0" name=""/>
        <dsp:cNvSpPr/>
      </dsp:nvSpPr>
      <dsp:spPr>
        <a:xfrm>
          <a:off x="2022021" y="1240049"/>
          <a:ext cx="808808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0CF27D5-967C-614F-88EF-976BEA07C03C}">
      <dsp:nvSpPr>
        <dsp:cNvPr id="0" name=""/>
        <dsp:cNvSpPr/>
      </dsp:nvSpPr>
      <dsp:spPr>
        <a:xfrm>
          <a:off x="0" y="1270319"/>
          <a:ext cx="1011010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7C67E8-D6BE-C04E-91A6-3DFAF9D4FE37}">
      <dsp:nvSpPr>
        <dsp:cNvPr id="0" name=""/>
        <dsp:cNvSpPr/>
      </dsp:nvSpPr>
      <dsp:spPr>
        <a:xfrm>
          <a:off x="0" y="1270319"/>
          <a:ext cx="2022021" cy="1270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1" lang="ja-JP" altLang="en-US" sz="2000" b="1" kern="1200"/>
            <a:t>技術的困難</a:t>
          </a:r>
          <a:endParaRPr lang="ja-JP" altLang="en-US" sz="2000" kern="1200"/>
        </a:p>
      </dsp:txBody>
      <dsp:txXfrm>
        <a:off x="0" y="1270319"/>
        <a:ext cx="2022021" cy="1270319"/>
      </dsp:txXfrm>
    </dsp:sp>
    <dsp:sp modelId="{CD4442C8-A6C4-594C-A973-4038355935EE}">
      <dsp:nvSpPr>
        <dsp:cNvPr id="0" name=""/>
        <dsp:cNvSpPr/>
      </dsp:nvSpPr>
      <dsp:spPr>
        <a:xfrm>
          <a:off x="2173673" y="1290167"/>
          <a:ext cx="7936433" cy="39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ja-JP" sz="800" kern="1200"/>
            <a:t>日本語特有の婉曲表現・敬語表現に潜む攻撃性を検出するのが困難</a:t>
          </a:r>
          <a:endParaRPr lang="ja-JP" sz="800" kern="1200"/>
        </a:p>
      </dsp:txBody>
      <dsp:txXfrm>
        <a:off x="2173673" y="1290167"/>
        <a:ext cx="7936433" cy="396974"/>
      </dsp:txXfrm>
    </dsp:sp>
    <dsp:sp modelId="{34995BBE-DADE-D34E-8119-4254E3C20AAC}">
      <dsp:nvSpPr>
        <dsp:cNvPr id="0" name=""/>
        <dsp:cNvSpPr/>
      </dsp:nvSpPr>
      <dsp:spPr>
        <a:xfrm>
          <a:off x="2022021" y="1687142"/>
          <a:ext cx="808808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62A7C82-AF70-0847-83BE-FD18CA28C4D0}">
      <dsp:nvSpPr>
        <dsp:cNvPr id="0" name=""/>
        <dsp:cNvSpPr/>
      </dsp:nvSpPr>
      <dsp:spPr>
        <a:xfrm>
          <a:off x="2173673" y="1706991"/>
          <a:ext cx="7936433" cy="39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ja-JP" sz="800" kern="1200"/>
            <a:t>専門家間で「人格否定」のラベリングが割れやすく教師データの安定性が低い</a:t>
          </a:r>
          <a:endParaRPr lang="ja-JP" sz="800" kern="1200"/>
        </a:p>
      </dsp:txBody>
      <dsp:txXfrm>
        <a:off x="2173673" y="1706991"/>
        <a:ext cx="7936433" cy="396974"/>
      </dsp:txXfrm>
    </dsp:sp>
    <dsp:sp modelId="{00E90E34-8135-994C-9DD2-88876F133D08}">
      <dsp:nvSpPr>
        <dsp:cNvPr id="0" name=""/>
        <dsp:cNvSpPr/>
      </dsp:nvSpPr>
      <dsp:spPr>
        <a:xfrm>
          <a:off x="2022021" y="2103966"/>
          <a:ext cx="808808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FFAD3E-67EE-4B4E-84DD-A101809BF31E}">
      <dsp:nvSpPr>
        <dsp:cNvPr id="0" name=""/>
        <dsp:cNvSpPr/>
      </dsp:nvSpPr>
      <dsp:spPr>
        <a:xfrm>
          <a:off x="2173673" y="2123814"/>
          <a:ext cx="7936433" cy="39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ja-JP" sz="800" kern="1200"/>
            <a:t>一般的な </a:t>
          </a:r>
          <a:r>
            <a:rPr kumimoji="1" lang="en-US" sz="800" kern="1200" dirty="0"/>
            <a:t>Toxicity </a:t>
          </a:r>
          <a:r>
            <a:rPr kumimoji="1" lang="ja-JP" sz="800" kern="1200"/>
            <a:t>モデルは英語中心・データ分布が異なるため転用できない</a:t>
          </a:r>
          <a:endParaRPr lang="ja-JP" sz="800" kern="1200"/>
        </a:p>
      </dsp:txBody>
      <dsp:txXfrm>
        <a:off x="2173673" y="2123814"/>
        <a:ext cx="7936433" cy="396974"/>
      </dsp:txXfrm>
    </dsp:sp>
    <dsp:sp modelId="{238053F5-E732-6C40-972A-47532C2C01ED}">
      <dsp:nvSpPr>
        <dsp:cNvPr id="0" name=""/>
        <dsp:cNvSpPr/>
      </dsp:nvSpPr>
      <dsp:spPr>
        <a:xfrm>
          <a:off x="2022021" y="2520789"/>
          <a:ext cx="808808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87AA396-1737-084D-AEA2-42B6B78DF549}">
      <dsp:nvSpPr>
        <dsp:cNvPr id="0" name=""/>
        <dsp:cNvSpPr/>
      </dsp:nvSpPr>
      <dsp:spPr>
        <a:xfrm>
          <a:off x="0" y="2540638"/>
          <a:ext cx="1011010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DD1429-27E0-EA4B-8400-64D6C5B71E43}">
      <dsp:nvSpPr>
        <dsp:cNvPr id="0" name=""/>
        <dsp:cNvSpPr/>
      </dsp:nvSpPr>
      <dsp:spPr>
        <a:xfrm>
          <a:off x="0" y="2540638"/>
          <a:ext cx="2022021" cy="1270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1" lang="ja-JP" altLang="en-US" sz="2000" b="1" kern="1200"/>
            <a:t>克服方法</a:t>
          </a:r>
          <a:endParaRPr kumimoji="1" lang="en-US" altLang="ja-JP" sz="2000" b="1" kern="1200" dirty="0"/>
        </a:p>
        <a:p>
          <a:pPr marL="0" lvl="0" indent="0" algn="l" defTabSz="889000">
            <a:lnSpc>
              <a:spcPct val="90000"/>
            </a:lnSpc>
            <a:spcBef>
              <a:spcPct val="0"/>
            </a:spcBef>
            <a:spcAft>
              <a:spcPct val="35000"/>
            </a:spcAft>
            <a:buNone/>
          </a:pPr>
          <a:r>
            <a:rPr kumimoji="1" lang="ja-JP" altLang="en-US" sz="2000" b="1" kern="1200"/>
            <a:t>（工夫）</a:t>
          </a:r>
          <a:endParaRPr lang="ja-JP" altLang="en-US" sz="2000" kern="1200"/>
        </a:p>
      </dsp:txBody>
      <dsp:txXfrm>
        <a:off x="0" y="2540638"/>
        <a:ext cx="2022021" cy="1270319"/>
      </dsp:txXfrm>
    </dsp:sp>
    <dsp:sp modelId="{79B9E892-CDFF-0E48-B082-ED2073692D86}">
      <dsp:nvSpPr>
        <dsp:cNvPr id="0" name=""/>
        <dsp:cNvSpPr/>
      </dsp:nvSpPr>
      <dsp:spPr>
        <a:xfrm>
          <a:off x="2173673" y="2552609"/>
          <a:ext cx="7936433" cy="2394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ja-JP" sz="800" kern="1200"/>
            <a:t>日本語ハラスメント特化コーパスを収集・整備（</a:t>
          </a:r>
          <a:r>
            <a:rPr kumimoji="1" lang="en-US" sz="800" kern="1200" dirty="0"/>
            <a:t>SNS</a:t>
          </a:r>
          <a:r>
            <a:rPr kumimoji="1" lang="ja-JP" sz="800" kern="1200"/>
            <a:t>匿名化データ </a:t>
          </a:r>
          <a:r>
            <a:rPr kumimoji="1" lang="en-US" sz="800" kern="1200" dirty="0"/>
            <a:t>+ </a:t>
          </a:r>
          <a:r>
            <a:rPr kumimoji="1" lang="ja-JP" sz="800" kern="1200"/>
            <a:t>シミュレーション対話 </a:t>
          </a:r>
          <a:r>
            <a:rPr kumimoji="1" lang="en-US" sz="800" kern="1200" dirty="0"/>
            <a:t>+ </a:t>
          </a:r>
          <a:r>
            <a:rPr kumimoji="1" lang="ja-JP" sz="800" kern="1200"/>
            <a:t>判例要旨の抽出）</a:t>
          </a:r>
          <a:endParaRPr lang="ja-JP" sz="800" kern="1200"/>
        </a:p>
      </dsp:txBody>
      <dsp:txXfrm>
        <a:off x="2173673" y="2552609"/>
        <a:ext cx="7936433" cy="239425"/>
      </dsp:txXfrm>
    </dsp:sp>
    <dsp:sp modelId="{901B1A15-0A69-6344-88D1-02F4A6DA86D5}">
      <dsp:nvSpPr>
        <dsp:cNvPr id="0" name=""/>
        <dsp:cNvSpPr/>
      </dsp:nvSpPr>
      <dsp:spPr>
        <a:xfrm>
          <a:off x="2022021" y="2792035"/>
          <a:ext cx="808808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55DA74-B9B8-B045-BD39-997B869C433E}">
      <dsp:nvSpPr>
        <dsp:cNvPr id="0" name=""/>
        <dsp:cNvSpPr/>
      </dsp:nvSpPr>
      <dsp:spPr>
        <a:xfrm>
          <a:off x="2173673" y="2804006"/>
          <a:ext cx="7936433" cy="2394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ja-JP" sz="800" kern="1200"/>
            <a:t>心理士＋弁護士による二層アノテーションで高品質ラベル（</a:t>
          </a:r>
          <a:r>
            <a:rPr kumimoji="1" lang="en-US" sz="800" kern="1200" dirty="0"/>
            <a:t>Cohen’s </a:t>
          </a:r>
          <a:r>
            <a:rPr kumimoji="1" lang="el-GR" sz="800" kern="1200" dirty="0"/>
            <a:t>κ </a:t>
          </a:r>
          <a:r>
            <a:rPr kumimoji="1" lang="ja-JP" sz="800" kern="1200"/>
            <a:t>を計測し低一致ラベルは除外）</a:t>
          </a:r>
          <a:endParaRPr lang="ja-JP" sz="800" kern="1200"/>
        </a:p>
      </dsp:txBody>
      <dsp:txXfrm>
        <a:off x="2173673" y="2804006"/>
        <a:ext cx="7936433" cy="239425"/>
      </dsp:txXfrm>
    </dsp:sp>
    <dsp:sp modelId="{492211A1-7207-DB4D-8DFB-91E4B2D51E9D}">
      <dsp:nvSpPr>
        <dsp:cNvPr id="0" name=""/>
        <dsp:cNvSpPr/>
      </dsp:nvSpPr>
      <dsp:spPr>
        <a:xfrm>
          <a:off x="2022021" y="3043431"/>
          <a:ext cx="808808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D343B3B-3455-2745-804F-EEA9B9F52323}">
      <dsp:nvSpPr>
        <dsp:cNvPr id="0" name=""/>
        <dsp:cNvSpPr/>
      </dsp:nvSpPr>
      <dsp:spPr>
        <a:xfrm>
          <a:off x="2173673" y="3055403"/>
          <a:ext cx="7936433" cy="2394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en-US" sz="800" kern="1200" dirty="0"/>
            <a:t>Lexicon</a:t>
          </a:r>
          <a:r>
            <a:rPr kumimoji="1" lang="ja-JP" sz="800" kern="1200"/>
            <a:t>（攻撃語）＋</a:t>
          </a:r>
          <a:r>
            <a:rPr kumimoji="1" lang="en-US" sz="800" kern="1200" dirty="0"/>
            <a:t>Transformer</a:t>
          </a:r>
          <a:r>
            <a:rPr kumimoji="1" lang="ja-JP" sz="800" kern="1200"/>
            <a:t>（文脈判定）のハイブリッドモデル（</a:t>
          </a:r>
          <a:r>
            <a:rPr kumimoji="1" lang="en-US" sz="800" kern="1200" dirty="0" err="1"/>
            <a:t>DeBERTa</a:t>
          </a:r>
          <a:r>
            <a:rPr kumimoji="1" lang="en-US" sz="800" kern="1200" dirty="0"/>
            <a:t>/Cl-</a:t>
          </a:r>
          <a:r>
            <a:rPr kumimoji="1" lang="en-US" sz="800" kern="1200" dirty="0" err="1"/>
            <a:t>tohoku</a:t>
          </a:r>
          <a:r>
            <a:rPr kumimoji="1" lang="ja-JP" sz="800" kern="1200"/>
            <a:t>）をドメイン適応微調整</a:t>
          </a:r>
          <a:endParaRPr lang="ja-JP" sz="800" kern="1200"/>
        </a:p>
      </dsp:txBody>
      <dsp:txXfrm>
        <a:off x="2173673" y="3055403"/>
        <a:ext cx="7936433" cy="239425"/>
      </dsp:txXfrm>
    </dsp:sp>
    <dsp:sp modelId="{1E3BE203-B7EA-5C45-9227-AEA8FC09778A}">
      <dsp:nvSpPr>
        <dsp:cNvPr id="0" name=""/>
        <dsp:cNvSpPr/>
      </dsp:nvSpPr>
      <dsp:spPr>
        <a:xfrm>
          <a:off x="2022021" y="3294828"/>
          <a:ext cx="808808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D898ED-4DB7-1A49-9204-643E7B42830F}">
      <dsp:nvSpPr>
        <dsp:cNvPr id="0" name=""/>
        <dsp:cNvSpPr/>
      </dsp:nvSpPr>
      <dsp:spPr>
        <a:xfrm>
          <a:off x="2173673" y="3306799"/>
          <a:ext cx="7936433" cy="2394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ja-JP" sz="800" kern="1200"/>
            <a:t>依存構造解析で攻撃構文パターンを抽出しルールベースで補正（</a:t>
          </a:r>
          <a:r>
            <a:rPr kumimoji="1" lang="en-US" sz="800" kern="1200" dirty="0"/>
            <a:t>Targeting</a:t>
          </a:r>
          <a:r>
            <a:rPr kumimoji="1" lang="ja-JP" sz="800" kern="1200"/>
            <a:t>判定に利用）</a:t>
          </a:r>
          <a:endParaRPr lang="ja-JP" sz="800" kern="1200"/>
        </a:p>
      </dsp:txBody>
      <dsp:txXfrm>
        <a:off x="2173673" y="3306799"/>
        <a:ext cx="7936433" cy="239425"/>
      </dsp:txXfrm>
    </dsp:sp>
    <dsp:sp modelId="{A398449A-277E-0248-80EB-BBF7A6CF0E59}">
      <dsp:nvSpPr>
        <dsp:cNvPr id="0" name=""/>
        <dsp:cNvSpPr/>
      </dsp:nvSpPr>
      <dsp:spPr>
        <a:xfrm>
          <a:off x="2022021" y="3546225"/>
          <a:ext cx="808808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50DD194-EEFB-CC49-A04F-F7FBB182BC9F}">
      <dsp:nvSpPr>
        <dsp:cNvPr id="0" name=""/>
        <dsp:cNvSpPr/>
      </dsp:nvSpPr>
      <dsp:spPr>
        <a:xfrm>
          <a:off x="2173673" y="3558196"/>
          <a:ext cx="7936433" cy="2394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ja-JP" sz="800" kern="1200"/>
            <a:t>データ不均衡に対しリサンプリング・コスト敏感学習・</a:t>
          </a:r>
          <a:r>
            <a:rPr kumimoji="1" lang="en-US" sz="800" kern="1200" dirty="0"/>
            <a:t>Hard-example mining </a:t>
          </a:r>
          <a:r>
            <a:rPr kumimoji="1" lang="ja-JP" sz="800" kern="1200"/>
            <a:t>を併用</a:t>
          </a:r>
          <a:endParaRPr lang="ja-JP" sz="800" kern="1200"/>
        </a:p>
      </dsp:txBody>
      <dsp:txXfrm>
        <a:off x="2173673" y="3558196"/>
        <a:ext cx="7936433" cy="239425"/>
      </dsp:txXfrm>
    </dsp:sp>
    <dsp:sp modelId="{C8BF6CC7-8997-0648-AD60-70656DDF219D}">
      <dsp:nvSpPr>
        <dsp:cNvPr id="0" name=""/>
        <dsp:cNvSpPr/>
      </dsp:nvSpPr>
      <dsp:spPr>
        <a:xfrm>
          <a:off x="2022021" y="3797621"/>
          <a:ext cx="808808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AAA7162-0E93-6A4B-9B63-AF0D4BFD74CD}">
      <dsp:nvSpPr>
        <dsp:cNvPr id="0" name=""/>
        <dsp:cNvSpPr/>
      </dsp:nvSpPr>
      <dsp:spPr>
        <a:xfrm>
          <a:off x="0" y="3810957"/>
          <a:ext cx="1011010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D67715-C067-3144-BAE5-796E945205DE}">
      <dsp:nvSpPr>
        <dsp:cNvPr id="0" name=""/>
        <dsp:cNvSpPr/>
      </dsp:nvSpPr>
      <dsp:spPr>
        <a:xfrm>
          <a:off x="0" y="3810957"/>
          <a:ext cx="2022021" cy="1270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1" lang="ja-JP" sz="2000" b="1" kern="1200"/>
            <a:t>期待成果 </a:t>
          </a:r>
          <a:r>
            <a:rPr kumimoji="1" lang="en-US" sz="2000" b="1" kern="1200" dirty="0"/>
            <a:t>&amp; </a:t>
          </a:r>
          <a:r>
            <a:rPr kumimoji="1" lang="ja-JP" sz="2000" b="1" kern="1200"/>
            <a:t>評価指標</a:t>
          </a:r>
          <a:endParaRPr lang="ja-JP" sz="2000" kern="1200"/>
        </a:p>
      </dsp:txBody>
      <dsp:txXfrm>
        <a:off x="0" y="3810957"/>
        <a:ext cx="2022021" cy="1270319"/>
      </dsp:txXfrm>
    </dsp:sp>
    <dsp:sp modelId="{022BD1F9-84E7-564B-9928-3D54897DA09F}">
      <dsp:nvSpPr>
        <dsp:cNvPr id="0" name=""/>
        <dsp:cNvSpPr/>
      </dsp:nvSpPr>
      <dsp:spPr>
        <a:xfrm>
          <a:off x="2173673" y="3825890"/>
          <a:ext cx="7936433" cy="2986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ja-JP" sz="800" kern="1200"/>
            <a:t>文脈的攻撃性検出 </a:t>
          </a:r>
          <a:r>
            <a:rPr kumimoji="1" lang="en-US" sz="800" kern="1200" dirty="0"/>
            <a:t>F1 ≥ 0.75(</a:t>
          </a:r>
          <a:r>
            <a:rPr kumimoji="1" lang="en-US" sz="800" kern="1200" dirty="0" err="1"/>
            <a:t>最重要</a:t>
          </a:r>
          <a:r>
            <a:rPr kumimoji="1" lang="en-US" sz="800" kern="1200" dirty="0"/>
            <a:t>)</a:t>
          </a:r>
          <a:endParaRPr lang="ja-JP" sz="800" kern="1200"/>
        </a:p>
      </dsp:txBody>
      <dsp:txXfrm>
        <a:off x="2173673" y="3825890"/>
        <a:ext cx="7936433" cy="298661"/>
      </dsp:txXfrm>
    </dsp:sp>
    <dsp:sp modelId="{215DCFAD-44D3-9448-A8AA-849DE6BEC8D4}">
      <dsp:nvSpPr>
        <dsp:cNvPr id="0" name=""/>
        <dsp:cNvSpPr/>
      </dsp:nvSpPr>
      <dsp:spPr>
        <a:xfrm>
          <a:off x="2022021" y="4124552"/>
          <a:ext cx="808808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331139E-2478-E042-9ECA-4FD6363AE117}">
      <dsp:nvSpPr>
        <dsp:cNvPr id="0" name=""/>
        <dsp:cNvSpPr/>
      </dsp:nvSpPr>
      <dsp:spPr>
        <a:xfrm>
          <a:off x="2173673" y="4139485"/>
          <a:ext cx="7936433" cy="2986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ja-JP" sz="800" kern="1200"/>
            <a:t>人格否定判定の </a:t>
          </a:r>
          <a:r>
            <a:rPr kumimoji="1" lang="en-US" sz="800" kern="1200" dirty="0"/>
            <a:t>Cohen’s </a:t>
          </a:r>
          <a:r>
            <a:rPr kumimoji="1" lang="el-GR" sz="800" kern="1200" dirty="0"/>
            <a:t>κ ≥ 0.6</a:t>
          </a:r>
          <a:r>
            <a:rPr kumimoji="1" lang="ja-JP" sz="800" kern="1200"/>
            <a:t>（専門家一致</a:t>
          </a:r>
          <a:r>
            <a:rPr kumimoji="1" lang="ja-JP" altLang="en-US" sz="800" kern="1200"/>
            <a:t>、推奨</a:t>
          </a:r>
          <a:r>
            <a:rPr kumimoji="1" lang="ja-JP" sz="800" kern="1200"/>
            <a:t>）</a:t>
          </a:r>
          <a:endParaRPr lang="ja-JP" sz="800" kern="1200"/>
        </a:p>
      </dsp:txBody>
      <dsp:txXfrm>
        <a:off x="2173673" y="4139485"/>
        <a:ext cx="7936433" cy="298661"/>
      </dsp:txXfrm>
    </dsp:sp>
    <dsp:sp modelId="{2F8F8864-603C-7243-8B4B-13272396C0C1}">
      <dsp:nvSpPr>
        <dsp:cNvPr id="0" name=""/>
        <dsp:cNvSpPr/>
      </dsp:nvSpPr>
      <dsp:spPr>
        <a:xfrm>
          <a:off x="2022021" y="4438146"/>
          <a:ext cx="808808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FDCFEB3-6C40-9F4B-B0C2-E985657811AE}">
      <dsp:nvSpPr>
        <dsp:cNvPr id="0" name=""/>
        <dsp:cNvSpPr/>
      </dsp:nvSpPr>
      <dsp:spPr>
        <a:xfrm>
          <a:off x="2173673" y="4453079"/>
          <a:ext cx="7936433" cy="2986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en-US" sz="800" kern="1200" dirty="0"/>
            <a:t>Targeting</a:t>
          </a:r>
          <a:r>
            <a:rPr kumimoji="1" lang="ja-JP" sz="800" kern="1200"/>
            <a:t>（個人攻撃）判定 </a:t>
          </a:r>
          <a:r>
            <a:rPr kumimoji="1" lang="en-US" sz="800" kern="1200" dirty="0"/>
            <a:t>Accuracy ≥ 0.8(</a:t>
          </a:r>
          <a:r>
            <a:rPr kumimoji="1" lang="en-US" sz="800" kern="1200" dirty="0" err="1"/>
            <a:t>成功率は指標にならない可能性有り</a:t>
          </a:r>
          <a:r>
            <a:rPr kumimoji="1" lang="en-US" sz="800" kern="1200" dirty="0"/>
            <a:t>)</a:t>
          </a:r>
          <a:endParaRPr lang="ja-JP" sz="800" kern="1200"/>
        </a:p>
      </dsp:txBody>
      <dsp:txXfrm>
        <a:off x="2173673" y="4453079"/>
        <a:ext cx="7936433" cy="298661"/>
      </dsp:txXfrm>
    </dsp:sp>
    <dsp:sp modelId="{D83096A3-1E96-4740-A8E2-AA694343DD83}">
      <dsp:nvSpPr>
        <dsp:cNvPr id="0" name=""/>
        <dsp:cNvSpPr/>
      </dsp:nvSpPr>
      <dsp:spPr>
        <a:xfrm>
          <a:off x="2022021" y="4751741"/>
          <a:ext cx="808808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8DE69B4-E180-CB4B-82DA-D8286A4C9D8B}">
      <dsp:nvSpPr>
        <dsp:cNvPr id="0" name=""/>
        <dsp:cNvSpPr/>
      </dsp:nvSpPr>
      <dsp:spPr>
        <a:xfrm>
          <a:off x="2173673" y="4766674"/>
          <a:ext cx="7936433" cy="2986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en-US" sz="800" kern="1200" dirty="0"/>
            <a:t>L </a:t>
          </a:r>
          <a:r>
            <a:rPr kumimoji="1" lang="ja-JP" sz="800" kern="1200"/>
            <a:t>スコアと心理士評価の </a:t>
          </a:r>
          <a:r>
            <a:rPr kumimoji="1" lang="en-US" sz="800" kern="1200" dirty="0"/>
            <a:t>Spearman </a:t>
          </a:r>
          <a:r>
            <a:rPr kumimoji="1" lang="el-GR" sz="800" kern="1200" dirty="0"/>
            <a:t>ρ ≥ 0.7</a:t>
          </a:r>
          <a:endParaRPr lang="ja-JP" sz="800" kern="1200"/>
        </a:p>
      </dsp:txBody>
      <dsp:txXfrm>
        <a:off x="2173673" y="4766674"/>
        <a:ext cx="7936433" cy="298661"/>
      </dsp:txXfrm>
    </dsp:sp>
    <dsp:sp modelId="{A4A1CCF8-C29F-D849-80E7-423C8596C39A}">
      <dsp:nvSpPr>
        <dsp:cNvPr id="0" name=""/>
        <dsp:cNvSpPr/>
      </dsp:nvSpPr>
      <dsp:spPr>
        <a:xfrm>
          <a:off x="2022021" y="5065335"/>
          <a:ext cx="808808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E53933-4BE6-A045-94A7-1FBD2BC2B14E}">
      <dsp:nvSpPr>
        <dsp:cNvPr id="0" name=""/>
        <dsp:cNvSpPr/>
      </dsp:nvSpPr>
      <dsp:spPr>
        <a:xfrm>
          <a:off x="0" y="1757"/>
          <a:ext cx="1080790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071AD1-6875-0240-AFF6-EDCC65CF7E8A}">
      <dsp:nvSpPr>
        <dsp:cNvPr id="0" name=""/>
        <dsp:cNvSpPr/>
      </dsp:nvSpPr>
      <dsp:spPr>
        <a:xfrm>
          <a:off x="0" y="1757"/>
          <a:ext cx="2161581" cy="1145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1" lang="ja-JP" altLang="en-US" sz="2000" b="1" kern="1200"/>
            <a:t>何を推論するか</a:t>
          </a:r>
          <a:endParaRPr lang="ja-JP" altLang="en-US" sz="2000" kern="1200"/>
        </a:p>
      </dsp:txBody>
      <dsp:txXfrm>
        <a:off x="0" y="1757"/>
        <a:ext cx="2161581" cy="1145218"/>
      </dsp:txXfrm>
    </dsp:sp>
    <dsp:sp modelId="{1752F77F-4683-A848-B3CD-BEF37E2EB0C3}">
      <dsp:nvSpPr>
        <dsp:cNvPr id="0" name=""/>
        <dsp:cNvSpPr/>
      </dsp:nvSpPr>
      <dsp:spPr>
        <a:xfrm>
          <a:off x="2323700" y="53762"/>
          <a:ext cx="8484207" cy="10400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en-US" sz="800" kern="1200" dirty="0"/>
            <a:t>HSI</a:t>
          </a:r>
          <a:r>
            <a:rPr kumimoji="1" lang="ja-JP" sz="800" kern="1200"/>
            <a:t>（</a:t>
          </a:r>
          <a:r>
            <a:rPr kumimoji="1" lang="en-US" sz="800" kern="1200" dirty="0"/>
            <a:t>A,D,L </a:t>
          </a:r>
          <a:r>
            <a:rPr kumimoji="1" lang="ja-JP" sz="800" kern="1200"/>
            <a:t>の統合）を入力として、判例</a:t>
          </a:r>
          <a:r>
            <a:rPr kumimoji="1" lang="en-US" sz="800" kern="1200" dirty="0"/>
            <a:t>embedding</a:t>
          </a:r>
          <a:r>
            <a:rPr kumimoji="1" lang="ja-JP" sz="800" kern="1200"/>
            <a:t>検索 → </a:t>
          </a:r>
          <a:r>
            <a:rPr kumimoji="1" lang="en-US" sz="800" kern="1200" dirty="0"/>
            <a:t>Top-5 </a:t>
          </a:r>
          <a:r>
            <a:rPr kumimoji="1" lang="ja-JP" sz="800" kern="1200"/>
            <a:t>類似判例を提示し、</a:t>
          </a:r>
          <a:r>
            <a:rPr kumimoji="1" lang="en-US" sz="800" kern="1200" dirty="0"/>
            <a:t>Evidence Score </a:t>
          </a:r>
          <a:r>
            <a:rPr kumimoji="1" lang="ja-JP" sz="800" kern="1200"/>
            <a:t>を算出 → 最終的に </a:t>
          </a:r>
          <a:r>
            <a:rPr kumimoji="1" lang="en-US" sz="800" kern="1200" dirty="0"/>
            <a:t>HSIE </a:t>
          </a:r>
          <a:r>
            <a:rPr kumimoji="1" lang="ja-JP" sz="800" kern="1200"/>
            <a:t>を出力（</a:t>
          </a:r>
          <a:r>
            <a:rPr kumimoji="1" lang="en-US" sz="800" kern="1200" dirty="0"/>
            <a:t>HSIE = g(HSI, </a:t>
          </a:r>
          <a:r>
            <a:rPr kumimoji="1" lang="en-US" sz="800" kern="1200" dirty="0" err="1"/>
            <a:t>LegalSimilarity</a:t>
          </a:r>
          <a:r>
            <a:rPr kumimoji="1" lang="en-US" sz="800" kern="1200" dirty="0"/>
            <a:t>, </a:t>
          </a:r>
          <a:r>
            <a:rPr kumimoji="1" lang="en-US" sz="800" kern="1200" dirty="0" err="1"/>
            <a:t>EvidenceQuality</a:t>
          </a:r>
          <a:r>
            <a:rPr kumimoji="1" lang="en-US" sz="800" kern="1200" dirty="0"/>
            <a:t>)</a:t>
          </a:r>
          <a:r>
            <a:rPr kumimoji="1" lang="ja-JP" sz="800" kern="1200"/>
            <a:t>）</a:t>
          </a:r>
          <a:endParaRPr lang="ja-JP" sz="800" kern="1200"/>
        </a:p>
      </dsp:txBody>
      <dsp:txXfrm>
        <a:off x="2323700" y="53762"/>
        <a:ext cx="8484207" cy="1040091"/>
      </dsp:txXfrm>
    </dsp:sp>
    <dsp:sp modelId="{75B05F68-1A32-BF4A-BDFB-999AE3626586}">
      <dsp:nvSpPr>
        <dsp:cNvPr id="0" name=""/>
        <dsp:cNvSpPr/>
      </dsp:nvSpPr>
      <dsp:spPr>
        <a:xfrm>
          <a:off x="2161581" y="1093853"/>
          <a:ext cx="8646326"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076517E-6D1A-9E4B-B6F4-14213EE621EA}">
      <dsp:nvSpPr>
        <dsp:cNvPr id="0" name=""/>
        <dsp:cNvSpPr/>
      </dsp:nvSpPr>
      <dsp:spPr>
        <a:xfrm>
          <a:off x="0" y="1146976"/>
          <a:ext cx="1080790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57D3D5-9D33-6147-A5DF-8E97BFED20B8}">
      <dsp:nvSpPr>
        <dsp:cNvPr id="0" name=""/>
        <dsp:cNvSpPr/>
      </dsp:nvSpPr>
      <dsp:spPr>
        <a:xfrm>
          <a:off x="0" y="1146976"/>
          <a:ext cx="2161581" cy="1145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1" lang="ja-JP" altLang="en-US" sz="2000" b="1" kern="1200"/>
            <a:t>技術的困難</a:t>
          </a:r>
          <a:endParaRPr lang="ja-JP" altLang="en-US" sz="2000" kern="1200"/>
        </a:p>
      </dsp:txBody>
      <dsp:txXfrm>
        <a:off x="0" y="1146976"/>
        <a:ext cx="2161581" cy="1145218"/>
      </dsp:txXfrm>
    </dsp:sp>
    <dsp:sp modelId="{BB61D6B9-8E20-0A46-8A46-9307E5153FA7}">
      <dsp:nvSpPr>
        <dsp:cNvPr id="0" name=""/>
        <dsp:cNvSpPr/>
      </dsp:nvSpPr>
      <dsp:spPr>
        <a:xfrm>
          <a:off x="2323700" y="1164870"/>
          <a:ext cx="8484207" cy="357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ja-JP" sz="800" kern="1200"/>
            <a:t>法律文書の長文・専門語彙を高精度に </a:t>
          </a:r>
          <a:r>
            <a:rPr kumimoji="1" lang="en-US" sz="800" kern="1200" dirty="0"/>
            <a:t>embedding </a:t>
          </a:r>
          <a:r>
            <a:rPr kumimoji="1" lang="ja-JP" sz="800" kern="1200"/>
            <a:t>化する必要がある（判例の要旨抽出がボトルネック）</a:t>
          </a:r>
          <a:endParaRPr lang="ja-JP" sz="800" kern="1200"/>
        </a:p>
      </dsp:txBody>
      <dsp:txXfrm>
        <a:off x="2323700" y="1164870"/>
        <a:ext cx="8484207" cy="357880"/>
      </dsp:txXfrm>
    </dsp:sp>
    <dsp:sp modelId="{6B835B08-520B-5143-80E2-2625EFD667AD}">
      <dsp:nvSpPr>
        <dsp:cNvPr id="0" name=""/>
        <dsp:cNvSpPr/>
      </dsp:nvSpPr>
      <dsp:spPr>
        <a:xfrm>
          <a:off x="2161581" y="1522751"/>
          <a:ext cx="8646326"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5073FE-AC57-1740-A0BD-8D3182045AC8}">
      <dsp:nvSpPr>
        <dsp:cNvPr id="0" name=""/>
        <dsp:cNvSpPr/>
      </dsp:nvSpPr>
      <dsp:spPr>
        <a:xfrm>
          <a:off x="2323700" y="1540645"/>
          <a:ext cx="8484207" cy="357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en-US" sz="800" kern="1200" dirty="0"/>
            <a:t>HSI </a:t>
          </a:r>
          <a:r>
            <a:rPr kumimoji="1" lang="ja-JP" sz="800" kern="1200"/>
            <a:t>と判例類似性を統合する非線形モデル（</a:t>
          </a:r>
          <a:r>
            <a:rPr kumimoji="1" lang="en-US" sz="800" kern="1200" dirty="0"/>
            <a:t>g</a:t>
          </a:r>
          <a:r>
            <a:rPr kumimoji="1" lang="ja-JP" sz="800" kern="1200"/>
            <a:t>）を設計・検証する科学的基盤が必要</a:t>
          </a:r>
          <a:endParaRPr lang="ja-JP" sz="800" kern="1200"/>
        </a:p>
      </dsp:txBody>
      <dsp:txXfrm>
        <a:off x="2323700" y="1540645"/>
        <a:ext cx="8484207" cy="357880"/>
      </dsp:txXfrm>
    </dsp:sp>
    <dsp:sp modelId="{AFBE8E5D-101C-9949-B41E-BAF5A6BA445B}">
      <dsp:nvSpPr>
        <dsp:cNvPr id="0" name=""/>
        <dsp:cNvSpPr/>
      </dsp:nvSpPr>
      <dsp:spPr>
        <a:xfrm>
          <a:off x="2161581" y="1898525"/>
          <a:ext cx="8646326"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6ED14E3-A473-A742-BE17-EF11A83D8293}">
      <dsp:nvSpPr>
        <dsp:cNvPr id="0" name=""/>
        <dsp:cNvSpPr/>
      </dsp:nvSpPr>
      <dsp:spPr>
        <a:xfrm>
          <a:off x="2323700" y="1916419"/>
          <a:ext cx="8484207" cy="357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ja-JP" sz="800" kern="1200"/>
            <a:t>証拠品質（</a:t>
          </a:r>
          <a:r>
            <a:rPr kumimoji="1" lang="en-US" sz="800" kern="1200" dirty="0" err="1"/>
            <a:t>ProofQuality</a:t>
          </a:r>
          <a:r>
            <a:rPr kumimoji="1" lang="ja-JP" sz="800" kern="1200"/>
            <a:t>）は録音</a:t>
          </a:r>
          <a:r>
            <a:rPr kumimoji="1" lang="en-US" sz="800" kern="1200" dirty="0"/>
            <a:t>/</a:t>
          </a:r>
          <a:r>
            <a:rPr kumimoji="1" lang="ja-JP" sz="800" kern="1200"/>
            <a:t>ログのメタ情報（継続性・音質・一貫性）に依存し測定が難しい</a:t>
          </a:r>
          <a:endParaRPr lang="ja-JP" sz="800" kern="1200"/>
        </a:p>
      </dsp:txBody>
      <dsp:txXfrm>
        <a:off x="2323700" y="1916419"/>
        <a:ext cx="8484207" cy="357880"/>
      </dsp:txXfrm>
    </dsp:sp>
    <dsp:sp modelId="{0A58D43D-874F-704D-929F-4CE39FC3B39F}">
      <dsp:nvSpPr>
        <dsp:cNvPr id="0" name=""/>
        <dsp:cNvSpPr/>
      </dsp:nvSpPr>
      <dsp:spPr>
        <a:xfrm>
          <a:off x="2161581" y="2274300"/>
          <a:ext cx="8646326"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122B3D-4E42-B84A-BC9F-9C21E185A40C}">
      <dsp:nvSpPr>
        <dsp:cNvPr id="0" name=""/>
        <dsp:cNvSpPr/>
      </dsp:nvSpPr>
      <dsp:spPr>
        <a:xfrm>
          <a:off x="0" y="2292194"/>
          <a:ext cx="1080790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84F5B3-2814-C44A-B262-F4840877A103}">
      <dsp:nvSpPr>
        <dsp:cNvPr id="0" name=""/>
        <dsp:cNvSpPr/>
      </dsp:nvSpPr>
      <dsp:spPr>
        <a:xfrm>
          <a:off x="0" y="2292194"/>
          <a:ext cx="2159470" cy="1676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1" lang="ja-JP" altLang="en-US" sz="2000" b="1" kern="1200"/>
            <a:t>克服方法</a:t>
          </a:r>
          <a:endParaRPr kumimoji="1" lang="en-US" altLang="ja-JP" sz="2000" b="1" kern="1200" dirty="0"/>
        </a:p>
        <a:p>
          <a:pPr marL="0" lvl="0" indent="0" algn="l" defTabSz="889000">
            <a:lnSpc>
              <a:spcPct val="90000"/>
            </a:lnSpc>
            <a:spcBef>
              <a:spcPct val="0"/>
            </a:spcBef>
            <a:spcAft>
              <a:spcPct val="35000"/>
            </a:spcAft>
            <a:buNone/>
          </a:pPr>
          <a:r>
            <a:rPr kumimoji="1" lang="ja-JP" altLang="en-US" sz="2000" b="1" kern="1200"/>
            <a:t>（工夫）</a:t>
          </a:r>
          <a:endParaRPr lang="ja-JP" altLang="en-US" sz="2000" kern="1200"/>
        </a:p>
      </dsp:txBody>
      <dsp:txXfrm>
        <a:off x="0" y="2292194"/>
        <a:ext cx="2159470" cy="1676222"/>
      </dsp:txXfrm>
    </dsp:sp>
    <dsp:sp modelId="{EC7C1DA2-9765-AD45-9712-88A7B08EE0DA}">
      <dsp:nvSpPr>
        <dsp:cNvPr id="0" name=""/>
        <dsp:cNvSpPr/>
      </dsp:nvSpPr>
      <dsp:spPr>
        <a:xfrm>
          <a:off x="2321430" y="2302987"/>
          <a:ext cx="8475922" cy="2158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ja-JP" sz="800" kern="1200"/>
            <a:t>判例は </a:t>
          </a:r>
          <a:r>
            <a:rPr kumimoji="1" lang="en-US" sz="800" kern="1200" dirty="0"/>
            <a:t>Legal-BERT</a:t>
          </a:r>
          <a:r>
            <a:rPr kumimoji="1" lang="ja-JP" sz="800" kern="1200"/>
            <a:t>系で事案要旨・認定事実・結論を分節し </a:t>
          </a:r>
          <a:r>
            <a:rPr kumimoji="1" lang="en-US" sz="800" kern="1200" dirty="0"/>
            <a:t>embedding</a:t>
          </a:r>
          <a:r>
            <a:rPr kumimoji="1" lang="ja-JP" sz="800" kern="1200"/>
            <a:t>（</a:t>
          </a:r>
          <a:r>
            <a:rPr kumimoji="1" lang="en-US" sz="800" kern="1200" dirty="0"/>
            <a:t>Sentence-BERT, </a:t>
          </a:r>
          <a:r>
            <a:rPr kumimoji="1" lang="en-US" sz="800" kern="1200" dirty="0" err="1"/>
            <a:t>LegalBERT</a:t>
          </a:r>
          <a:r>
            <a:rPr kumimoji="1" lang="ja-JP" sz="800" kern="1200"/>
            <a:t>） → </a:t>
          </a:r>
          <a:r>
            <a:rPr kumimoji="1" lang="en-US" sz="800" kern="1200" dirty="0" err="1"/>
            <a:t>Faiss</a:t>
          </a:r>
          <a:r>
            <a:rPr kumimoji="1" lang="en-US" sz="800" kern="1200" dirty="0"/>
            <a:t>/Milvus </a:t>
          </a:r>
          <a:r>
            <a:rPr kumimoji="1" lang="ja-JP" sz="800" kern="1200"/>
            <a:t>で高速検索</a:t>
          </a:r>
          <a:endParaRPr lang="ja-JP" sz="800" kern="1200"/>
        </a:p>
      </dsp:txBody>
      <dsp:txXfrm>
        <a:off x="2321430" y="2302987"/>
        <a:ext cx="8475922" cy="215846"/>
      </dsp:txXfrm>
    </dsp:sp>
    <dsp:sp modelId="{4F3C82EB-9BAE-4A4B-9302-BFAB1771EA33}">
      <dsp:nvSpPr>
        <dsp:cNvPr id="0" name=""/>
        <dsp:cNvSpPr/>
      </dsp:nvSpPr>
      <dsp:spPr>
        <a:xfrm>
          <a:off x="2159470" y="2518833"/>
          <a:ext cx="863788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CC714B6-3891-204C-91EC-7A5F7A09B369}">
      <dsp:nvSpPr>
        <dsp:cNvPr id="0" name=""/>
        <dsp:cNvSpPr/>
      </dsp:nvSpPr>
      <dsp:spPr>
        <a:xfrm>
          <a:off x="2321430" y="2529626"/>
          <a:ext cx="8475922" cy="2158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en-US" sz="800" kern="1200" dirty="0" err="1"/>
            <a:t>WeightedSimilarity</a:t>
          </a:r>
          <a:r>
            <a:rPr kumimoji="1" lang="en-US" sz="800" kern="1200" dirty="0"/>
            <a:t> = cosine(</a:t>
          </a:r>
          <a:r>
            <a:rPr kumimoji="1" lang="en-US" sz="800" kern="1200" dirty="0" err="1"/>
            <a:t>HSI_vector</a:t>
          </a:r>
          <a:r>
            <a:rPr kumimoji="1" lang="en-US" sz="800" kern="1200" dirty="0"/>
            <a:t>, </a:t>
          </a:r>
          <a:r>
            <a:rPr kumimoji="1" lang="en-US" sz="800" kern="1200" dirty="0" err="1"/>
            <a:t>Case_vector</a:t>
          </a:r>
          <a:r>
            <a:rPr kumimoji="1" lang="en-US" sz="800" kern="1200" dirty="0"/>
            <a:t>) × (HSI/100) </a:t>
          </a:r>
          <a:r>
            <a:rPr kumimoji="1" lang="ja-JP" sz="800" kern="1200"/>
            <a:t>のような重み付けにより </a:t>
          </a:r>
          <a:r>
            <a:rPr kumimoji="1" lang="en-US" sz="800" kern="1200" dirty="0"/>
            <a:t>HSI </a:t>
          </a:r>
          <a:r>
            <a:rPr kumimoji="1" lang="ja-JP" sz="800" kern="1200"/>
            <a:t>を検索優先度に反映</a:t>
          </a:r>
          <a:endParaRPr lang="ja-JP" sz="800" kern="1200"/>
        </a:p>
      </dsp:txBody>
      <dsp:txXfrm>
        <a:off x="2321430" y="2529626"/>
        <a:ext cx="8475922" cy="215846"/>
      </dsp:txXfrm>
    </dsp:sp>
    <dsp:sp modelId="{8843E43E-FC0F-6346-88EE-B621A1C10674}">
      <dsp:nvSpPr>
        <dsp:cNvPr id="0" name=""/>
        <dsp:cNvSpPr/>
      </dsp:nvSpPr>
      <dsp:spPr>
        <a:xfrm>
          <a:off x="2159470" y="2745473"/>
          <a:ext cx="863788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4DDEFD7-57E0-B547-8BD6-FE75CAF1CD5D}">
      <dsp:nvSpPr>
        <dsp:cNvPr id="0" name=""/>
        <dsp:cNvSpPr/>
      </dsp:nvSpPr>
      <dsp:spPr>
        <a:xfrm>
          <a:off x="2321430" y="2756265"/>
          <a:ext cx="8475922" cy="2158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en-US" sz="800" kern="1200" dirty="0" err="1"/>
            <a:t>EvidenceScore</a:t>
          </a:r>
          <a:r>
            <a:rPr kumimoji="1" lang="en-US" sz="800" kern="1200" dirty="0"/>
            <a:t> </a:t>
          </a:r>
          <a:r>
            <a:rPr kumimoji="1" lang="ja-JP" sz="800" kern="1200"/>
            <a:t>を数式化：</a:t>
          </a:r>
          <a:br>
            <a:rPr kumimoji="1" lang="ja-JP" sz="800" kern="1200"/>
          </a:br>
          <a:r>
            <a:rPr kumimoji="1" lang="en-US" sz="800" kern="1200" dirty="0" err="1"/>
            <a:t>EvidenceScore</a:t>
          </a:r>
          <a:r>
            <a:rPr kumimoji="1" lang="en-US" sz="800" kern="1200" dirty="0"/>
            <a:t> = </a:t>
          </a:r>
          <a:r>
            <a:rPr kumimoji="1" lang="el-GR" sz="800" kern="1200" dirty="0"/>
            <a:t>α*(</a:t>
          </a:r>
          <a:r>
            <a:rPr kumimoji="1" lang="en-US" sz="800" kern="1200" dirty="0"/>
            <a:t>HSI/100) + </a:t>
          </a:r>
          <a:r>
            <a:rPr kumimoji="1" lang="el-GR" sz="800" kern="1200" dirty="0"/>
            <a:t>β*</a:t>
          </a:r>
          <a:r>
            <a:rPr kumimoji="1" lang="en-US" sz="800" kern="1200" dirty="0" err="1"/>
            <a:t>LegalSimilarity</a:t>
          </a:r>
          <a:r>
            <a:rPr kumimoji="1" lang="en-US" sz="800" kern="1200" dirty="0"/>
            <a:t> + </a:t>
          </a:r>
          <a:r>
            <a:rPr kumimoji="1" lang="el-GR" sz="800" kern="1200" dirty="0"/>
            <a:t>γ*</a:t>
          </a:r>
          <a:r>
            <a:rPr kumimoji="1" lang="en-US" sz="800" kern="1200" dirty="0" err="1"/>
            <a:t>ProofQuality</a:t>
          </a:r>
          <a:br>
            <a:rPr kumimoji="1" lang="en-US" sz="800" kern="1200" dirty="0"/>
          </a:br>
          <a:r>
            <a:rPr kumimoji="1" lang="en-US" sz="800" kern="1200" dirty="0"/>
            <a:t>→ </a:t>
          </a:r>
          <a:r>
            <a:rPr kumimoji="1" lang="el-GR" sz="800" kern="1200" dirty="0" err="1"/>
            <a:t>α,β,γ</a:t>
          </a:r>
          <a:r>
            <a:rPr kumimoji="1" lang="el-GR" sz="800" kern="1200" dirty="0"/>
            <a:t> </a:t>
          </a:r>
          <a:r>
            <a:rPr kumimoji="1" lang="ja-JP" sz="800" kern="1200"/>
            <a:t>は専門家評価で学習 </a:t>
          </a:r>
          <a:r>
            <a:rPr kumimoji="1" lang="en-US" sz="800" kern="1200" dirty="0"/>
            <a:t>or </a:t>
          </a:r>
          <a:r>
            <a:rPr kumimoji="1" lang="ja-JP" sz="800" kern="1200"/>
            <a:t>人間評価で最適化</a:t>
          </a:r>
          <a:endParaRPr lang="ja-JP" sz="800" kern="1200"/>
        </a:p>
      </dsp:txBody>
      <dsp:txXfrm>
        <a:off x="2321430" y="2756265"/>
        <a:ext cx="8475922" cy="215846"/>
      </dsp:txXfrm>
    </dsp:sp>
    <dsp:sp modelId="{ACC4BF65-EF20-5A4B-80BD-D6560195BA41}">
      <dsp:nvSpPr>
        <dsp:cNvPr id="0" name=""/>
        <dsp:cNvSpPr/>
      </dsp:nvSpPr>
      <dsp:spPr>
        <a:xfrm>
          <a:off x="2116454" y="3293118"/>
          <a:ext cx="863788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CFCDE53-651C-2E49-94A3-E12878D0F940}">
      <dsp:nvSpPr>
        <dsp:cNvPr id="0" name=""/>
        <dsp:cNvSpPr/>
      </dsp:nvSpPr>
      <dsp:spPr>
        <a:xfrm>
          <a:off x="2331985" y="3411142"/>
          <a:ext cx="8475922" cy="2158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en-US" sz="800" kern="1200" dirty="0"/>
            <a:t>HSIE </a:t>
          </a:r>
          <a:r>
            <a:rPr kumimoji="1" lang="ja-JP" sz="800" kern="1200"/>
            <a:t>は </a:t>
          </a:r>
          <a:r>
            <a:rPr kumimoji="1" lang="en-US" sz="800" kern="1200" dirty="0"/>
            <a:t>g() </a:t>
          </a:r>
          <a:r>
            <a:rPr kumimoji="1" lang="ja-JP" sz="800" kern="1200"/>
            <a:t>をベイズ的・階層的モデルで定義（不確かさを定量化）し、</a:t>
          </a:r>
          <a:r>
            <a:rPr kumimoji="1" lang="en-US" sz="800" kern="1200" dirty="0"/>
            <a:t>HSIE</a:t>
          </a:r>
          <a:r>
            <a:rPr kumimoji="1" lang="ja-JP" sz="800" kern="1200"/>
            <a:t>の信頼区間を出力（例：</a:t>
          </a:r>
          <a:r>
            <a:rPr kumimoji="1" lang="en-US" sz="800" kern="1200" dirty="0"/>
            <a:t>HSIE=72 ± 8</a:t>
          </a:r>
          <a:r>
            <a:rPr kumimoji="1" lang="ja-JP" sz="700" kern="1200"/>
            <a:t>）</a:t>
          </a:r>
          <a:endParaRPr lang="ja-JP" sz="700" kern="1200"/>
        </a:p>
      </dsp:txBody>
      <dsp:txXfrm>
        <a:off x="2331985" y="3411142"/>
        <a:ext cx="8475922" cy="215846"/>
      </dsp:txXfrm>
    </dsp:sp>
    <dsp:sp modelId="{6F64A3EC-0D65-4D41-A355-C1858FE67C63}">
      <dsp:nvSpPr>
        <dsp:cNvPr id="0" name=""/>
        <dsp:cNvSpPr/>
      </dsp:nvSpPr>
      <dsp:spPr>
        <a:xfrm>
          <a:off x="2121377" y="3630551"/>
          <a:ext cx="863788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0396C3-8B10-3B4B-A4DC-47E1B9422C6D}">
      <dsp:nvSpPr>
        <dsp:cNvPr id="0" name=""/>
        <dsp:cNvSpPr/>
      </dsp:nvSpPr>
      <dsp:spPr>
        <a:xfrm>
          <a:off x="2331985" y="3704843"/>
          <a:ext cx="8475922" cy="2158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en-US" sz="800" kern="1200" dirty="0" err="1"/>
            <a:t>ProofQuality</a:t>
          </a:r>
          <a:r>
            <a:rPr kumimoji="1" lang="en-US" sz="800" kern="1200" dirty="0"/>
            <a:t> </a:t>
          </a:r>
          <a:r>
            <a:rPr kumimoji="1" lang="ja-JP" sz="800" kern="1200"/>
            <a:t>は録音</a:t>
          </a:r>
          <a:r>
            <a:rPr kumimoji="1" lang="en-US" sz="800" kern="1200" dirty="0"/>
            <a:t>SNR</a:t>
          </a:r>
          <a:r>
            <a:rPr kumimoji="1" lang="ja-JP" sz="800" kern="1200"/>
            <a:t>、継続性スコア、複数証言の一致度等を合成して定量化</a:t>
          </a:r>
          <a:endParaRPr lang="ja-JP" sz="800" kern="1200"/>
        </a:p>
      </dsp:txBody>
      <dsp:txXfrm>
        <a:off x="2331985" y="3704843"/>
        <a:ext cx="8475922" cy="215846"/>
      </dsp:txXfrm>
    </dsp:sp>
    <dsp:sp modelId="{74C2453E-F0DF-5B4D-847E-E11201D25B8D}">
      <dsp:nvSpPr>
        <dsp:cNvPr id="0" name=""/>
        <dsp:cNvSpPr/>
      </dsp:nvSpPr>
      <dsp:spPr>
        <a:xfrm>
          <a:off x="2083284" y="3933390"/>
          <a:ext cx="863788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92BB21B-1837-A64B-B472-DCA6702EE3AD}">
      <dsp:nvSpPr>
        <dsp:cNvPr id="0" name=""/>
        <dsp:cNvSpPr/>
      </dsp:nvSpPr>
      <dsp:spPr>
        <a:xfrm>
          <a:off x="0" y="3968416"/>
          <a:ext cx="1080790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F72B73-93C3-E246-AB39-748535954D7B}">
      <dsp:nvSpPr>
        <dsp:cNvPr id="0" name=""/>
        <dsp:cNvSpPr/>
      </dsp:nvSpPr>
      <dsp:spPr>
        <a:xfrm>
          <a:off x="0" y="3968416"/>
          <a:ext cx="2161581" cy="1145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1" lang="ja-JP" sz="2000" b="1" kern="1200"/>
            <a:t>期待成果 </a:t>
          </a:r>
          <a:r>
            <a:rPr kumimoji="1" lang="en-US" sz="2000" b="1" kern="1200" dirty="0"/>
            <a:t>&amp; </a:t>
          </a:r>
          <a:r>
            <a:rPr kumimoji="1" lang="ja-JP" sz="2000" b="1" kern="1200"/>
            <a:t>評価指標</a:t>
          </a:r>
          <a:endParaRPr lang="ja-JP" sz="2000" kern="1200"/>
        </a:p>
      </dsp:txBody>
      <dsp:txXfrm>
        <a:off x="0" y="3968416"/>
        <a:ext cx="2161581" cy="1145218"/>
      </dsp:txXfrm>
    </dsp:sp>
    <dsp:sp modelId="{754ED5B8-DC2C-F245-962A-0838C8A284E2}">
      <dsp:nvSpPr>
        <dsp:cNvPr id="0" name=""/>
        <dsp:cNvSpPr/>
      </dsp:nvSpPr>
      <dsp:spPr>
        <a:xfrm>
          <a:off x="2323700" y="3981879"/>
          <a:ext cx="8484207" cy="26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ja-JP" sz="800" kern="1200"/>
            <a:t>判例</a:t>
          </a:r>
          <a:r>
            <a:rPr kumimoji="1" lang="en-US" sz="800" kern="1200" dirty="0"/>
            <a:t>Top-5</a:t>
          </a:r>
          <a:r>
            <a:rPr kumimoji="1" lang="ja-JP" sz="800" kern="1200"/>
            <a:t>の関連性（専門家評価）</a:t>
          </a:r>
          <a:r>
            <a:rPr kumimoji="1" lang="en-US" sz="800" kern="1200" dirty="0"/>
            <a:t>Top-5 accuracy ≥ 0.7</a:t>
          </a:r>
          <a:endParaRPr lang="ja-JP" sz="800" kern="1200"/>
        </a:p>
      </dsp:txBody>
      <dsp:txXfrm>
        <a:off x="2323700" y="3981879"/>
        <a:ext cx="8484207" cy="269249"/>
      </dsp:txXfrm>
    </dsp:sp>
    <dsp:sp modelId="{144A3BC9-AA7B-8B4C-9486-476380344A3D}">
      <dsp:nvSpPr>
        <dsp:cNvPr id="0" name=""/>
        <dsp:cNvSpPr/>
      </dsp:nvSpPr>
      <dsp:spPr>
        <a:xfrm>
          <a:off x="2161581" y="4251128"/>
          <a:ext cx="8646326"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9907403-135B-8D4D-8CED-986119D9DA64}">
      <dsp:nvSpPr>
        <dsp:cNvPr id="0" name=""/>
        <dsp:cNvSpPr/>
      </dsp:nvSpPr>
      <dsp:spPr>
        <a:xfrm>
          <a:off x="2323700" y="4264591"/>
          <a:ext cx="8484207" cy="26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en-US" sz="800" kern="1200" dirty="0" err="1"/>
            <a:t>EvidenceScore</a:t>
          </a:r>
          <a:r>
            <a:rPr kumimoji="1" lang="en-US" sz="800" kern="1200" dirty="0"/>
            <a:t> </a:t>
          </a:r>
          <a:r>
            <a:rPr kumimoji="1" lang="ja-JP" sz="800" kern="1200"/>
            <a:t>と法律家判断の相関（</a:t>
          </a:r>
          <a:r>
            <a:rPr kumimoji="1" lang="en-US" sz="800" kern="1200" dirty="0"/>
            <a:t>Spearman </a:t>
          </a:r>
          <a:r>
            <a:rPr kumimoji="1" lang="el-GR" sz="800" kern="1200" dirty="0"/>
            <a:t>ρ</a:t>
          </a:r>
          <a:r>
            <a:rPr kumimoji="1" lang="ja-JP" sz="800" kern="1200"/>
            <a:t>） ≥ </a:t>
          </a:r>
          <a:r>
            <a:rPr kumimoji="1" lang="el-GR" sz="800" kern="1200" dirty="0"/>
            <a:t>0.7</a:t>
          </a:r>
          <a:endParaRPr lang="ja-JP" sz="800" kern="1200"/>
        </a:p>
      </dsp:txBody>
      <dsp:txXfrm>
        <a:off x="2323700" y="4264591"/>
        <a:ext cx="8484207" cy="269249"/>
      </dsp:txXfrm>
    </dsp:sp>
    <dsp:sp modelId="{238B2CB2-5A85-1446-BA70-8617065BF4B1}">
      <dsp:nvSpPr>
        <dsp:cNvPr id="0" name=""/>
        <dsp:cNvSpPr/>
      </dsp:nvSpPr>
      <dsp:spPr>
        <a:xfrm>
          <a:off x="2161581" y="4533840"/>
          <a:ext cx="8646326"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40B2B33-A242-C948-A521-40501D9E93B7}">
      <dsp:nvSpPr>
        <dsp:cNvPr id="0" name=""/>
        <dsp:cNvSpPr/>
      </dsp:nvSpPr>
      <dsp:spPr>
        <a:xfrm>
          <a:off x="2323700" y="4547303"/>
          <a:ext cx="8484207" cy="26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en-US" sz="800" kern="1200" dirty="0"/>
            <a:t>HSIE</a:t>
          </a:r>
          <a:r>
            <a:rPr kumimoji="1" lang="ja-JP" sz="800" kern="1200"/>
            <a:t>（最終出力）と弁護士の「訴訟可能性」判定の一致度（</a:t>
          </a:r>
          <a:r>
            <a:rPr kumimoji="1" lang="en-US" sz="800" kern="1200" dirty="0"/>
            <a:t>Cohen’s </a:t>
          </a:r>
          <a:r>
            <a:rPr kumimoji="1" lang="el-GR" sz="800" kern="1200" dirty="0"/>
            <a:t>κ</a:t>
          </a:r>
          <a:r>
            <a:rPr kumimoji="1" lang="ja-JP" sz="800" kern="1200"/>
            <a:t>） ≥ </a:t>
          </a:r>
          <a:r>
            <a:rPr kumimoji="1" lang="el-GR" sz="800" kern="1200" dirty="0"/>
            <a:t>0.6</a:t>
          </a:r>
          <a:endParaRPr lang="ja-JP" sz="800" kern="1200"/>
        </a:p>
      </dsp:txBody>
      <dsp:txXfrm>
        <a:off x="2323700" y="4547303"/>
        <a:ext cx="8484207" cy="269249"/>
      </dsp:txXfrm>
    </dsp:sp>
    <dsp:sp modelId="{1FD529A4-1523-1A43-B7D7-08B7565B83EA}">
      <dsp:nvSpPr>
        <dsp:cNvPr id="0" name=""/>
        <dsp:cNvSpPr/>
      </dsp:nvSpPr>
      <dsp:spPr>
        <a:xfrm>
          <a:off x="2161581" y="4816552"/>
          <a:ext cx="8646326"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EEBEC7C-EFA4-5F44-BA33-3E04F713B6D6}">
      <dsp:nvSpPr>
        <dsp:cNvPr id="0" name=""/>
        <dsp:cNvSpPr/>
      </dsp:nvSpPr>
      <dsp:spPr>
        <a:xfrm>
          <a:off x="2323700" y="4830014"/>
          <a:ext cx="8484207" cy="26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kumimoji="1" lang="ja-JP" sz="800" kern="1200"/>
            <a:t>システム全体（録音→</a:t>
          </a:r>
          <a:r>
            <a:rPr kumimoji="1" lang="en-US" sz="800" kern="1200" dirty="0"/>
            <a:t>HSIE</a:t>
          </a:r>
          <a:r>
            <a:rPr kumimoji="1" lang="ja-JP" sz="800" kern="1200"/>
            <a:t>）での稼働</a:t>
          </a:r>
          <a:r>
            <a:rPr kumimoji="1" lang="en-US" sz="800" kern="1200" dirty="0"/>
            <a:t>PoC</a:t>
          </a:r>
          <a:r>
            <a:rPr kumimoji="1" lang="ja-JP" sz="800" kern="1200"/>
            <a:t>を </a:t>
          </a:r>
          <a:r>
            <a:rPr kumimoji="1" lang="en-US" sz="800" kern="1200" dirty="0"/>
            <a:t>12</a:t>
          </a:r>
          <a:r>
            <a:rPr kumimoji="1" lang="ja-JP" sz="800" kern="1200"/>
            <a:t>ヶ月以内に実装（</a:t>
          </a:r>
          <a:r>
            <a:rPr kumimoji="1" lang="en-US" sz="800" kern="1200" dirty="0"/>
            <a:t>Phase4</a:t>
          </a:r>
          <a:r>
            <a:rPr kumimoji="1" lang="ja-JP" sz="800" kern="1200"/>
            <a:t>）</a:t>
          </a:r>
          <a:endParaRPr lang="ja-JP" sz="800" kern="1200"/>
        </a:p>
      </dsp:txBody>
      <dsp:txXfrm>
        <a:off x="2323700" y="4830014"/>
        <a:ext cx="8484207" cy="269249"/>
      </dsp:txXfrm>
    </dsp:sp>
    <dsp:sp modelId="{A2A87D3D-85E6-F246-975E-9BD3E61F8924}">
      <dsp:nvSpPr>
        <dsp:cNvPr id="0" name=""/>
        <dsp:cNvSpPr/>
      </dsp:nvSpPr>
      <dsp:spPr>
        <a:xfrm>
          <a:off x="2161581" y="5099264"/>
          <a:ext cx="8646326"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B193A0-2EB6-D24D-90D8-4EC93FC282E6}">
      <dsp:nvSpPr>
        <dsp:cNvPr id="0" name=""/>
        <dsp:cNvSpPr/>
      </dsp:nvSpPr>
      <dsp:spPr>
        <a:xfrm>
          <a:off x="0" y="552"/>
          <a:ext cx="74843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F2E487-2D1C-BD4B-9D83-74268790F932}">
      <dsp:nvSpPr>
        <dsp:cNvPr id="0" name=""/>
        <dsp:cNvSpPr/>
      </dsp:nvSpPr>
      <dsp:spPr>
        <a:xfrm>
          <a:off x="0" y="552"/>
          <a:ext cx="1496878" cy="90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en-US" altLang="ja-JP" sz="900" b="1" kern="1200" dirty="0"/>
            <a:t>1</a:t>
          </a:r>
          <a:r>
            <a:rPr kumimoji="1" lang="ja-JP" sz="900" b="1" kern="1200"/>
            <a:t> 音声攻撃性研究（</a:t>
          </a:r>
          <a:r>
            <a:rPr kumimoji="1" lang="en-US" sz="900" b="1" kern="1200" dirty="0"/>
            <a:t>Acoustic Aggression</a:t>
          </a:r>
          <a:r>
            <a:rPr kumimoji="1" lang="ja-JP" sz="900" b="1" kern="1200"/>
            <a:t>） </a:t>
          </a:r>
          <a:endParaRPr kumimoji="1" lang="en-US" altLang="ja-JP" sz="900" b="1" kern="1200" dirty="0"/>
        </a:p>
        <a:p>
          <a:pPr marL="0" lvl="0" indent="0" algn="l" defTabSz="400050">
            <a:lnSpc>
              <a:spcPct val="90000"/>
            </a:lnSpc>
            <a:spcBef>
              <a:spcPct val="0"/>
            </a:spcBef>
            <a:spcAft>
              <a:spcPct val="35000"/>
            </a:spcAft>
            <a:buNone/>
          </a:pPr>
          <a:r>
            <a:rPr kumimoji="1" lang="ja-JP" sz="900" b="1" kern="1200"/>
            <a:t>→ 過去研究</a:t>
          </a:r>
          <a:r>
            <a:rPr kumimoji="1" lang="ja-JP" altLang="en-US" sz="900" b="1" kern="1200"/>
            <a:t>比較</a:t>
          </a:r>
          <a:endParaRPr lang="ja-JP" sz="900" kern="1200"/>
        </a:p>
      </dsp:txBody>
      <dsp:txXfrm>
        <a:off x="0" y="552"/>
        <a:ext cx="1496878" cy="905155"/>
      </dsp:txXfrm>
    </dsp:sp>
    <dsp:sp modelId="{56AE447A-1256-9F48-8758-E3A2CC8D1E49}">
      <dsp:nvSpPr>
        <dsp:cNvPr id="0" name=""/>
        <dsp:cNvSpPr/>
      </dsp:nvSpPr>
      <dsp:spPr>
        <a:xfrm>
          <a:off x="1609143" y="14695"/>
          <a:ext cx="5875246" cy="282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kumimoji="1" lang="ja-JP" sz="1000" kern="1200"/>
            <a:t>怒り検知の研究（</a:t>
          </a:r>
          <a:r>
            <a:rPr kumimoji="1" lang="en-US" sz="1000" kern="1200" dirty="0"/>
            <a:t>Emotion Recognition</a:t>
          </a:r>
          <a:r>
            <a:rPr kumimoji="1" lang="ja-JP" sz="1000" kern="1200"/>
            <a:t>）は存在</a:t>
          </a:r>
          <a:endParaRPr lang="ja-JP" sz="1000" kern="1200"/>
        </a:p>
      </dsp:txBody>
      <dsp:txXfrm>
        <a:off x="1609143" y="14695"/>
        <a:ext cx="5875246" cy="282861"/>
      </dsp:txXfrm>
    </dsp:sp>
    <dsp:sp modelId="{ABA29994-82C6-224C-8CC9-3D3A9D3ACE4F}">
      <dsp:nvSpPr>
        <dsp:cNvPr id="0" name=""/>
        <dsp:cNvSpPr/>
      </dsp:nvSpPr>
      <dsp:spPr>
        <a:xfrm>
          <a:off x="1496877" y="297556"/>
          <a:ext cx="598751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9A8FAAA-7F15-DC48-A811-23B560253DD2}">
      <dsp:nvSpPr>
        <dsp:cNvPr id="0" name=""/>
        <dsp:cNvSpPr/>
      </dsp:nvSpPr>
      <dsp:spPr>
        <a:xfrm>
          <a:off x="1609143" y="311699"/>
          <a:ext cx="5875246" cy="282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kumimoji="1" lang="ja-JP" sz="1000" kern="1200"/>
            <a:t>しかし </a:t>
          </a:r>
          <a:r>
            <a:rPr kumimoji="1" lang="ja-JP" sz="1000" i="0" kern="1200"/>
            <a:t>「威圧・支配・攻撃性」を音響特性でモデル化した例はない</a:t>
          </a:r>
          <a:endParaRPr lang="ja-JP" sz="1000" i="0" kern="1200"/>
        </a:p>
      </dsp:txBody>
      <dsp:txXfrm>
        <a:off x="1609143" y="311699"/>
        <a:ext cx="5875246" cy="282861"/>
      </dsp:txXfrm>
    </dsp:sp>
    <dsp:sp modelId="{2E675E1C-6462-7D4F-8A26-937D53CB6DC8}">
      <dsp:nvSpPr>
        <dsp:cNvPr id="0" name=""/>
        <dsp:cNvSpPr/>
      </dsp:nvSpPr>
      <dsp:spPr>
        <a:xfrm>
          <a:off x="1496877" y="594561"/>
          <a:ext cx="598751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91016A9-00B7-7449-9EEF-168E7CA51C21}">
      <dsp:nvSpPr>
        <dsp:cNvPr id="0" name=""/>
        <dsp:cNvSpPr/>
      </dsp:nvSpPr>
      <dsp:spPr>
        <a:xfrm>
          <a:off x="1609143" y="608704"/>
          <a:ext cx="5875246" cy="282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kumimoji="1" lang="en-US" sz="1000" kern="1200" dirty="0"/>
            <a:t>Whisper </a:t>
          </a:r>
          <a:r>
            <a:rPr kumimoji="1" lang="ja-JP" sz="1000" kern="1200"/>
            <a:t>量子化し端末実行する例はさらに無い</a:t>
          </a:r>
          <a:endParaRPr lang="ja-JP" sz="1000" kern="1200"/>
        </a:p>
      </dsp:txBody>
      <dsp:txXfrm>
        <a:off x="1609143" y="608704"/>
        <a:ext cx="5875246" cy="282861"/>
      </dsp:txXfrm>
    </dsp:sp>
    <dsp:sp modelId="{0E1BA5F0-C875-5E48-BF61-C525E0290800}">
      <dsp:nvSpPr>
        <dsp:cNvPr id="0" name=""/>
        <dsp:cNvSpPr/>
      </dsp:nvSpPr>
      <dsp:spPr>
        <a:xfrm>
          <a:off x="1496877" y="891565"/>
          <a:ext cx="598751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E6221BF-4218-3B49-8A10-4860B9E76B31}">
      <dsp:nvSpPr>
        <dsp:cNvPr id="0" name=""/>
        <dsp:cNvSpPr/>
      </dsp:nvSpPr>
      <dsp:spPr>
        <a:xfrm>
          <a:off x="0" y="905708"/>
          <a:ext cx="74843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F8C275-0D0D-1F4D-BB13-0633E4C344E5}">
      <dsp:nvSpPr>
        <dsp:cNvPr id="0" name=""/>
        <dsp:cNvSpPr/>
      </dsp:nvSpPr>
      <dsp:spPr>
        <a:xfrm>
          <a:off x="0" y="905708"/>
          <a:ext cx="1496878" cy="90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en-US" altLang="ja-JP" sz="900" b="1" kern="1200" dirty="0"/>
            <a:t>2</a:t>
          </a:r>
          <a:r>
            <a:rPr kumimoji="1" lang="ja-JP" sz="900" b="1" kern="1200"/>
            <a:t> 会話支配構造（</a:t>
          </a:r>
          <a:r>
            <a:rPr kumimoji="1" lang="en-US" sz="900" b="1" kern="1200" dirty="0"/>
            <a:t>Conversational Dominance</a:t>
          </a:r>
          <a:r>
            <a:rPr kumimoji="1" lang="ja-JP" sz="900" b="1" kern="1200"/>
            <a:t>） </a:t>
          </a:r>
          <a:endParaRPr kumimoji="1" lang="en-US" altLang="ja-JP" sz="900" b="1" kern="1200" dirty="0"/>
        </a:p>
        <a:p>
          <a:pPr marL="0" lvl="0" indent="0" algn="l" defTabSz="400050">
            <a:lnSpc>
              <a:spcPct val="90000"/>
            </a:lnSpc>
            <a:spcBef>
              <a:spcPct val="0"/>
            </a:spcBef>
            <a:spcAft>
              <a:spcPct val="35000"/>
            </a:spcAft>
            <a:buNone/>
          </a:pPr>
          <a:r>
            <a:rPr kumimoji="1" lang="ja-JP" sz="900" b="1" kern="1200"/>
            <a:t>→ 先行研究</a:t>
          </a:r>
          <a:r>
            <a:rPr kumimoji="1" lang="ja-JP" altLang="en-US" sz="900" b="1" kern="1200"/>
            <a:t>比較</a:t>
          </a:r>
          <a:endParaRPr lang="ja-JP" sz="900" kern="1200"/>
        </a:p>
      </dsp:txBody>
      <dsp:txXfrm>
        <a:off x="0" y="905708"/>
        <a:ext cx="1496878" cy="905155"/>
      </dsp:txXfrm>
    </dsp:sp>
    <dsp:sp modelId="{8D83F93E-7B84-724D-A7EE-407EFBAC9B23}">
      <dsp:nvSpPr>
        <dsp:cNvPr id="0" name=""/>
        <dsp:cNvSpPr/>
      </dsp:nvSpPr>
      <dsp:spPr>
        <a:xfrm>
          <a:off x="1609143" y="926746"/>
          <a:ext cx="5875246" cy="420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kumimoji="1" lang="ja-JP" sz="1000" kern="1200"/>
            <a:t>「割り込み率」「発話長」などの研究は部分的に存在</a:t>
          </a:r>
          <a:endParaRPr lang="ja-JP" sz="1000" kern="1200"/>
        </a:p>
      </dsp:txBody>
      <dsp:txXfrm>
        <a:off x="1609143" y="926746"/>
        <a:ext cx="5875246" cy="420755"/>
      </dsp:txXfrm>
    </dsp:sp>
    <dsp:sp modelId="{B2413EF1-D6EC-1A4E-8284-C83CA63858EB}">
      <dsp:nvSpPr>
        <dsp:cNvPr id="0" name=""/>
        <dsp:cNvSpPr/>
      </dsp:nvSpPr>
      <dsp:spPr>
        <a:xfrm>
          <a:off x="1496877" y="1347502"/>
          <a:ext cx="598751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AAE77F0-C43D-954F-B020-94A06CD0941E}">
      <dsp:nvSpPr>
        <dsp:cNvPr id="0" name=""/>
        <dsp:cNvSpPr/>
      </dsp:nvSpPr>
      <dsp:spPr>
        <a:xfrm>
          <a:off x="1609143" y="1368539"/>
          <a:ext cx="5875246" cy="420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kumimoji="1" lang="ja-JP" sz="1000" kern="1200"/>
            <a:t>しかし “ハラスメント構造”に結びつけたモデルは存在しない</a:t>
          </a:r>
          <a:endParaRPr lang="ja-JP" sz="1000" kern="1200"/>
        </a:p>
      </dsp:txBody>
      <dsp:txXfrm>
        <a:off x="1609143" y="1368539"/>
        <a:ext cx="5875246" cy="420755"/>
      </dsp:txXfrm>
    </dsp:sp>
    <dsp:sp modelId="{3ED43D0B-7C2E-3D4F-9552-0FA78862ABA3}">
      <dsp:nvSpPr>
        <dsp:cNvPr id="0" name=""/>
        <dsp:cNvSpPr/>
      </dsp:nvSpPr>
      <dsp:spPr>
        <a:xfrm>
          <a:off x="1496877" y="1789295"/>
          <a:ext cx="598751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07EDEBE-67EB-1744-B501-3C990A9CCA20}">
      <dsp:nvSpPr>
        <dsp:cNvPr id="0" name=""/>
        <dsp:cNvSpPr/>
      </dsp:nvSpPr>
      <dsp:spPr>
        <a:xfrm>
          <a:off x="0" y="1810864"/>
          <a:ext cx="74843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FD75AE-7D32-2144-8E45-DC913337BE1A}">
      <dsp:nvSpPr>
        <dsp:cNvPr id="0" name=""/>
        <dsp:cNvSpPr/>
      </dsp:nvSpPr>
      <dsp:spPr>
        <a:xfrm>
          <a:off x="0" y="1810864"/>
          <a:ext cx="1496878" cy="90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altLang="ja-JP" sz="900" b="1" kern="1200" dirty="0"/>
            <a:t>3 </a:t>
          </a:r>
          <a:r>
            <a:rPr lang="ja-JP" altLang="en-US" sz="900" b="1" kern="1200"/>
            <a:t>言語攻撃性</a:t>
          </a:r>
          <a:r>
            <a:rPr lang="en-US" altLang="ja-JP" sz="900" b="1" kern="1200" dirty="0"/>
            <a:t>(Language Aggression Model)</a:t>
          </a:r>
        </a:p>
        <a:p>
          <a:pPr marL="0" lvl="0" indent="0" algn="l" defTabSz="400050">
            <a:lnSpc>
              <a:spcPct val="90000"/>
            </a:lnSpc>
            <a:spcBef>
              <a:spcPct val="0"/>
            </a:spcBef>
            <a:spcAft>
              <a:spcPct val="35000"/>
            </a:spcAft>
            <a:buNone/>
          </a:pPr>
          <a:r>
            <a:rPr lang="en-US" altLang="ja-JP" sz="900" b="1" kern="1200" dirty="0"/>
            <a:t>→</a:t>
          </a:r>
          <a:r>
            <a:rPr lang="ja-JP" altLang="en-US" sz="900" b="1" kern="1200"/>
            <a:t>先行研究比較</a:t>
          </a:r>
          <a:endParaRPr lang="en-US" altLang="ja-JP" sz="900" b="1" kern="1200" dirty="0"/>
        </a:p>
      </dsp:txBody>
      <dsp:txXfrm>
        <a:off x="0" y="1810864"/>
        <a:ext cx="1496878" cy="905155"/>
      </dsp:txXfrm>
    </dsp:sp>
    <dsp:sp modelId="{7C26BE35-7077-9740-950D-C8C5F6EA5D11}">
      <dsp:nvSpPr>
        <dsp:cNvPr id="0" name=""/>
        <dsp:cNvSpPr/>
      </dsp:nvSpPr>
      <dsp:spPr>
        <a:xfrm>
          <a:off x="1609143" y="1825007"/>
          <a:ext cx="5875246" cy="282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altLang="ja-JP" sz="1000" b="0" kern="1200" dirty="0"/>
            <a:t>toxicity </a:t>
          </a:r>
          <a:r>
            <a:rPr lang="ja-JP" altLang="en-US" sz="1000" b="0" kern="1200"/>
            <a:t>有害表現分類は存在</a:t>
          </a:r>
          <a:endParaRPr lang="en-US" altLang="ja-JP" sz="1000" b="0" kern="1200" dirty="0"/>
        </a:p>
      </dsp:txBody>
      <dsp:txXfrm>
        <a:off x="1609143" y="1825007"/>
        <a:ext cx="5875246" cy="282861"/>
      </dsp:txXfrm>
    </dsp:sp>
    <dsp:sp modelId="{5FA791F8-E5E8-614A-B847-9AF502E40F2D}">
      <dsp:nvSpPr>
        <dsp:cNvPr id="0" name=""/>
        <dsp:cNvSpPr/>
      </dsp:nvSpPr>
      <dsp:spPr>
        <a:xfrm>
          <a:off x="1496877" y="2107868"/>
          <a:ext cx="598751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1B08D74-7E82-DF44-BBC7-C17B428C92CC}">
      <dsp:nvSpPr>
        <dsp:cNvPr id="0" name=""/>
        <dsp:cNvSpPr/>
      </dsp:nvSpPr>
      <dsp:spPr>
        <a:xfrm>
          <a:off x="1609143" y="2122011"/>
          <a:ext cx="5875246" cy="282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kumimoji="1" lang="ja-JP" altLang="en-US" sz="1000" kern="1200"/>
            <a:t>しかし一般的</a:t>
          </a:r>
          <a:r>
            <a:rPr kumimoji="1" lang="en-US" altLang="ja-JP" sz="1000" kern="1200" dirty="0"/>
            <a:t>toxicity</a:t>
          </a:r>
          <a:r>
            <a:rPr kumimoji="1" lang="ja-JP" altLang="en-US" sz="1000" kern="1200"/>
            <a:t>検知では日本語ハラスメントは扱えない</a:t>
          </a:r>
        </a:p>
      </dsp:txBody>
      <dsp:txXfrm>
        <a:off x="1609143" y="2122011"/>
        <a:ext cx="5875246" cy="282861"/>
      </dsp:txXfrm>
    </dsp:sp>
    <dsp:sp modelId="{FDD25C4B-39A9-5C43-9F90-9BF1D0E02D88}">
      <dsp:nvSpPr>
        <dsp:cNvPr id="0" name=""/>
        <dsp:cNvSpPr/>
      </dsp:nvSpPr>
      <dsp:spPr>
        <a:xfrm>
          <a:off x="1496877" y="2404872"/>
          <a:ext cx="598751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C55DD86-8FB1-1443-BE7D-E3E8E5785428}">
      <dsp:nvSpPr>
        <dsp:cNvPr id="0" name=""/>
        <dsp:cNvSpPr/>
      </dsp:nvSpPr>
      <dsp:spPr>
        <a:xfrm>
          <a:off x="1609143" y="2419015"/>
          <a:ext cx="5875246" cy="282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kumimoji="1" lang="ja-JP" altLang="en-US" sz="1000" kern="1200"/>
            <a:t>さらに人格否定・能力否定個人攻撃の中傷パターンを独自学習は本研究独自</a:t>
          </a:r>
        </a:p>
      </dsp:txBody>
      <dsp:txXfrm>
        <a:off x="1609143" y="2419015"/>
        <a:ext cx="5875246" cy="282861"/>
      </dsp:txXfrm>
    </dsp:sp>
    <dsp:sp modelId="{55F8778A-7D36-E346-A68B-FA03DC9995BF}">
      <dsp:nvSpPr>
        <dsp:cNvPr id="0" name=""/>
        <dsp:cNvSpPr/>
      </dsp:nvSpPr>
      <dsp:spPr>
        <a:xfrm>
          <a:off x="1496877" y="2701876"/>
          <a:ext cx="598751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E4EAA08-8B07-554D-9F44-D8BB1D8C6389}">
      <dsp:nvSpPr>
        <dsp:cNvPr id="0" name=""/>
        <dsp:cNvSpPr/>
      </dsp:nvSpPr>
      <dsp:spPr>
        <a:xfrm>
          <a:off x="0" y="2716019"/>
          <a:ext cx="74843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70592D-2953-F443-925A-09523B452234}">
      <dsp:nvSpPr>
        <dsp:cNvPr id="0" name=""/>
        <dsp:cNvSpPr/>
      </dsp:nvSpPr>
      <dsp:spPr>
        <a:xfrm>
          <a:off x="0" y="2716019"/>
          <a:ext cx="1496878" cy="90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en-US" altLang="ja-JP" sz="900" b="1" kern="1200" dirty="0"/>
            <a:t>4</a:t>
          </a:r>
          <a:r>
            <a:rPr kumimoji="1" lang="ja-JP" sz="900" b="1" kern="1200"/>
            <a:t> </a:t>
          </a:r>
          <a:r>
            <a:rPr kumimoji="1" lang="en-US" altLang="ja-JP" sz="900" b="1" kern="1200" dirty="0"/>
            <a:t>NLP×</a:t>
          </a:r>
          <a:r>
            <a:rPr kumimoji="1" lang="ja-JP" sz="900" b="1" kern="1200"/>
            <a:t>法律推論（</a:t>
          </a:r>
          <a:r>
            <a:rPr kumimoji="1" lang="en-US" sz="900" b="1" kern="1200" dirty="0"/>
            <a:t>Legal Reasoning</a:t>
          </a:r>
          <a:r>
            <a:rPr kumimoji="1" lang="ja-JP" sz="900" b="1" kern="1200"/>
            <a:t>） </a:t>
          </a:r>
          <a:endParaRPr kumimoji="1" lang="en-US" altLang="ja-JP" sz="900" b="1" kern="1200" dirty="0"/>
        </a:p>
        <a:p>
          <a:pPr marL="0" lvl="0" indent="0" algn="l" defTabSz="400050">
            <a:lnSpc>
              <a:spcPct val="90000"/>
            </a:lnSpc>
            <a:spcBef>
              <a:spcPct val="0"/>
            </a:spcBef>
            <a:spcAft>
              <a:spcPct val="35000"/>
            </a:spcAft>
            <a:buNone/>
          </a:pPr>
          <a:r>
            <a:rPr kumimoji="1" lang="ja-JP" sz="900" b="1" kern="1200"/>
            <a:t>→ 先行研究</a:t>
          </a:r>
          <a:r>
            <a:rPr kumimoji="1" lang="ja-JP" altLang="en-US" sz="900" b="1" kern="1200"/>
            <a:t>比較</a:t>
          </a:r>
          <a:endParaRPr lang="ja-JP" sz="900" kern="1200"/>
        </a:p>
      </dsp:txBody>
      <dsp:txXfrm>
        <a:off x="0" y="2716019"/>
        <a:ext cx="1496878" cy="905155"/>
      </dsp:txXfrm>
    </dsp:sp>
    <dsp:sp modelId="{3758FC54-B516-1C4E-B81F-5777C0267B5A}">
      <dsp:nvSpPr>
        <dsp:cNvPr id="0" name=""/>
        <dsp:cNvSpPr/>
      </dsp:nvSpPr>
      <dsp:spPr>
        <a:xfrm>
          <a:off x="1609143" y="2737057"/>
          <a:ext cx="5875246" cy="420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kumimoji="1" lang="ja-JP" sz="1000" kern="1200"/>
            <a:t>判例検索</a:t>
          </a:r>
          <a:r>
            <a:rPr kumimoji="1" lang="en-US" sz="1000" kern="1200" dirty="0"/>
            <a:t>AI</a:t>
          </a:r>
          <a:r>
            <a:rPr kumimoji="1" lang="ja-JP" sz="1000" kern="1200"/>
            <a:t>は存在</a:t>
          </a:r>
          <a:endParaRPr lang="ja-JP" sz="1000" kern="1200"/>
        </a:p>
      </dsp:txBody>
      <dsp:txXfrm>
        <a:off x="1609143" y="2737057"/>
        <a:ext cx="5875246" cy="420755"/>
      </dsp:txXfrm>
    </dsp:sp>
    <dsp:sp modelId="{D150EDDB-7390-0B42-B140-77BA64122EFF}">
      <dsp:nvSpPr>
        <dsp:cNvPr id="0" name=""/>
        <dsp:cNvSpPr/>
      </dsp:nvSpPr>
      <dsp:spPr>
        <a:xfrm>
          <a:off x="1496877" y="3157813"/>
          <a:ext cx="598751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AA9D983-69E2-A840-BBB7-7D98B16A9DB1}">
      <dsp:nvSpPr>
        <dsp:cNvPr id="0" name=""/>
        <dsp:cNvSpPr/>
      </dsp:nvSpPr>
      <dsp:spPr>
        <a:xfrm>
          <a:off x="1609143" y="3178851"/>
          <a:ext cx="5875246" cy="420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kumimoji="1" lang="ja-JP" sz="1000" kern="1200"/>
            <a:t>しかし “個人の音声ログ→法的</a:t>
          </a:r>
          <a:r>
            <a:rPr kumimoji="1" lang="ja-JP" altLang="en-US" sz="1000" kern="1200"/>
            <a:t>強度やハラスメント特化</a:t>
          </a:r>
          <a:r>
            <a:rPr kumimoji="1" lang="ja-JP" sz="1000" kern="1200"/>
            <a:t>推定”は未踏領域</a:t>
          </a:r>
          <a:endParaRPr lang="ja-JP" sz="1000" kern="1200"/>
        </a:p>
      </dsp:txBody>
      <dsp:txXfrm>
        <a:off x="1609143" y="3178851"/>
        <a:ext cx="5875246" cy="420755"/>
      </dsp:txXfrm>
    </dsp:sp>
    <dsp:sp modelId="{CB530246-A4EE-114C-8531-8004B2A463DC}">
      <dsp:nvSpPr>
        <dsp:cNvPr id="0" name=""/>
        <dsp:cNvSpPr/>
      </dsp:nvSpPr>
      <dsp:spPr>
        <a:xfrm>
          <a:off x="1496877" y="3599607"/>
          <a:ext cx="598751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F05D49-4A58-224E-B82C-EDA628DCA11D}">
      <dsp:nvSpPr>
        <dsp:cNvPr id="0" name=""/>
        <dsp:cNvSpPr/>
      </dsp:nvSpPr>
      <dsp:spPr>
        <a:xfrm>
          <a:off x="0" y="3621175"/>
          <a:ext cx="74843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10741A-E2B4-D64E-BBBA-783FF3EEF615}">
      <dsp:nvSpPr>
        <dsp:cNvPr id="0" name=""/>
        <dsp:cNvSpPr/>
      </dsp:nvSpPr>
      <dsp:spPr>
        <a:xfrm>
          <a:off x="0" y="3621175"/>
          <a:ext cx="1496878" cy="90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kumimoji="1" lang="en-US" altLang="ja-JP" sz="900" b="1" kern="1200" dirty="0"/>
            <a:t>5</a:t>
          </a:r>
          <a:r>
            <a:rPr kumimoji="1" lang="ja-JP" sz="900" b="1" kern="1200"/>
            <a:t> 統合（音声</a:t>
          </a:r>
          <a:r>
            <a:rPr kumimoji="1" lang="en-US" sz="900" b="1" kern="1200" dirty="0"/>
            <a:t>×</a:t>
          </a:r>
          <a:r>
            <a:rPr kumimoji="1" lang="ja-JP" sz="900" b="1" kern="1200"/>
            <a:t>構造</a:t>
          </a:r>
          <a:r>
            <a:rPr kumimoji="1" lang="en-US" sz="900" b="1" kern="1200" dirty="0"/>
            <a:t>×</a:t>
          </a:r>
          <a:r>
            <a:rPr kumimoji="1" lang="ja-JP" sz="900" b="1" kern="1200"/>
            <a:t>法律） </a:t>
          </a:r>
          <a:endParaRPr kumimoji="1" lang="en-US" altLang="ja-JP" sz="900" b="1" kern="1200" dirty="0"/>
        </a:p>
        <a:p>
          <a:pPr marL="0" lvl="0" indent="0" algn="l" defTabSz="400050">
            <a:lnSpc>
              <a:spcPct val="90000"/>
            </a:lnSpc>
            <a:spcBef>
              <a:spcPct val="0"/>
            </a:spcBef>
            <a:spcAft>
              <a:spcPct val="35000"/>
            </a:spcAft>
            <a:buNone/>
          </a:pPr>
          <a:r>
            <a:rPr kumimoji="1" lang="ja-JP" sz="900" b="1" kern="1200"/>
            <a:t>→ 世界初の理由</a:t>
          </a:r>
          <a:endParaRPr lang="ja-JP" sz="900" kern="1200"/>
        </a:p>
      </dsp:txBody>
      <dsp:txXfrm>
        <a:off x="0" y="3621175"/>
        <a:ext cx="1496878" cy="905155"/>
      </dsp:txXfrm>
    </dsp:sp>
    <dsp:sp modelId="{7680E30A-8168-B744-83E4-2FAFC4BAAD9F}">
      <dsp:nvSpPr>
        <dsp:cNvPr id="0" name=""/>
        <dsp:cNvSpPr/>
      </dsp:nvSpPr>
      <dsp:spPr>
        <a:xfrm>
          <a:off x="1609143" y="3635318"/>
          <a:ext cx="5875246" cy="282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kumimoji="1" lang="ja-JP" sz="1000" kern="1200"/>
            <a:t>この</a:t>
          </a:r>
          <a:r>
            <a:rPr kumimoji="1" lang="ja-JP" altLang="en-US" sz="1000" kern="1200"/>
            <a:t>４</a:t>
          </a:r>
          <a:r>
            <a:rPr kumimoji="1" lang="ja-JP" sz="1000" kern="1200"/>
            <a:t>領域を統合する研究は確認されていない</a:t>
          </a:r>
          <a:endParaRPr lang="ja-JP" sz="1000" kern="1200"/>
        </a:p>
      </dsp:txBody>
      <dsp:txXfrm>
        <a:off x="1609143" y="3635318"/>
        <a:ext cx="5875246" cy="282861"/>
      </dsp:txXfrm>
    </dsp:sp>
    <dsp:sp modelId="{25A65B72-9948-D349-88D1-0A397C37A0DD}">
      <dsp:nvSpPr>
        <dsp:cNvPr id="0" name=""/>
        <dsp:cNvSpPr/>
      </dsp:nvSpPr>
      <dsp:spPr>
        <a:xfrm>
          <a:off x="1496877" y="3918179"/>
          <a:ext cx="598751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767F988-9F82-5740-A96F-3C56CAF2EDCC}">
      <dsp:nvSpPr>
        <dsp:cNvPr id="0" name=""/>
        <dsp:cNvSpPr/>
      </dsp:nvSpPr>
      <dsp:spPr>
        <a:xfrm>
          <a:off x="1609143" y="3932322"/>
          <a:ext cx="5875246" cy="282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ja-JP" altLang="en-US" sz="1000" kern="1200"/>
            <a:t>法的証拠価値まで算出する評価指数、法的強度を推定するモデルは世界初</a:t>
          </a:r>
          <a:endParaRPr lang="ja-JP" sz="1000" kern="1200"/>
        </a:p>
      </dsp:txBody>
      <dsp:txXfrm>
        <a:off x="1609143" y="3932322"/>
        <a:ext cx="5875246" cy="282861"/>
      </dsp:txXfrm>
    </dsp:sp>
    <dsp:sp modelId="{02EAFBA7-09EF-3241-A7DD-3A03386CA4DA}">
      <dsp:nvSpPr>
        <dsp:cNvPr id="0" name=""/>
        <dsp:cNvSpPr/>
      </dsp:nvSpPr>
      <dsp:spPr>
        <a:xfrm>
          <a:off x="1496877" y="4215184"/>
          <a:ext cx="598751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E6BCAEB-ACD9-1543-B2BC-222E062BB321}">
      <dsp:nvSpPr>
        <dsp:cNvPr id="0" name=""/>
        <dsp:cNvSpPr/>
      </dsp:nvSpPr>
      <dsp:spPr>
        <a:xfrm>
          <a:off x="1609143" y="4229327"/>
          <a:ext cx="5875246" cy="282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kumimoji="1" lang="ja-JP" sz="1000" kern="1200"/>
            <a:t>実装レベルでオンデバイス動作するものは世界に</a:t>
          </a:r>
          <a:r>
            <a:rPr kumimoji="1" lang="en-US" sz="1000" kern="1200" dirty="0"/>
            <a:t>1</a:t>
          </a:r>
          <a:r>
            <a:rPr kumimoji="1" lang="ja-JP" sz="1000" kern="1200"/>
            <a:t>つもない</a:t>
          </a:r>
          <a:endParaRPr lang="ja-JP" sz="1000" kern="1200"/>
        </a:p>
      </dsp:txBody>
      <dsp:txXfrm>
        <a:off x="1609143" y="4229327"/>
        <a:ext cx="5875246" cy="282861"/>
      </dsp:txXfrm>
    </dsp:sp>
    <dsp:sp modelId="{8B36A865-B4F8-5B4A-944C-A5AE1296337B}">
      <dsp:nvSpPr>
        <dsp:cNvPr id="0" name=""/>
        <dsp:cNvSpPr/>
      </dsp:nvSpPr>
      <dsp:spPr>
        <a:xfrm>
          <a:off x="1496877" y="4512188"/>
          <a:ext cx="598751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D04FA6-1B50-BD47-94AF-90C912957CC4}">
      <dsp:nvSpPr>
        <dsp:cNvPr id="0" name=""/>
        <dsp:cNvSpPr/>
      </dsp:nvSpPr>
      <dsp:spPr>
        <a:xfrm>
          <a:off x="0" y="0"/>
          <a:ext cx="84963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458CB5-FCA5-164E-9B88-45F99F142C2D}">
      <dsp:nvSpPr>
        <dsp:cNvPr id="0" name=""/>
        <dsp:cNvSpPr/>
      </dsp:nvSpPr>
      <dsp:spPr>
        <a:xfrm>
          <a:off x="0" y="0"/>
          <a:ext cx="8496300" cy="911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kumimoji="1" lang="ja-JP" sz="1600" b="1" kern="1200"/>
            <a:t>・音声攻撃性 </a:t>
          </a:r>
          <a:r>
            <a:rPr kumimoji="1" lang="en-US" sz="1600" b="1" kern="1200" dirty="0"/>
            <a:t>× </a:t>
          </a:r>
          <a:r>
            <a:rPr kumimoji="1" lang="ja-JP" sz="1600" b="1" kern="1200"/>
            <a:t>会話支配構造 </a:t>
          </a:r>
          <a:r>
            <a:rPr kumimoji="1" lang="en-US" sz="1600" b="1" kern="1200" dirty="0"/>
            <a:t>× </a:t>
          </a:r>
          <a:r>
            <a:rPr kumimoji="1" lang="en-US" sz="1600" b="1" kern="1200" dirty="0" err="1"/>
            <a:t>言語攻撃性</a:t>
          </a:r>
          <a:r>
            <a:rPr kumimoji="1" lang="en-US" sz="1600" b="1" kern="1200" dirty="0"/>
            <a:t> × NLP × </a:t>
          </a:r>
          <a:r>
            <a:rPr kumimoji="1" lang="ja-JP" sz="1600" b="1" kern="1200"/>
            <a:t>法律の「</a:t>
          </a:r>
          <a:r>
            <a:rPr kumimoji="1" lang="en-US" sz="1600" b="1" kern="1200" dirty="0"/>
            <a:t>4</a:t>
          </a:r>
          <a:r>
            <a:rPr kumimoji="1" lang="ja-JP" sz="1600" b="1" kern="1200"/>
            <a:t>層統合モデル」は世界初</a:t>
          </a:r>
          <a:br>
            <a:rPr kumimoji="1" lang="ja-JP" sz="1600" kern="1200"/>
          </a:br>
          <a:r>
            <a:rPr kumimoji="1" lang="ja-JP" sz="1600" kern="1200"/>
            <a:t>　既存研究は「文章のみ」「音声のみ」に限定されている。</a:t>
          </a:r>
          <a:endParaRPr lang="ja-JP" sz="1600" kern="1200"/>
        </a:p>
      </dsp:txBody>
      <dsp:txXfrm>
        <a:off x="0" y="0"/>
        <a:ext cx="8496300" cy="911176"/>
      </dsp:txXfrm>
    </dsp:sp>
    <dsp:sp modelId="{7245A824-0F84-BC48-B699-EB0DEDC8922F}">
      <dsp:nvSpPr>
        <dsp:cNvPr id="0" name=""/>
        <dsp:cNvSpPr/>
      </dsp:nvSpPr>
      <dsp:spPr>
        <a:xfrm>
          <a:off x="0" y="911176"/>
          <a:ext cx="84963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9E0888-2AC4-2144-9AD8-34203F11F592}">
      <dsp:nvSpPr>
        <dsp:cNvPr id="0" name=""/>
        <dsp:cNvSpPr/>
      </dsp:nvSpPr>
      <dsp:spPr>
        <a:xfrm>
          <a:off x="0" y="911176"/>
          <a:ext cx="8496300" cy="911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kumimoji="1" lang="ja-JP" sz="1600" b="1" kern="1200"/>
            <a:t>・ハラスメント行動の“構造”を定量化する </a:t>
          </a:r>
          <a:r>
            <a:rPr kumimoji="1" lang="en-US" sz="1600" b="1" kern="1200" dirty="0"/>
            <a:t>HSIE </a:t>
          </a:r>
          <a:r>
            <a:rPr kumimoji="1" lang="ja-JP" sz="1600" b="1" kern="1200"/>
            <a:t>は未踏領域</a:t>
          </a:r>
          <a:br>
            <a:rPr kumimoji="1" lang="ja-JP" sz="1600" kern="1200"/>
          </a:br>
          <a:r>
            <a:rPr kumimoji="1" lang="ja-JP" sz="1600" kern="1200"/>
            <a:t>　心理学・音声学・法学を同時に統合する指標は存在しない。</a:t>
          </a:r>
          <a:endParaRPr lang="ja-JP" sz="1600" kern="1200"/>
        </a:p>
      </dsp:txBody>
      <dsp:txXfrm>
        <a:off x="0" y="911176"/>
        <a:ext cx="8496300" cy="911176"/>
      </dsp:txXfrm>
    </dsp:sp>
    <dsp:sp modelId="{6C79AB86-ADD4-6545-9D4D-B8ECF4428BE9}">
      <dsp:nvSpPr>
        <dsp:cNvPr id="0" name=""/>
        <dsp:cNvSpPr/>
      </dsp:nvSpPr>
      <dsp:spPr>
        <a:xfrm>
          <a:off x="0" y="1822353"/>
          <a:ext cx="84963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1F4FE7-0152-0B4B-872F-3A063CCD95F2}">
      <dsp:nvSpPr>
        <dsp:cNvPr id="0" name=""/>
        <dsp:cNvSpPr/>
      </dsp:nvSpPr>
      <dsp:spPr>
        <a:xfrm>
          <a:off x="0" y="1822353"/>
          <a:ext cx="8496300" cy="911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kumimoji="1" lang="ja-JP" sz="1600" b="1" kern="1200"/>
            <a:t>・</a:t>
          </a:r>
          <a:r>
            <a:rPr kumimoji="1" lang="en-US" sz="1600" b="1" kern="1200" dirty="0"/>
            <a:t>Whisper</a:t>
          </a:r>
          <a:r>
            <a:rPr kumimoji="1" lang="ja-JP" sz="1600" b="1" kern="1200"/>
            <a:t>ベースの </a:t>
          </a:r>
          <a:r>
            <a:rPr kumimoji="1" lang="en-US" sz="1600" b="1" kern="1200" dirty="0"/>
            <a:t>ASR </a:t>
          </a:r>
          <a:r>
            <a:rPr kumimoji="1" lang="ja-JP" sz="1600" b="1" kern="1200"/>
            <a:t>を </a:t>
          </a:r>
          <a:r>
            <a:rPr kumimoji="1" lang="en-US" sz="1600" b="1" kern="1200" dirty="0"/>
            <a:t>4bit</a:t>
          </a:r>
          <a:r>
            <a:rPr kumimoji="1" lang="ja-JP" sz="1600" b="1" kern="1200"/>
            <a:t>量子化しスマホ上で攻撃性推定する例は未報告</a:t>
          </a:r>
          <a:br>
            <a:rPr kumimoji="1" lang="ja-JP" sz="1600" kern="1200"/>
          </a:br>
          <a:r>
            <a:rPr kumimoji="1" lang="ja-JP" sz="1600" kern="1200"/>
            <a:t>　オンデバイスで攻撃性を解析する技術は先行研究がない。</a:t>
          </a:r>
          <a:endParaRPr lang="ja-JP" sz="1600" kern="1200"/>
        </a:p>
      </dsp:txBody>
      <dsp:txXfrm>
        <a:off x="0" y="1822353"/>
        <a:ext cx="8496300" cy="911176"/>
      </dsp:txXfrm>
    </dsp:sp>
    <dsp:sp modelId="{CE94C952-F01F-2943-B193-597B21C05832}">
      <dsp:nvSpPr>
        <dsp:cNvPr id="0" name=""/>
        <dsp:cNvSpPr/>
      </dsp:nvSpPr>
      <dsp:spPr>
        <a:xfrm>
          <a:off x="0" y="2733530"/>
          <a:ext cx="84963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AE827A-C42C-DB47-BBB7-1B5BA1160ECE}">
      <dsp:nvSpPr>
        <dsp:cNvPr id="0" name=""/>
        <dsp:cNvSpPr/>
      </dsp:nvSpPr>
      <dsp:spPr>
        <a:xfrm>
          <a:off x="0" y="2733530"/>
          <a:ext cx="8496300" cy="911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kumimoji="1" lang="ja-JP" sz="1600" b="1" kern="1200"/>
            <a:t>・個人の音声ログから法的リスクを </a:t>
          </a:r>
          <a:r>
            <a:rPr kumimoji="1" lang="en-US" sz="1600" b="1" kern="1200" dirty="0"/>
            <a:t>Top-K </a:t>
          </a:r>
          <a:r>
            <a:rPr kumimoji="1" lang="ja-JP" sz="1600" b="1" kern="1200"/>
            <a:t>推論する“判例マッチング</a:t>
          </a:r>
          <a:r>
            <a:rPr kumimoji="1" lang="en-US" sz="1600" b="1" kern="1200" dirty="0"/>
            <a:t>AI”</a:t>
          </a:r>
          <a:r>
            <a:rPr kumimoji="1" lang="ja-JP" sz="1600" b="1" kern="1200"/>
            <a:t>は世界初</a:t>
          </a:r>
          <a:br>
            <a:rPr kumimoji="1" lang="ja-JP" sz="1600" kern="1200"/>
          </a:br>
          <a:r>
            <a:rPr kumimoji="1" lang="ja-JP" sz="1600" kern="1200"/>
            <a:t>　</a:t>
          </a:r>
          <a:r>
            <a:rPr kumimoji="1" lang="en-US" sz="1600" kern="1200" dirty="0"/>
            <a:t>AI</a:t>
          </a:r>
          <a:r>
            <a:rPr kumimoji="1" lang="ja-JP" sz="1600" kern="1200"/>
            <a:t>が自動的に「どの法的リスクに対応するか」を推定できる。</a:t>
          </a:r>
          <a:endParaRPr lang="ja-JP" sz="1600" kern="1200"/>
        </a:p>
      </dsp:txBody>
      <dsp:txXfrm>
        <a:off x="0" y="2733530"/>
        <a:ext cx="8496300" cy="91117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EAF7C2-3E2C-5E47-9894-61523B0BAB67}">
      <dsp:nvSpPr>
        <dsp:cNvPr id="0" name=""/>
        <dsp:cNvSpPr/>
      </dsp:nvSpPr>
      <dsp:spPr>
        <a:xfrm>
          <a:off x="0" y="0"/>
          <a:ext cx="102108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E71288-058D-7A4C-9FE3-FFE670B0BFE6}">
      <dsp:nvSpPr>
        <dsp:cNvPr id="0" name=""/>
        <dsp:cNvSpPr/>
      </dsp:nvSpPr>
      <dsp:spPr>
        <a:xfrm>
          <a:off x="0" y="0"/>
          <a:ext cx="1399996" cy="8635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kumimoji="1" lang="ja-JP" sz="1800" kern="1200"/>
            <a:t>音声攻撃性推定</a:t>
          </a:r>
          <a:endParaRPr lang="ja-JP" sz="1800" kern="1200"/>
        </a:p>
      </dsp:txBody>
      <dsp:txXfrm>
        <a:off x="0" y="0"/>
        <a:ext cx="1399996" cy="863521"/>
      </dsp:txXfrm>
    </dsp:sp>
    <dsp:sp modelId="{172D6AEC-AB3A-674F-BB38-6BBDF0A702DA}">
      <dsp:nvSpPr>
        <dsp:cNvPr id="0" name=""/>
        <dsp:cNvSpPr/>
      </dsp:nvSpPr>
      <dsp:spPr>
        <a:xfrm>
          <a:off x="1504996" y="39212"/>
          <a:ext cx="1599101" cy="784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1" lang="en-US" sz="2000" b="1" kern="1200" dirty="0"/>
            <a:t>F1-score</a:t>
          </a:r>
          <a:endParaRPr lang="ja-JP" sz="2000" kern="1200"/>
        </a:p>
      </dsp:txBody>
      <dsp:txXfrm>
        <a:off x="1504996" y="39212"/>
        <a:ext cx="1599101" cy="784252"/>
      </dsp:txXfrm>
    </dsp:sp>
    <dsp:sp modelId="{0E11E265-2FF7-1246-8737-788560811568}">
      <dsp:nvSpPr>
        <dsp:cNvPr id="0" name=""/>
        <dsp:cNvSpPr/>
      </dsp:nvSpPr>
      <dsp:spPr>
        <a:xfrm>
          <a:off x="3209096" y="39212"/>
          <a:ext cx="6999975" cy="7827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kumimoji="1" lang="ja-JP" altLang="en-US" sz="1400" kern="1200"/>
            <a:t>・音声から「怒鳴り」「威圧」「強圧的トーン」の検知は分類問題</a:t>
          </a:r>
          <a:endParaRPr kumimoji="1" lang="en-US" altLang="ja-JP" sz="1400" kern="1200" dirty="0"/>
        </a:p>
        <a:p>
          <a:pPr marL="0" lvl="0" indent="0" algn="l" defTabSz="622300">
            <a:lnSpc>
              <a:spcPct val="90000"/>
            </a:lnSpc>
            <a:spcBef>
              <a:spcPct val="0"/>
            </a:spcBef>
            <a:spcAft>
              <a:spcPct val="35000"/>
            </a:spcAft>
            <a:buNone/>
          </a:pPr>
          <a:r>
            <a:rPr kumimoji="1" lang="ja-JP" altLang="en-US" sz="1400" kern="1200"/>
            <a:t>・正確性と見逃しの少なさのバランスを両立</a:t>
          </a:r>
          <a:endParaRPr kumimoji="1" lang="en-US" altLang="ja-JP" sz="1400" kern="1200" dirty="0"/>
        </a:p>
      </dsp:txBody>
      <dsp:txXfrm>
        <a:off x="3209096" y="39212"/>
        <a:ext cx="6999975" cy="782721"/>
      </dsp:txXfrm>
    </dsp:sp>
    <dsp:sp modelId="{29CDF4D1-89DB-B04E-BA73-A10353C10B1D}">
      <dsp:nvSpPr>
        <dsp:cNvPr id="0" name=""/>
        <dsp:cNvSpPr/>
      </dsp:nvSpPr>
      <dsp:spPr>
        <a:xfrm>
          <a:off x="1399996" y="823465"/>
          <a:ext cx="559998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EAF7C2-3E2C-5E47-9894-61523B0BAB67}">
      <dsp:nvSpPr>
        <dsp:cNvPr id="0" name=""/>
        <dsp:cNvSpPr/>
      </dsp:nvSpPr>
      <dsp:spPr>
        <a:xfrm>
          <a:off x="0" y="0"/>
          <a:ext cx="102108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E71288-058D-7A4C-9FE3-FFE670B0BFE6}">
      <dsp:nvSpPr>
        <dsp:cNvPr id="0" name=""/>
        <dsp:cNvSpPr/>
      </dsp:nvSpPr>
      <dsp:spPr>
        <a:xfrm>
          <a:off x="0" y="0"/>
          <a:ext cx="1358116" cy="818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ja-JP" altLang="en-US" sz="1700" kern="1200"/>
            <a:t>支配構造推定</a:t>
          </a:r>
          <a:endParaRPr lang="ja-JP" sz="1700" kern="1200"/>
        </a:p>
      </dsp:txBody>
      <dsp:txXfrm>
        <a:off x="0" y="0"/>
        <a:ext cx="1358116" cy="818316"/>
      </dsp:txXfrm>
    </dsp:sp>
    <dsp:sp modelId="{172D6AEC-AB3A-674F-BB38-6BBDF0A702DA}">
      <dsp:nvSpPr>
        <dsp:cNvPr id="0" name=""/>
        <dsp:cNvSpPr/>
      </dsp:nvSpPr>
      <dsp:spPr>
        <a:xfrm>
          <a:off x="1459974" y="37159"/>
          <a:ext cx="1845460" cy="743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ja-JP" altLang="en-US" sz="1300" b="1" kern="1200"/>
            <a:t>専門家評価との</a:t>
          </a:r>
          <a:endParaRPr lang="en-US" altLang="ja-JP" sz="1300" b="1" kern="1200" dirty="0"/>
        </a:p>
        <a:p>
          <a:pPr marL="0" lvl="0" indent="0" algn="l" defTabSz="577850">
            <a:lnSpc>
              <a:spcPct val="90000"/>
            </a:lnSpc>
            <a:spcBef>
              <a:spcPct val="0"/>
            </a:spcBef>
            <a:spcAft>
              <a:spcPct val="35000"/>
            </a:spcAft>
            <a:buNone/>
          </a:pPr>
          <a:r>
            <a:rPr lang="ja-JP" altLang="en-US" sz="1300" b="1" kern="1200"/>
            <a:t>相関</a:t>
          </a:r>
          <a:r>
            <a:rPr lang="en-US" altLang="ja-JP" sz="1300" b="1" kern="1200" dirty="0"/>
            <a:t>r</a:t>
          </a:r>
          <a:endParaRPr lang="ja-JP" sz="1300" b="1" kern="1200"/>
        </a:p>
      </dsp:txBody>
      <dsp:txXfrm>
        <a:off x="1459974" y="37159"/>
        <a:ext cx="1845460" cy="743197"/>
      </dsp:txXfrm>
    </dsp:sp>
    <dsp:sp modelId="{0E11E265-2FF7-1246-8737-788560811568}">
      <dsp:nvSpPr>
        <dsp:cNvPr id="0" name=""/>
        <dsp:cNvSpPr/>
      </dsp:nvSpPr>
      <dsp:spPr>
        <a:xfrm>
          <a:off x="3407293" y="37159"/>
          <a:ext cx="6790574" cy="741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kumimoji="1" lang="ja-JP" altLang="en-US" sz="1300" kern="1200"/>
            <a:t>・「割り込み率」「遮断」「沈黙支配」を数値化</a:t>
          </a:r>
          <a:r>
            <a:rPr kumimoji="1" lang="en-US" altLang="ja-JP" sz="1300" kern="1200" dirty="0"/>
            <a:t>→</a:t>
          </a:r>
          <a:r>
            <a:rPr kumimoji="1" lang="ja-JP" altLang="en-US" sz="1300" kern="1200"/>
            <a:t>絶対の正解はない</a:t>
          </a:r>
          <a:endParaRPr kumimoji="1" lang="en-US" altLang="ja-JP" sz="1300" kern="1200" dirty="0"/>
        </a:p>
        <a:p>
          <a:pPr marL="0" lvl="0" indent="0" algn="l" defTabSz="577850">
            <a:lnSpc>
              <a:spcPct val="90000"/>
            </a:lnSpc>
            <a:spcBef>
              <a:spcPct val="0"/>
            </a:spcBef>
            <a:spcAft>
              <a:spcPct val="35000"/>
            </a:spcAft>
            <a:buNone/>
          </a:pPr>
          <a:r>
            <a:rPr kumimoji="1" lang="ja-JP" altLang="en-US" sz="1300" kern="1200"/>
            <a:t>・複数専門家の「主観的だがプロの判断」が事実上の正解</a:t>
          </a:r>
          <a:endParaRPr kumimoji="1" lang="en-US" altLang="ja-JP" sz="1300" kern="1200" dirty="0"/>
        </a:p>
      </dsp:txBody>
      <dsp:txXfrm>
        <a:off x="3407293" y="37159"/>
        <a:ext cx="6790574" cy="741746"/>
      </dsp:txXfrm>
    </dsp:sp>
    <dsp:sp modelId="{29CDF4D1-89DB-B04E-BA73-A10353C10B1D}">
      <dsp:nvSpPr>
        <dsp:cNvPr id="0" name=""/>
        <dsp:cNvSpPr/>
      </dsp:nvSpPr>
      <dsp:spPr>
        <a:xfrm>
          <a:off x="1358116" y="780357"/>
          <a:ext cx="543246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EAF7C2-3E2C-5E47-9894-61523B0BAB67}">
      <dsp:nvSpPr>
        <dsp:cNvPr id="0" name=""/>
        <dsp:cNvSpPr/>
      </dsp:nvSpPr>
      <dsp:spPr>
        <a:xfrm>
          <a:off x="0" y="0"/>
          <a:ext cx="102108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E71288-058D-7A4C-9FE3-FFE670B0BFE6}">
      <dsp:nvSpPr>
        <dsp:cNvPr id="0" name=""/>
        <dsp:cNvSpPr/>
      </dsp:nvSpPr>
      <dsp:spPr>
        <a:xfrm>
          <a:off x="0" y="0"/>
          <a:ext cx="1358116" cy="1077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altLang="ja-JP" sz="1600" kern="1200" dirty="0"/>
            <a:t>NLP×</a:t>
          </a:r>
          <a:r>
            <a:rPr lang="ja-JP" altLang="en-US" sz="1600" kern="1200"/>
            <a:t>法律推論</a:t>
          </a:r>
          <a:r>
            <a:rPr lang="en-US" altLang="ja-JP" sz="1600" kern="1200" dirty="0"/>
            <a:t>(</a:t>
          </a:r>
          <a:r>
            <a:rPr lang="ja-JP" altLang="en-US" sz="1600" kern="1200"/>
            <a:t>判例マッチング</a:t>
          </a:r>
          <a:r>
            <a:rPr lang="en-US" altLang="ja-JP" sz="1600" kern="1200" dirty="0"/>
            <a:t>)</a:t>
          </a:r>
          <a:endParaRPr lang="ja-JP" sz="1600" kern="1200"/>
        </a:p>
      </dsp:txBody>
      <dsp:txXfrm>
        <a:off x="0" y="0"/>
        <a:ext cx="1358116" cy="1077041"/>
      </dsp:txXfrm>
    </dsp:sp>
    <dsp:sp modelId="{172D6AEC-AB3A-674F-BB38-6BBDF0A702DA}">
      <dsp:nvSpPr>
        <dsp:cNvPr id="0" name=""/>
        <dsp:cNvSpPr/>
      </dsp:nvSpPr>
      <dsp:spPr>
        <a:xfrm>
          <a:off x="1459974" y="48908"/>
          <a:ext cx="1845460" cy="9781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altLang="ja-JP" sz="2100" b="1" kern="1200" dirty="0"/>
            <a:t>Top-5Accuracy</a:t>
          </a:r>
          <a:endParaRPr lang="ja-JP" sz="2100" b="1" kern="1200"/>
        </a:p>
      </dsp:txBody>
      <dsp:txXfrm>
        <a:off x="1459974" y="48908"/>
        <a:ext cx="1845460" cy="978172"/>
      </dsp:txXfrm>
    </dsp:sp>
    <dsp:sp modelId="{0E11E265-2FF7-1246-8737-788560811568}">
      <dsp:nvSpPr>
        <dsp:cNvPr id="0" name=""/>
        <dsp:cNvSpPr/>
      </dsp:nvSpPr>
      <dsp:spPr>
        <a:xfrm>
          <a:off x="3407293" y="48908"/>
          <a:ext cx="6790574" cy="976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kumimoji="1" lang="ja-JP" altLang="en-US" sz="1700" kern="1200"/>
            <a:t>・判例分類は「複数の正解候補がある」情報検索タスク</a:t>
          </a:r>
          <a:endParaRPr kumimoji="1" lang="en-US" altLang="ja-JP" sz="1700" kern="1200" dirty="0"/>
        </a:p>
        <a:p>
          <a:pPr marL="0" lvl="0" indent="0" algn="l" defTabSz="755650">
            <a:lnSpc>
              <a:spcPct val="90000"/>
            </a:lnSpc>
            <a:spcBef>
              <a:spcPct val="0"/>
            </a:spcBef>
            <a:spcAft>
              <a:spcPct val="35000"/>
            </a:spcAft>
            <a:buNone/>
          </a:pPr>
          <a:r>
            <a:rPr kumimoji="1" lang="ja-JP" altLang="en-US" sz="1700" kern="1200"/>
            <a:t>・関連法領域で正解は一つとは限らない</a:t>
          </a:r>
          <a:endParaRPr kumimoji="1" lang="en-US" altLang="ja-JP" sz="1700" kern="1200" dirty="0"/>
        </a:p>
      </dsp:txBody>
      <dsp:txXfrm>
        <a:off x="3407293" y="48908"/>
        <a:ext cx="6790574" cy="976262"/>
      </dsp:txXfrm>
    </dsp:sp>
    <dsp:sp modelId="{29CDF4D1-89DB-B04E-BA73-A10353C10B1D}">
      <dsp:nvSpPr>
        <dsp:cNvPr id="0" name=""/>
        <dsp:cNvSpPr/>
      </dsp:nvSpPr>
      <dsp:spPr>
        <a:xfrm>
          <a:off x="1358116" y="1027080"/>
          <a:ext cx="543246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EAF7C2-3E2C-5E47-9894-61523B0BAB67}">
      <dsp:nvSpPr>
        <dsp:cNvPr id="0" name=""/>
        <dsp:cNvSpPr/>
      </dsp:nvSpPr>
      <dsp:spPr>
        <a:xfrm>
          <a:off x="0" y="0"/>
          <a:ext cx="102108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E71288-058D-7A4C-9FE3-FFE670B0BFE6}">
      <dsp:nvSpPr>
        <dsp:cNvPr id="0" name=""/>
        <dsp:cNvSpPr/>
      </dsp:nvSpPr>
      <dsp:spPr>
        <a:xfrm>
          <a:off x="0" y="0"/>
          <a:ext cx="1358116" cy="1077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altLang="ja-JP" sz="2300" kern="1200" dirty="0"/>
            <a:t>HSI</a:t>
          </a:r>
          <a:r>
            <a:rPr lang="ja-JP" altLang="en-US" sz="2300" kern="1200"/>
            <a:t>総合モデル</a:t>
          </a:r>
          <a:endParaRPr lang="ja-JP" sz="2300" kern="1200"/>
        </a:p>
      </dsp:txBody>
      <dsp:txXfrm>
        <a:off x="0" y="0"/>
        <a:ext cx="1358116" cy="1077041"/>
      </dsp:txXfrm>
    </dsp:sp>
    <dsp:sp modelId="{172D6AEC-AB3A-674F-BB38-6BBDF0A702DA}">
      <dsp:nvSpPr>
        <dsp:cNvPr id="0" name=""/>
        <dsp:cNvSpPr/>
      </dsp:nvSpPr>
      <dsp:spPr>
        <a:xfrm>
          <a:off x="1459974" y="48908"/>
          <a:ext cx="1845460" cy="9781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altLang="ja-JP" sz="2000" b="1" kern="1200" dirty="0"/>
            <a:t>Cohen’s k</a:t>
          </a:r>
          <a:endParaRPr lang="ja-JP" sz="2000" b="1" kern="1200"/>
        </a:p>
      </dsp:txBody>
      <dsp:txXfrm>
        <a:off x="1459974" y="48908"/>
        <a:ext cx="1845460" cy="978172"/>
      </dsp:txXfrm>
    </dsp:sp>
    <dsp:sp modelId="{0E11E265-2FF7-1246-8737-788560811568}">
      <dsp:nvSpPr>
        <dsp:cNvPr id="0" name=""/>
        <dsp:cNvSpPr/>
      </dsp:nvSpPr>
      <dsp:spPr>
        <a:xfrm>
          <a:off x="3407293" y="48908"/>
          <a:ext cx="6790574" cy="976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kumimoji="1" lang="ja-JP" altLang="en-US" sz="1700" kern="1200"/>
            <a:t>・複合スコア</a:t>
          </a:r>
          <a:r>
            <a:rPr kumimoji="1" lang="en-US" altLang="ja-JP" sz="1700" kern="1200" dirty="0"/>
            <a:t>(</a:t>
          </a:r>
          <a:r>
            <a:rPr kumimoji="1" lang="ja-JP" altLang="en-US" sz="1700" kern="1200"/>
            <a:t>行動指数</a:t>
          </a:r>
          <a:r>
            <a:rPr kumimoji="1" lang="en-US" altLang="ja-JP" sz="1700" kern="1200" dirty="0"/>
            <a:t>)</a:t>
          </a:r>
          <a:r>
            <a:rPr kumimoji="1" lang="ja-JP" altLang="en-US" sz="1700" kern="1200"/>
            <a:t>では合意率を評価するのが標準</a:t>
          </a:r>
          <a:endParaRPr kumimoji="1" lang="en-US" altLang="ja-JP" sz="1700" kern="1200" dirty="0"/>
        </a:p>
        <a:p>
          <a:pPr marL="0" lvl="0" indent="0" algn="l" defTabSz="755650">
            <a:lnSpc>
              <a:spcPct val="90000"/>
            </a:lnSpc>
            <a:spcBef>
              <a:spcPct val="0"/>
            </a:spcBef>
            <a:spcAft>
              <a:spcPct val="35000"/>
            </a:spcAft>
            <a:buNone/>
          </a:pPr>
          <a:r>
            <a:rPr kumimoji="1" lang="ja-JP" altLang="en-US" sz="1700" kern="1200"/>
            <a:t>・カテゴリ分類＋連続ちスコアの混合系になる</a:t>
          </a:r>
          <a:endParaRPr kumimoji="1" lang="en-US" altLang="ja-JP" sz="1700" kern="1200" dirty="0"/>
        </a:p>
      </dsp:txBody>
      <dsp:txXfrm>
        <a:off x="3407293" y="48908"/>
        <a:ext cx="6790574" cy="976262"/>
      </dsp:txXfrm>
    </dsp:sp>
    <dsp:sp modelId="{29CDF4D1-89DB-B04E-BA73-A10353C10B1D}">
      <dsp:nvSpPr>
        <dsp:cNvPr id="0" name=""/>
        <dsp:cNvSpPr/>
      </dsp:nvSpPr>
      <dsp:spPr>
        <a:xfrm>
          <a:off x="1358116" y="1027080"/>
          <a:ext cx="543246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EAF7C2-3E2C-5E47-9894-61523B0BAB67}">
      <dsp:nvSpPr>
        <dsp:cNvPr id="0" name=""/>
        <dsp:cNvSpPr/>
      </dsp:nvSpPr>
      <dsp:spPr>
        <a:xfrm>
          <a:off x="0" y="0"/>
          <a:ext cx="102108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E71288-058D-7A4C-9FE3-FFE670B0BFE6}">
      <dsp:nvSpPr>
        <dsp:cNvPr id="0" name=""/>
        <dsp:cNvSpPr/>
      </dsp:nvSpPr>
      <dsp:spPr>
        <a:xfrm>
          <a:off x="0" y="0"/>
          <a:ext cx="1358116" cy="1077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ja-JP" altLang="en-US" sz="1600" kern="1200"/>
            <a:t>言語攻撃性推定</a:t>
          </a:r>
        </a:p>
      </dsp:txBody>
      <dsp:txXfrm>
        <a:off x="0" y="0"/>
        <a:ext cx="1358116" cy="1077041"/>
      </dsp:txXfrm>
    </dsp:sp>
    <dsp:sp modelId="{172D6AEC-AB3A-674F-BB38-6BBDF0A702DA}">
      <dsp:nvSpPr>
        <dsp:cNvPr id="0" name=""/>
        <dsp:cNvSpPr/>
      </dsp:nvSpPr>
      <dsp:spPr>
        <a:xfrm>
          <a:off x="1459974" y="48908"/>
          <a:ext cx="1845460" cy="9781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altLang="ja-JP" sz="2000" b="1" kern="1200" dirty="0"/>
            <a:t>F1-score</a:t>
          </a:r>
          <a:endParaRPr lang="ja-JP" sz="2000" b="1" kern="1200"/>
        </a:p>
      </dsp:txBody>
      <dsp:txXfrm>
        <a:off x="1459974" y="48908"/>
        <a:ext cx="1845460" cy="978172"/>
      </dsp:txXfrm>
    </dsp:sp>
    <dsp:sp modelId="{0E11E265-2FF7-1246-8737-788560811568}">
      <dsp:nvSpPr>
        <dsp:cNvPr id="0" name=""/>
        <dsp:cNvSpPr/>
      </dsp:nvSpPr>
      <dsp:spPr>
        <a:xfrm>
          <a:off x="3407293" y="48908"/>
          <a:ext cx="6790574" cy="976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kumimoji="1" lang="ja-JP" altLang="en-US" sz="1400" kern="1200"/>
            <a:t>・「攻撃発言を見逃さない」「誤検知防止」の両立が必須</a:t>
          </a:r>
          <a:endParaRPr kumimoji="1" lang="en-US" altLang="ja-JP" sz="1400" kern="1200" dirty="0"/>
        </a:p>
        <a:p>
          <a:pPr marL="0" lvl="0" indent="0" algn="l" defTabSz="622300">
            <a:lnSpc>
              <a:spcPct val="90000"/>
            </a:lnSpc>
            <a:spcBef>
              <a:spcPct val="0"/>
            </a:spcBef>
            <a:spcAft>
              <a:spcPct val="35000"/>
            </a:spcAft>
            <a:buNone/>
          </a:pPr>
          <a:r>
            <a:rPr kumimoji="1" lang="ja-JP" altLang="en-US" sz="1400" kern="1200"/>
            <a:t>・　会話のほんの一部がハラスメント発言のため</a:t>
          </a:r>
          <a:r>
            <a:rPr kumimoji="1" lang="en-US" altLang="ja-JP" sz="1400" kern="1200" dirty="0"/>
            <a:t>Accuracy</a:t>
          </a:r>
          <a:r>
            <a:rPr kumimoji="1" lang="ja-JP" altLang="en-US" sz="1400" kern="1200"/>
            <a:t>は不適切で意味がない</a:t>
          </a:r>
          <a:endParaRPr kumimoji="1" lang="en-US" altLang="ja-JP" sz="1400" kern="1200" dirty="0"/>
        </a:p>
      </dsp:txBody>
      <dsp:txXfrm>
        <a:off x="3407293" y="48908"/>
        <a:ext cx="6790574" cy="976262"/>
      </dsp:txXfrm>
    </dsp:sp>
    <dsp:sp modelId="{29CDF4D1-89DB-B04E-BA73-A10353C10B1D}">
      <dsp:nvSpPr>
        <dsp:cNvPr id="0" name=""/>
        <dsp:cNvSpPr/>
      </dsp:nvSpPr>
      <dsp:spPr>
        <a:xfrm>
          <a:off x="1358116" y="1027080"/>
          <a:ext cx="543246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4F471-6EA6-2F4E-8904-7AFCAAE31502}">
      <dsp:nvSpPr>
        <dsp:cNvPr id="0" name=""/>
        <dsp:cNvSpPr/>
      </dsp:nvSpPr>
      <dsp:spPr>
        <a:xfrm>
          <a:off x="3260" y="0"/>
          <a:ext cx="3271600" cy="575898"/>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7348" tIns="58674" rIns="29337" bIns="58674" numCol="1" spcCol="1270" anchor="ctr" anchorCtr="0">
          <a:noAutofit/>
        </a:bodyPr>
        <a:lstStyle/>
        <a:p>
          <a:pPr marL="0" lvl="0" indent="0" algn="ctr" defTabSz="977900">
            <a:lnSpc>
              <a:spcPct val="90000"/>
            </a:lnSpc>
            <a:spcBef>
              <a:spcPct val="0"/>
            </a:spcBef>
            <a:spcAft>
              <a:spcPct val="35000"/>
            </a:spcAft>
            <a:buNone/>
          </a:pPr>
          <a:r>
            <a:rPr kumimoji="1" lang="en-US" altLang="ja-JP" sz="2200" kern="1200" dirty="0"/>
            <a:t>Phase1(0〜4</a:t>
          </a:r>
          <a:r>
            <a:rPr kumimoji="1" lang="ja-JP" altLang="en-US" sz="2200" kern="1200"/>
            <a:t>ヶ月</a:t>
          </a:r>
          <a:r>
            <a:rPr kumimoji="1" lang="en-US" altLang="ja-JP" sz="2200" kern="1200" dirty="0"/>
            <a:t>)</a:t>
          </a:r>
          <a:endParaRPr kumimoji="1" lang="ja-JP" altLang="en-US" sz="2200" kern="1200"/>
        </a:p>
      </dsp:txBody>
      <dsp:txXfrm>
        <a:off x="3260" y="0"/>
        <a:ext cx="3127626" cy="575898"/>
      </dsp:txXfrm>
    </dsp:sp>
    <dsp:sp modelId="{9D87855C-2C63-6340-8B35-6648968D5B83}">
      <dsp:nvSpPr>
        <dsp:cNvPr id="0" name=""/>
        <dsp:cNvSpPr/>
      </dsp:nvSpPr>
      <dsp:spPr>
        <a:xfrm>
          <a:off x="2620540" y="0"/>
          <a:ext cx="3271600" cy="575898"/>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58674" rIns="29337" bIns="58674" numCol="1" spcCol="1270" anchor="ctr" anchorCtr="0">
          <a:noAutofit/>
        </a:bodyPr>
        <a:lstStyle/>
        <a:p>
          <a:pPr marL="0" lvl="0" indent="0" algn="ctr" defTabSz="977900">
            <a:lnSpc>
              <a:spcPct val="90000"/>
            </a:lnSpc>
            <a:spcBef>
              <a:spcPct val="0"/>
            </a:spcBef>
            <a:spcAft>
              <a:spcPct val="35000"/>
            </a:spcAft>
            <a:buNone/>
          </a:pPr>
          <a:r>
            <a:rPr kumimoji="1" lang="en-US" altLang="ja-JP" sz="2200" kern="1200" dirty="0"/>
            <a:t>Phase2(4〜7</a:t>
          </a:r>
          <a:r>
            <a:rPr kumimoji="1" lang="ja-JP" altLang="en-US" sz="2200" kern="1200"/>
            <a:t>ヶ月</a:t>
          </a:r>
          <a:r>
            <a:rPr kumimoji="1" lang="en-US" altLang="ja-JP" sz="2200" kern="1200" dirty="0"/>
            <a:t>)</a:t>
          </a:r>
          <a:endParaRPr kumimoji="1" lang="ja-JP" altLang="en-US" sz="2200" kern="1200"/>
        </a:p>
      </dsp:txBody>
      <dsp:txXfrm>
        <a:off x="2908489" y="0"/>
        <a:ext cx="2695702" cy="575898"/>
      </dsp:txXfrm>
    </dsp:sp>
    <dsp:sp modelId="{E691D1A1-8289-094F-905B-13C3655FFDFB}">
      <dsp:nvSpPr>
        <dsp:cNvPr id="0" name=""/>
        <dsp:cNvSpPr/>
      </dsp:nvSpPr>
      <dsp:spPr>
        <a:xfrm>
          <a:off x="5237820" y="0"/>
          <a:ext cx="3271600" cy="575898"/>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58674" rIns="29337" bIns="58674" numCol="1" spcCol="1270" anchor="ctr" anchorCtr="0">
          <a:noAutofit/>
        </a:bodyPr>
        <a:lstStyle/>
        <a:p>
          <a:pPr marL="0" lvl="0" indent="0" algn="ctr" defTabSz="977900">
            <a:lnSpc>
              <a:spcPct val="90000"/>
            </a:lnSpc>
            <a:spcBef>
              <a:spcPct val="0"/>
            </a:spcBef>
            <a:spcAft>
              <a:spcPct val="35000"/>
            </a:spcAft>
            <a:buNone/>
          </a:pPr>
          <a:r>
            <a:rPr kumimoji="1" lang="en-US" altLang="ja-JP" sz="2200" kern="1200" dirty="0"/>
            <a:t>Phase3(7〜9</a:t>
          </a:r>
          <a:r>
            <a:rPr kumimoji="1" lang="ja-JP" altLang="en-US" sz="2200" kern="1200"/>
            <a:t>ヶ月</a:t>
          </a:r>
          <a:r>
            <a:rPr kumimoji="1" lang="en-US" altLang="ja-JP" sz="2200" kern="1200" dirty="0"/>
            <a:t>)</a:t>
          </a:r>
          <a:endParaRPr kumimoji="1" lang="ja-JP" altLang="en-US" sz="2200" kern="1200"/>
        </a:p>
      </dsp:txBody>
      <dsp:txXfrm>
        <a:off x="5525769" y="0"/>
        <a:ext cx="2695702" cy="575898"/>
      </dsp:txXfrm>
    </dsp:sp>
    <dsp:sp modelId="{C1EFDB0B-347C-8540-A83E-B49B0E8689AE}">
      <dsp:nvSpPr>
        <dsp:cNvPr id="0" name=""/>
        <dsp:cNvSpPr/>
      </dsp:nvSpPr>
      <dsp:spPr>
        <a:xfrm>
          <a:off x="7855101" y="0"/>
          <a:ext cx="3271600" cy="575898"/>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58674" rIns="29337" bIns="58674" numCol="1" spcCol="1270" anchor="ctr" anchorCtr="0">
          <a:noAutofit/>
        </a:bodyPr>
        <a:lstStyle/>
        <a:p>
          <a:pPr marL="0" lvl="0" indent="0" algn="ctr" defTabSz="977900">
            <a:lnSpc>
              <a:spcPct val="90000"/>
            </a:lnSpc>
            <a:spcBef>
              <a:spcPct val="0"/>
            </a:spcBef>
            <a:spcAft>
              <a:spcPct val="35000"/>
            </a:spcAft>
            <a:buNone/>
          </a:pPr>
          <a:r>
            <a:rPr kumimoji="1" lang="en-US" altLang="ja-JP" sz="2200" kern="1200" dirty="0"/>
            <a:t>Phase4(9〜12</a:t>
          </a:r>
          <a:r>
            <a:rPr kumimoji="1" lang="ja-JP" altLang="en-US" sz="2200" kern="1200"/>
            <a:t>ヶ月</a:t>
          </a:r>
          <a:r>
            <a:rPr kumimoji="1" lang="en-US" altLang="ja-JP" sz="2200" kern="1200" dirty="0"/>
            <a:t>)</a:t>
          </a:r>
          <a:endParaRPr kumimoji="1" lang="ja-JP" altLang="en-US" sz="2200" kern="1200"/>
        </a:p>
      </dsp:txBody>
      <dsp:txXfrm>
        <a:off x="8143050" y="0"/>
        <a:ext cx="2695702" cy="575898"/>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BA392B-3B34-4D4D-BE49-6D454F154EF4}">
      <dsp:nvSpPr>
        <dsp:cNvPr id="0" name=""/>
        <dsp:cNvSpPr/>
      </dsp:nvSpPr>
      <dsp:spPr>
        <a:xfrm>
          <a:off x="0" y="2300"/>
          <a:ext cx="10342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B55240-5730-FF47-B82D-4017CE4F9FEA}">
      <dsp:nvSpPr>
        <dsp:cNvPr id="0" name=""/>
        <dsp:cNvSpPr/>
      </dsp:nvSpPr>
      <dsp:spPr>
        <a:xfrm>
          <a:off x="0" y="2300"/>
          <a:ext cx="2068576" cy="550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en-US" sz="1500" b="1" kern="1200" dirty="0"/>
            <a:t>2. </a:t>
          </a:r>
          <a:r>
            <a:rPr kumimoji="1" lang="ja-JP" sz="1500" b="1" kern="1200"/>
            <a:t>会話構造解析</a:t>
          </a:r>
          <a:r>
            <a:rPr kumimoji="1" lang="ja-JP" altLang="en-US" sz="1500" b="1" kern="1200"/>
            <a:t>の問題</a:t>
          </a:r>
          <a:endParaRPr kumimoji="1" lang="en-US" altLang="ja-JP" sz="1500" b="1" kern="1200" dirty="0"/>
        </a:p>
      </dsp:txBody>
      <dsp:txXfrm>
        <a:off x="0" y="2300"/>
        <a:ext cx="2068576" cy="550202"/>
      </dsp:txXfrm>
    </dsp:sp>
    <dsp:sp modelId="{C5ECDBFB-6EB5-B24A-80DF-93CF9253CA43}">
      <dsp:nvSpPr>
        <dsp:cNvPr id="0" name=""/>
        <dsp:cNvSpPr/>
      </dsp:nvSpPr>
      <dsp:spPr>
        <a:xfrm>
          <a:off x="2223719" y="48373"/>
          <a:ext cx="8119160" cy="5308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1" lang="ja-JP" sz="1200" kern="1200"/>
            <a:t>会話の取りこぼし</a:t>
          </a:r>
          <a:br>
            <a:rPr kumimoji="1" lang="ja-JP" sz="1200" kern="1200"/>
          </a:br>
          <a:r>
            <a:rPr kumimoji="1" lang="ja-JP" sz="1200" kern="1200"/>
            <a:t>→ </a:t>
          </a:r>
          <a:r>
            <a:rPr kumimoji="1" lang="ja-JP" sz="1200" b="1" kern="1200"/>
            <a:t>対策：</a:t>
          </a:r>
          <a:r>
            <a:rPr kumimoji="1" lang="ja-JP" sz="1200" kern="1200"/>
            <a:t> </a:t>
          </a:r>
          <a:r>
            <a:rPr kumimoji="1" lang="en-US" sz="1200" kern="1200" dirty="0"/>
            <a:t>Low-latency segmentation, turn boundary detection</a:t>
          </a:r>
          <a:endParaRPr lang="ja-JP" sz="1200" kern="1200"/>
        </a:p>
      </dsp:txBody>
      <dsp:txXfrm>
        <a:off x="2223719" y="48373"/>
        <a:ext cx="8119160" cy="530897"/>
      </dsp:txXfrm>
    </dsp:sp>
    <dsp:sp modelId="{CDFAE51A-B3EA-7B42-94D3-00A6C97F8A9F}">
      <dsp:nvSpPr>
        <dsp:cNvPr id="0" name=""/>
        <dsp:cNvSpPr/>
      </dsp:nvSpPr>
      <dsp:spPr>
        <a:xfrm>
          <a:off x="2068576" y="579271"/>
          <a:ext cx="827430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8297A24-151F-1247-96F3-EC63D6140A01}">
      <dsp:nvSpPr>
        <dsp:cNvPr id="0" name=""/>
        <dsp:cNvSpPr/>
      </dsp:nvSpPr>
      <dsp:spPr>
        <a:xfrm>
          <a:off x="0" y="625343"/>
          <a:ext cx="10342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7B1A1E-F0A1-564B-9A04-D03F1801FE15}">
      <dsp:nvSpPr>
        <dsp:cNvPr id="0" name=""/>
        <dsp:cNvSpPr/>
      </dsp:nvSpPr>
      <dsp:spPr>
        <a:xfrm>
          <a:off x="0" y="625343"/>
          <a:ext cx="2068576" cy="921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en-US" altLang="ja-JP" sz="1500" b="1" kern="1200" dirty="0"/>
            <a:t>3.</a:t>
          </a:r>
          <a:r>
            <a:rPr kumimoji="1" lang="ja-JP" altLang="en-US" sz="1500" b="1" kern="1200"/>
            <a:t>言語攻撃性の問題</a:t>
          </a:r>
        </a:p>
      </dsp:txBody>
      <dsp:txXfrm>
        <a:off x="0" y="625343"/>
        <a:ext cx="2068576" cy="921457"/>
      </dsp:txXfrm>
    </dsp:sp>
    <dsp:sp modelId="{825417BA-A7A5-DC4F-A731-1CEE63670EC3}">
      <dsp:nvSpPr>
        <dsp:cNvPr id="0" name=""/>
        <dsp:cNvSpPr/>
      </dsp:nvSpPr>
      <dsp:spPr>
        <a:xfrm>
          <a:off x="2223719" y="639741"/>
          <a:ext cx="8119160" cy="2879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kumimoji="1" lang="ja-JP" altLang="en-US" sz="1000" b="1" kern="1200"/>
            <a:t>日本語ハラスメント特有の婉曲表現の検知が難しい</a:t>
          </a:r>
          <a:endParaRPr kumimoji="1" lang="en-US" altLang="ja-JP" sz="1000" b="1" kern="1200" dirty="0"/>
        </a:p>
      </dsp:txBody>
      <dsp:txXfrm>
        <a:off x="2223719" y="639741"/>
        <a:ext cx="8119160" cy="287955"/>
      </dsp:txXfrm>
    </dsp:sp>
    <dsp:sp modelId="{21C74404-D6F4-5B4A-9113-0663F73310DD}">
      <dsp:nvSpPr>
        <dsp:cNvPr id="0" name=""/>
        <dsp:cNvSpPr/>
      </dsp:nvSpPr>
      <dsp:spPr>
        <a:xfrm>
          <a:off x="2068576" y="927697"/>
          <a:ext cx="827430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B040AEF-0A32-FF49-86AD-4EE912233BD0}">
      <dsp:nvSpPr>
        <dsp:cNvPr id="0" name=""/>
        <dsp:cNvSpPr/>
      </dsp:nvSpPr>
      <dsp:spPr>
        <a:xfrm>
          <a:off x="2223719" y="942095"/>
          <a:ext cx="8119160" cy="2879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kumimoji="1" lang="en-US" altLang="ja-JP" sz="1000" kern="1200" dirty="0"/>
            <a:t>→</a:t>
          </a:r>
          <a:r>
            <a:rPr kumimoji="1" lang="ja-JP" altLang="en-US" sz="1000" b="1" kern="1200"/>
            <a:t>対策：</a:t>
          </a:r>
          <a:r>
            <a:rPr kumimoji="1" lang="ja-JP" altLang="en-US" sz="1000" kern="1200"/>
            <a:t>日本語ハラスメント文を専門家アノテーションして教師データ化</a:t>
          </a:r>
        </a:p>
      </dsp:txBody>
      <dsp:txXfrm>
        <a:off x="2223719" y="942095"/>
        <a:ext cx="8119160" cy="287955"/>
      </dsp:txXfrm>
    </dsp:sp>
    <dsp:sp modelId="{8F52AFA8-60A8-004C-9A4E-DFEADFD37AEC}">
      <dsp:nvSpPr>
        <dsp:cNvPr id="0" name=""/>
        <dsp:cNvSpPr/>
      </dsp:nvSpPr>
      <dsp:spPr>
        <a:xfrm>
          <a:off x="2068576" y="1230050"/>
          <a:ext cx="827430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EC84732-A18E-9145-A100-49466805A6E8}">
      <dsp:nvSpPr>
        <dsp:cNvPr id="0" name=""/>
        <dsp:cNvSpPr/>
      </dsp:nvSpPr>
      <dsp:spPr>
        <a:xfrm>
          <a:off x="2208942" y="1244448"/>
          <a:ext cx="8119160" cy="2879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kumimoji="1" lang="en-US" altLang="ja-JP" sz="1000" b="1" kern="1200" dirty="0"/>
            <a:t>→</a:t>
          </a:r>
          <a:r>
            <a:rPr kumimoji="1" lang="ja-JP" altLang="en-US" sz="1000" b="1" kern="1200"/>
            <a:t>対策：</a:t>
          </a:r>
          <a:r>
            <a:rPr kumimoji="1" lang="ja-JP" altLang="en-US" sz="1000" kern="1200"/>
            <a:t>婉曲攻撃性スコアを新しい特徴量として明示的に導入</a:t>
          </a:r>
        </a:p>
      </dsp:txBody>
      <dsp:txXfrm>
        <a:off x="2208942" y="1244448"/>
        <a:ext cx="8119160" cy="287955"/>
      </dsp:txXfrm>
    </dsp:sp>
    <dsp:sp modelId="{35B349D2-699B-5347-8D7B-64D9D5C4887E}">
      <dsp:nvSpPr>
        <dsp:cNvPr id="0" name=""/>
        <dsp:cNvSpPr/>
      </dsp:nvSpPr>
      <dsp:spPr>
        <a:xfrm>
          <a:off x="2068576" y="1532403"/>
          <a:ext cx="827430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ECC1CE0-2BD6-7C46-9A0D-4552FE8E1FAD}">
      <dsp:nvSpPr>
        <dsp:cNvPr id="0" name=""/>
        <dsp:cNvSpPr/>
      </dsp:nvSpPr>
      <dsp:spPr>
        <a:xfrm>
          <a:off x="0" y="1546801"/>
          <a:ext cx="10342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C9D7BB-2F46-1247-9284-9EFDD224E67A}">
      <dsp:nvSpPr>
        <dsp:cNvPr id="0" name=""/>
        <dsp:cNvSpPr/>
      </dsp:nvSpPr>
      <dsp:spPr>
        <a:xfrm>
          <a:off x="0" y="1546801"/>
          <a:ext cx="2068576" cy="921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en-US" sz="1500" b="1" kern="1200" dirty="0"/>
            <a:t>4. </a:t>
          </a:r>
          <a:r>
            <a:rPr kumimoji="1" lang="ja-JP" sz="1500" b="1" kern="1200"/>
            <a:t>判例マッチング</a:t>
          </a:r>
          <a:r>
            <a:rPr kumimoji="1" lang="ja-JP" altLang="en-US" sz="1500" b="1" kern="1200"/>
            <a:t>の問題</a:t>
          </a:r>
          <a:endParaRPr lang="ja-JP" sz="1500" kern="1200"/>
        </a:p>
      </dsp:txBody>
      <dsp:txXfrm>
        <a:off x="0" y="1546801"/>
        <a:ext cx="2068576" cy="921457"/>
      </dsp:txXfrm>
    </dsp:sp>
    <dsp:sp modelId="{96BFB7A6-94D2-5A45-B878-F46775D5C19D}">
      <dsp:nvSpPr>
        <dsp:cNvPr id="0" name=""/>
        <dsp:cNvSpPr/>
      </dsp:nvSpPr>
      <dsp:spPr>
        <a:xfrm>
          <a:off x="2223719" y="1592874"/>
          <a:ext cx="8119160" cy="828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1" lang="ja-JP" sz="1200" kern="1200"/>
            <a:t>法律文書の専門性</a:t>
          </a:r>
          <a:br>
            <a:rPr kumimoji="1" lang="ja-JP" sz="1200" kern="1200"/>
          </a:br>
          <a:r>
            <a:rPr kumimoji="1" lang="ja-JP" sz="1200" kern="1200"/>
            <a:t>→ </a:t>
          </a:r>
          <a:r>
            <a:rPr kumimoji="1" lang="ja-JP" sz="1200" b="1" kern="1200"/>
            <a:t>対策：</a:t>
          </a:r>
          <a:r>
            <a:rPr kumimoji="1" lang="ja-JP" sz="1200" kern="1200"/>
            <a:t> 法律固有事前学習（</a:t>
          </a:r>
          <a:r>
            <a:rPr kumimoji="1" lang="en-US" sz="1200" kern="1200" dirty="0"/>
            <a:t>Legal-BERT</a:t>
          </a:r>
          <a:r>
            <a:rPr kumimoji="1" lang="ja-JP" sz="1200" kern="1200"/>
            <a:t>系）</a:t>
          </a:r>
          <a:endParaRPr lang="ja-JP" sz="1200" kern="1200"/>
        </a:p>
      </dsp:txBody>
      <dsp:txXfrm>
        <a:off x="2223719" y="1592874"/>
        <a:ext cx="8119160" cy="828611"/>
      </dsp:txXfrm>
    </dsp:sp>
    <dsp:sp modelId="{ED608A43-37CF-0249-83F9-526F6E1F7118}">
      <dsp:nvSpPr>
        <dsp:cNvPr id="0" name=""/>
        <dsp:cNvSpPr/>
      </dsp:nvSpPr>
      <dsp:spPr>
        <a:xfrm>
          <a:off x="2068576" y="2421486"/>
          <a:ext cx="827430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1BD7975-3E51-B34F-A93A-0F03879E7E94}">
      <dsp:nvSpPr>
        <dsp:cNvPr id="0" name=""/>
        <dsp:cNvSpPr/>
      </dsp:nvSpPr>
      <dsp:spPr>
        <a:xfrm>
          <a:off x="0" y="2468259"/>
          <a:ext cx="10342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460F96-3936-B740-A42F-15E76AF973DC}">
      <dsp:nvSpPr>
        <dsp:cNvPr id="0" name=""/>
        <dsp:cNvSpPr/>
      </dsp:nvSpPr>
      <dsp:spPr>
        <a:xfrm>
          <a:off x="0" y="2468259"/>
          <a:ext cx="2068576" cy="921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en-US" sz="1500" b="1" kern="1200" dirty="0"/>
            <a:t>5. </a:t>
          </a:r>
          <a:r>
            <a:rPr kumimoji="1" lang="ja-JP" sz="1500" b="1" kern="1200"/>
            <a:t>オンデバイス処理の重さ</a:t>
          </a:r>
          <a:endParaRPr lang="ja-JP" sz="1500" kern="1200"/>
        </a:p>
      </dsp:txBody>
      <dsp:txXfrm>
        <a:off x="0" y="2468259"/>
        <a:ext cx="2068576" cy="921457"/>
      </dsp:txXfrm>
    </dsp:sp>
    <dsp:sp modelId="{15EF1102-2912-F448-A1F9-4ECB6ED67CA4}">
      <dsp:nvSpPr>
        <dsp:cNvPr id="0" name=""/>
        <dsp:cNvSpPr/>
      </dsp:nvSpPr>
      <dsp:spPr>
        <a:xfrm>
          <a:off x="2223719" y="2514332"/>
          <a:ext cx="8119160" cy="665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1" lang="ja-JP" sz="1200" kern="1200"/>
            <a:t>→ </a:t>
          </a:r>
          <a:r>
            <a:rPr kumimoji="1" lang="ja-JP" sz="1200" b="1" kern="1200"/>
            <a:t>対策：</a:t>
          </a:r>
          <a:r>
            <a:rPr kumimoji="1" lang="ja-JP" sz="1200" kern="1200"/>
            <a:t> </a:t>
          </a:r>
          <a:r>
            <a:rPr kumimoji="1" lang="en-US" sz="1200" kern="1200" dirty="0"/>
            <a:t>Distillation</a:t>
          </a:r>
          <a:r>
            <a:rPr kumimoji="1" lang="ja-JP" sz="1200" kern="1200"/>
            <a:t>＋</a:t>
          </a:r>
          <a:r>
            <a:rPr kumimoji="1" lang="en-US" sz="1200" kern="1200" dirty="0"/>
            <a:t>4bit</a:t>
          </a:r>
          <a:r>
            <a:rPr kumimoji="1" lang="ja-JP" sz="1200" kern="1200"/>
            <a:t>量子化＋</a:t>
          </a:r>
          <a:r>
            <a:rPr kumimoji="1" lang="en-US" sz="1200" kern="1200" dirty="0"/>
            <a:t>Mobile GPU</a:t>
          </a:r>
          <a:r>
            <a:rPr kumimoji="1" lang="ja-JP" sz="1200" kern="1200"/>
            <a:t>最適化</a:t>
          </a:r>
          <a:endParaRPr lang="ja-JP" sz="1200" kern="1200"/>
        </a:p>
      </dsp:txBody>
      <dsp:txXfrm>
        <a:off x="2223719" y="2514332"/>
        <a:ext cx="8119160" cy="665052"/>
      </dsp:txXfrm>
    </dsp:sp>
    <dsp:sp modelId="{16EE69CB-F3A6-6747-B058-1F0FAFE70D2B}">
      <dsp:nvSpPr>
        <dsp:cNvPr id="0" name=""/>
        <dsp:cNvSpPr/>
      </dsp:nvSpPr>
      <dsp:spPr>
        <a:xfrm>
          <a:off x="2068576" y="3179385"/>
          <a:ext cx="827430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4CBE043-F8C1-3540-A47F-6275B3F66AA9}">
      <dsp:nvSpPr>
        <dsp:cNvPr id="0" name=""/>
        <dsp:cNvSpPr/>
      </dsp:nvSpPr>
      <dsp:spPr>
        <a:xfrm>
          <a:off x="0" y="3389716"/>
          <a:ext cx="10342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B18337-EEE2-A94C-A8CC-D09DF6384BC3}">
      <dsp:nvSpPr>
        <dsp:cNvPr id="0" name=""/>
        <dsp:cNvSpPr/>
      </dsp:nvSpPr>
      <dsp:spPr>
        <a:xfrm>
          <a:off x="0" y="3389716"/>
          <a:ext cx="2068576" cy="921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en-US" sz="1500" b="1" kern="1200" dirty="0"/>
            <a:t>6. </a:t>
          </a:r>
          <a:r>
            <a:rPr kumimoji="1" lang="ja-JP" sz="1500" b="1" kern="1200"/>
            <a:t>データ収集が難しい</a:t>
          </a:r>
          <a:endParaRPr lang="ja-JP" sz="1500" kern="1200"/>
        </a:p>
      </dsp:txBody>
      <dsp:txXfrm>
        <a:off x="0" y="3389716"/>
        <a:ext cx="2068576" cy="921457"/>
      </dsp:txXfrm>
    </dsp:sp>
    <dsp:sp modelId="{865E9EFB-2AB3-6542-9A52-072ADD433D6D}">
      <dsp:nvSpPr>
        <dsp:cNvPr id="0" name=""/>
        <dsp:cNvSpPr/>
      </dsp:nvSpPr>
      <dsp:spPr>
        <a:xfrm>
          <a:off x="2223719" y="3431560"/>
          <a:ext cx="8119160" cy="836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1" lang="ja-JP" altLang="en-US" sz="1200" kern="1200"/>
            <a:t>→ </a:t>
          </a:r>
          <a:r>
            <a:rPr kumimoji="1" lang="ja-JP" altLang="en-US" sz="1200" b="1" kern="1200"/>
            <a:t>対策：</a:t>
          </a:r>
          <a:r>
            <a:rPr kumimoji="1" lang="ja-JP" altLang="en-US" sz="1200" kern="1200"/>
            <a:t> シミュレーションデータ＋専門家ラベルの併用</a:t>
          </a:r>
          <a:endParaRPr lang="ja-JP" altLang="en-US" sz="1200" kern="1200"/>
        </a:p>
      </dsp:txBody>
      <dsp:txXfrm>
        <a:off x="2223719" y="3431560"/>
        <a:ext cx="8119160" cy="836870"/>
      </dsp:txXfrm>
    </dsp:sp>
    <dsp:sp modelId="{8CFB8C85-A0F9-2046-8D08-49B1297A3DDA}">
      <dsp:nvSpPr>
        <dsp:cNvPr id="0" name=""/>
        <dsp:cNvSpPr/>
      </dsp:nvSpPr>
      <dsp:spPr>
        <a:xfrm>
          <a:off x="2068576" y="4268431"/>
          <a:ext cx="827430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2D79BE-4B58-6A4F-830F-72802FB90D11}">
      <dsp:nvSpPr>
        <dsp:cNvPr id="0" name=""/>
        <dsp:cNvSpPr/>
      </dsp:nvSpPr>
      <dsp:spPr>
        <a:xfrm>
          <a:off x="0" y="593"/>
          <a:ext cx="103428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5FBF1E-6BD2-844B-A350-6096E98E7767}">
      <dsp:nvSpPr>
        <dsp:cNvPr id="0" name=""/>
        <dsp:cNvSpPr/>
      </dsp:nvSpPr>
      <dsp:spPr>
        <a:xfrm>
          <a:off x="0" y="593"/>
          <a:ext cx="2068576" cy="12149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en-US" altLang="ja-JP" sz="1500" b="1" kern="1200" dirty="0"/>
            <a:t>1 </a:t>
          </a:r>
          <a:r>
            <a:rPr kumimoji="1" lang="ja-JP" altLang="en-US" sz="1500" b="1" kern="1200"/>
            <a:t>音声攻撃性の問題</a:t>
          </a:r>
          <a:endParaRPr kumimoji="1" lang="en-US" altLang="ja-JP" sz="1500" b="1" kern="1200" dirty="0"/>
        </a:p>
      </dsp:txBody>
      <dsp:txXfrm>
        <a:off x="0" y="593"/>
        <a:ext cx="2068576" cy="1214902"/>
      </dsp:txXfrm>
    </dsp:sp>
    <dsp:sp modelId="{108DA85E-86D7-9244-8127-182DCCB1DC04}">
      <dsp:nvSpPr>
        <dsp:cNvPr id="0" name=""/>
        <dsp:cNvSpPr/>
      </dsp:nvSpPr>
      <dsp:spPr>
        <a:xfrm>
          <a:off x="2223719" y="14875"/>
          <a:ext cx="8119160" cy="2856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1" lang="ja-JP" altLang="en-US" sz="1200" kern="1200"/>
            <a:t>背景ノイズ</a:t>
          </a:r>
        </a:p>
      </dsp:txBody>
      <dsp:txXfrm>
        <a:off x="2223719" y="14875"/>
        <a:ext cx="8119160" cy="285632"/>
      </dsp:txXfrm>
    </dsp:sp>
    <dsp:sp modelId="{48E6B68E-1352-AF49-8391-25364C79E4B4}">
      <dsp:nvSpPr>
        <dsp:cNvPr id="0" name=""/>
        <dsp:cNvSpPr/>
      </dsp:nvSpPr>
      <dsp:spPr>
        <a:xfrm>
          <a:off x="2068576" y="300507"/>
          <a:ext cx="827430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489974C-A360-BD4D-85C3-6B86ECEBF935}">
      <dsp:nvSpPr>
        <dsp:cNvPr id="0" name=""/>
        <dsp:cNvSpPr/>
      </dsp:nvSpPr>
      <dsp:spPr>
        <a:xfrm>
          <a:off x="2223719" y="314789"/>
          <a:ext cx="8119160" cy="2856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1" lang="ja-JP" altLang="en-US" sz="1200" kern="1200"/>
            <a:t>個人差</a:t>
          </a:r>
        </a:p>
      </dsp:txBody>
      <dsp:txXfrm>
        <a:off x="2223719" y="314789"/>
        <a:ext cx="8119160" cy="285632"/>
      </dsp:txXfrm>
    </dsp:sp>
    <dsp:sp modelId="{0DD54A58-4F3E-4742-AE21-CE900C2387EE}">
      <dsp:nvSpPr>
        <dsp:cNvPr id="0" name=""/>
        <dsp:cNvSpPr/>
      </dsp:nvSpPr>
      <dsp:spPr>
        <a:xfrm>
          <a:off x="2068576" y="600422"/>
          <a:ext cx="827430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7D4B57C-DD6A-F543-9B74-B4C96ED3983F}">
      <dsp:nvSpPr>
        <dsp:cNvPr id="0" name=""/>
        <dsp:cNvSpPr/>
      </dsp:nvSpPr>
      <dsp:spPr>
        <a:xfrm>
          <a:off x="2223719" y="614703"/>
          <a:ext cx="8119160" cy="2856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1" lang="ja-JP" altLang="en-US" sz="1200" kern="1200"/>
            <a:t>音声収録環境の変動</a:t>
          </a:r>
          <a:endParaRPr kumimoji="1" lang="en-US" altLang="ja-JP" sz="1200" kern="1200" dirty="0"/>
        </a:p>
      </dsp:txBody>
      <dsp:txXfrm>
        <a:off x="2223719" y="614703"/>
        <a:ext cx="8119160" cy="285632"/>
      </dsp:txXfrm>
    </dsp:sp>
    <dsp:sp modelId="{6AAA512B-A588-E047-AF66-2F9080422B79}">
      <dsp:nvSpPr>
        <dsp:cNvPr id="0" name=""/>
        <dsp:cNvSpPr/>
      </dsp:nvSpPr>
      <dsp:spPr>
        <a:xfrm>
          <a:off x="2068576" y="900336"/>
          <a:ext cx="827430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B6383D0-8132-B148-AEB8-164CBFDA56E1}">
      <dsp:nvSpPr>
        <dsp:cNvPr id="0" name=""/>
        <dsp:cNvSpPr/>
      </dsp:nvSpPr>
      <dsp:spPr>
        <a:xfrm>
          <a:off x="2223719" y="914618"/>
          <a:ext cx="8119160" cy="2856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kumimoji="1" lang="en-US" altLang="ja-JP" sz="1200" kern="1200" dirty="0"/>
            <a:t>→</a:t>
          </a:r>
          <a:r>
            <a:rPr kumimoji="1" lang="ja-JP" altLang="en-US" sz="1200" b="1" kern="1200"/>
            <a:t>対策：</a:t>
          </a:r>
          <a:r>
            <a:rPr kumimoji="1" lang="ja-JP" altLang="en-US" sz="1200" kern="1200"/>
            <a:t>ノイズバスト特徴・音量正規化・自己教師あり微調整</a:t>
          </a:r>
        </a:p>
      </dsp:txBody>
      <dsp:txXfrm>
        <a:off x="2223719" y="914618"/>
        <a:ext cx="8119160" cy="285632"/>
      </dsp:txXfrm>
    </dsp:sp>
    <dsp:sp modelId="{33383A0E-FE75-E747-BF1C-7BAAD273355A}">
      <dsp:nvSpPr>
        <dsp:cNvPr id="0" name=""/>
        <dsp:cNvSpPr/>
      </dsp:nvSpPr>
      <dsp:spPr>
        <a:xfrm>
          <a:off x="2068576" y="1200250"/>
          <a:ext cx="827430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C6530B-B6C6-974C-820A-52822B9CBDBF}">
      <dsp:nvSpPr>
        <dsp:cNvPr id="0" name=""/>
        <dsp:cNvSpPr/>
      </dsp:nvSpPr>
      <dsp:spPr>
        <a:xfrm>
          <a:off x="0" y="610"/>
          <a:ext cx="1160523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EA1B49-DE82-DC4B-9E7B-0C192EA729AB}">
      <dsp:nvSpPr>
        <dsp:cNvPr id="0" name=""/>
        <dsp:cNvSpPr/>
      </dsp:nvSpPr>
      <dsp:spPr>
        <a:xfrm>
          <a:off x="0" y="610"/>
          <a:ext cx="2321046" cy="999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kumimoji="1" lang="en-US" sz="2100" b="1" kern="1200"/>
            <a:t>1. </a:t>
          </a:r>
          <a:r>
            <a:rPr kumimoji="1" lang="ja-JP" sz="2100" b="1" kern="1200"/>
            <a:t>音声攻撃性データ</a:t>
          </a:r>
          <a:endParaRPr lang="ja-JP" sz="2100" kern="1200"/>
        </a:p>
      </dsp:txBody>
      <dsp:txXfrm>
        <a:off x="0" y="610"/>
        <a:ext cx="2321046" cy="999470"/>
      </dsp:txXfrm>
    </dsp:sp>
    <dsp:sp modelId="{EE7ECC48-D22A-0741-8756-A3D0BBFB27DF}">
      <dsp:nvSpPr>
        <dsp:cNvPr id="0" name=""/>
        <dsp:cNvSpPr/>
      </dsp:nvSpPr>
      <dsp:spPr>
        <a:xfrm>
          <a:off x="2495124" y="23840"/>
          <a:ext cx="9110106" cy="464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ja-JP" sz="1500" kern="1200"/>
            <a:t>既存 </a:t>
          </a:r>
          <a:r>
            <a:rPr kumimoji="1" lang="en-US" sz="1500" kern="1200" dirty="0"/>
            <a:t>Angry/Emotion Dataset </a:t>
          </a:r>
          <a:r>
            <a:rPr kumimoji="1" lang="ja-JP" sz="1500" kern="1200"/>
            <a:t>を使用</a:t>
          </a:r>
          <a:endParaRPr lang="ja-JP" sz="1500" kern="1200"/>
        </a:p>
      </dsp:txBody>
      <dsp:txXfrm>
        <a:off x="2495124" y="23840"/>
        <a:ext cx="9110106" cy="464597"/>
      </dsp:txXfrm>
    </dsp:sp>
    <dsp:sp modelId="{98A9A640-496F-AF48-B25C-1CAF9B0AFE1B}">
      <dsp:nvSpPr>
        <dsp:cNvPr id="0" name=""/>
        <dsp:cNvSpPr/>
      </dsp:nvSpPr>
      <dsp:spPr>
        <a:xfrm>
          <a:off x="2321046" y="488437"/>
          <a:ext cx="928418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0B1ED22-FC19-264C-B43F-C6AECB210E88}">
      <dsp:nvSpPr>
        <dsp:cNvPr id="0" name=""/>
        <dsp:cNvSpPr/>
      </dsp:nvSpPr>
      <dsp:spPr>
        <a:xfrm>
          <a:off x="2495124" y="511667"/>
          <a:ext cx="9110106" cy="464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ja-JP" sz="1500" kern="1200"/>
            <a:t>“威圧・暴言” は追加収集（プライバシーに配慮したシミュレーション）</a:t>
          </a:r>
          <a:endParaRPr lang="ja-JP" sz="1500" kern="1200"/>
        </a:p>
      </dsp:txBody>
      <dsp:txXfrm>
        <a:off x="2495124" y="511667"/>
        <a:ext cx="9110106" cy="464597"/>
      </dsp:txXfrm>
    </dsp:sp>
    <dsp:sp modelId="{9BF74D4F-2D27-BA4A-9B0A-DC456C6BC50D}">
      <dsp:nvSpPr>
        <dsp:cNvPr id="0" name=""/>
        <dsp:cNvSpPr/>
      </dsp:nvSpPr>
      <dsp:spPr>
        <a:xfrm>
          <a:off x="2321046" y="976265"/>
          <a:ext cx="928418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5EBB391-A0B9-EF4D-9FB8-FB05A8B88926}">
      <dsp:nvSpPr>
        <dsp:cNvPr id="0" name=""/>
        <dsp:cNvSpPr/>
      </dsp:nvSpPr>
      <dsp:spPr>
        <a:xfrm>
          <a:off x="0" y="1000080"/>
          <a:ext cx="1160523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289A97-1BB1-1D42-A713-69EFFE5A8D7E}">
      <dsp:nvSpPr>
        <dsp:cNvPr id="0" name=""/>
        <dsp:cNvSpPr/>
      </dsp:nvSpPr>
      <dsp:spPr>
        <a:xfrm>
          <a:off x="0" y="1000080"/>
          <a:ext cx="2321046" cy="999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kumimoji="1" lang="en-US" sz="2100" b="1" kern="1200"/>
            <a:t>2. </a:t>
          </a:r>
          <a:r>
            <a:rPr kumimoji="1" lang="ja-JP" sz="2100" b="1" kern="1200"/>
            <a:t>会話構造データ</a:t>
          </a:r>
          <a:endParaRPr lang="ja-JP" sz="2100" kern="1200"/>
        </a:p>
      </dsp:txBody>
      <dsp:txXfrm>
        <a:off x="0" y="1000080"/>
        <a:ext cx="2321046" cy="999470"/>
      </dsp:txXfrm>
    </dsp:sp>
    <dsp:sp modelId="{752AE7CA-4FE1-7842-8101-FB385DB944AC}">
      <dsp:nvSpPr>
        <dsp:cNvPr id="0" name=""/>
        <dsp:cNvSpPr/>
      </dsp:nvSpPr>
      <dsp:spPr>
        <a:xfrm>
          <a:off x="2495124" y="1023310"/>
          <a:ext cx="9110106" cy="464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ja-JP" sz="1500" kern="1200"/>
            <a:t>マイク</a:t>
          </a:r>
          <a:r>
            <a:rPr kumimoji="1" lang="en-US" sz="1500" kern="1200" dirty="0"/>
            <a:t>2</a:t>
          </a:r>
          <a:r>
            <a:rPr kumimoji="1" lang="ja-JP" sz="1500" kern="1200"/>
            <a:t>本での対話データ</a:t>
          </a:r>
          <a:endParaRPr lang="ja-JP" sz="1500" kern="1200"/>
        </a:p>
      </dsp:txBody>
      <dsp:txXfrm>
        <a:off x="2495124" y="1023310"/>
        <a:ext cx="9110106" cy="464597"/>
      </dsp:txXfrm>
    </dsp:sp>
    <dsp:sp modelId="{4681F842-5805-C34E-BADE-3C3581A55FA3}">
      <dsp:nvSpPr>
        <dsp:cNvPr id="0" name=""/>
        <dsp:cNvSpPr/>
      </dsp:nvSpPr>
      <dsp:spPr>
        <a:xfrm>
          <a:off x="2321046" y="1487907"/>
          <a:ext cx="928418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5192240-58E2-4342-AE90-CB1BBA71E122}">
      <dsp:nvSpPr>
        <dsp:cNvPr id="0" name=""/>
        <dsp:cNvSpPr/>
      </dsp:nvSpPr>
      <dsp:spPr>
        <a:xfrm>
          <a:off x="2495124" y="1511137"/>
          <a:ext cx="9110106" cy="464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ja-JP" sz="1500" kern="1200"/>
            <a:t>模擬会話シナリオを収集</a:t>
          </a:r>
          <a:endParaRPr lang="ja-JP" sz="1500" kern="1200"/>
        </a:p>
      </dsp:txBody>
      <dsp:txXfrm>
        <a:off x="2495124" y="1511137"/>
        <a:ext cx="9110106" cy="464597"/>
      </dsp:txXfrm>
    </dsp:sp>
    <dsp:sp modelId="{DCFB521C-6310-7C45-9DE2-899D92DB3B27}">
      <dsp:nvSpPr>
        <dsp:cNvPr id="0" name=""/>
        <dsp:cNvSpPr/>
      </dsp:nvSpPr>
      <dsp:spPr>
        <a:xfrm>
          <a:off x="2321046" y="1975735"/>
          <a:ext cx="928418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A07ACF7-D6BA-B348-B109-32D7298167C6}">
      <dsp:nvSpPr>
        <dsp:cNvPr id="0" name=""/>
        <dsp:cNvSpPr/>
      </dsp:nvSpPr>
      <dsp:spPr>
        <a:xfrm>
          <a:off x="0" y="1999550"/>
          <a:ext cx="1160523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95405F-D3F1-A84D-8746-CAB8782D6A06}">
      <dsp:nvSpPr>
        <dsp:cNvPr id="0" name=""/>
        <dsp:cNvSpPr/>
      </dsp:nvSpPr>
      <dsp:spPr>
        <a:xfrm>
          <a:off x="0" y="1999550"/>
          <a:ext cx="2321046" cy="999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altLang="ja-JP" sz="2100" b="1" kern="1200" dirty="0"/>
            <a:t>3.</a:t>
          </a:r>
          <a:r>
            <a:rPr lang="ja-JP" altLang="en-US" sz="2100" b="1" kern="1200"/>
            <a:t>言語攻撃性データ</a:t>
          </a:r>
          <a:endParaRPr lang="ja-JP" sz="2100" b="1" kern="1200"/>
        </a:p>
      </dsp:txBody>
      <dsp:txXfrm>
        <a:off x="0" y="1999550"/>
        <a:ext cx="2321046" cy="999470"/>
      </dsp:txXfrm>
    </dsp:sp>
    <dsp:sp modelId="{A22F5638-47FA-F847-BC47-924B48CEB9BE}">
      <dsp:nvSpPr>
        <dsp:cNvPr id="0" name=""/>
        <dsp:cNvSpPr/>
      </dsp:nvSpPr>
      <dsp:spPr>
        <a:xfrm>
          <a:off x="2495124" y="2022780"/>
          <a:ext cx="9110106" cy="464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ja-JP" altLang="en-US" sz="1500" kern="1200"/>
            <a:t>日本語ハラスメント専用コーパスの構築</a:t>
          </a:r>
          <a:r>
            <a:rPr kumimoji="1" lang="en-US" altLang="ja-JP" sz="1500" kern="1200" dirty="0"/>
            <a:t>(</a:t>
          </a:r>
          <a:r>
            <a:rPr kumimoji="1" lang="ja-JP" altLang="en-US" sz="1500" kern="1200"/>
            <a:t>人格否定</a:t>
          </a:r>
          <a:r>
            <a:rPr kumimoji="1" lang="en-US" altLang="ja-JP" sz="1500" kern="1200" dirty="0"/>
            <a:t>/</a:t>
          </a:r>
          <a:r>
            <a:rPr kumimoji="1" lang="ja-JP" altLang="en-US" sz="1500" kern="1200"/>
            <a:t>能力否定</a:t>
          </a:r>
          <a:r>
            <a:rPr kumimoji="1" lang="en-US" altLang="ja-JP" sz="1500" kern="1200" dirty="0"/>
            <a:t>/</a:t>
          </a:r>
          <a:r>
            <a:rPr kumimoji="1" lang="ja-JP" altLang="en-US" sz="1500" kern="1200"/>
            <a:t>威圧命令</a:t>
          </a:r>
          <a:r>
            <a:rPr kumimoji="1" lang="en-US" altLang="ja-JP" sz="1500" kern="1200" dirty="0"/>
            <a:t>/</a:t>
          </a:r>
          <a:r>
            <a:rPr kumimoji="1" lang="ja-JP" altLang="en-US" sz="1500" kern="1200"/>
            <a:t>暗示的侮辱に特化した独自構築</a:t>
          </a:r>
          <a:r>
            <a:rPr kumimoji="1" lang="en-US" altLang="ja-JP" sz="1500" kern="1200" dirty="0"/>
            <a:t>)</a:t>
          </a:r>
          <a:endParaRPr kumimoji="1" lang="ja-JP" altLang="en-US" sz="1500" kern="1200"/>
        </a:p>
      </dsp:txBody>
      <dsp:txXfrm>
        <a:off x="2495124" y="2022780"/>
        <a:ext cx="9110106" cy="464597"/>
      </dsp:txXfrm>
    </dsp:sp>
    <dsp:sp modelId="{061F3537-B086-864C-8732-1C8DB59C10CB}">
      <dsp:nvSpPr>
        <dsp:cNvPr id="0" name=""/>
        <dsp:cNvSpPr/>
      </dsp:nvSpPr>
      <dsp:spPr>
        <a:xfrm>
          <a:off x="2321046" y="2487378"/>
          <a:ext cx="928418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9B35E2C-5813-374B-B858-3436C23CBAAA}">
      <dsp:nvSpPr>
        <dsp:cNvPr id="0" name=""/>
        <dsp:cNvSpPr/>
      </dsp:nvSpPr>
      <dsp:spPr>
        <a:xfrm>
          <a:off x="2495124" y="2510608"/>
          <a:ext cx="9110106" cy="464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ja-JP" altLang="en-US" sz="1500" kern="1200"/>
            <a:t>判例からハラスメントに関連するフレーズの収集、婉曲表現、暗示的攻撃表現の収集</a:t>
          </a:r>
        </a:p>
      </dsp:txBody>
      <dsp:txXfrm>
        <a:off x="2495124" y="2510608"/>
        <a:ext cx="9110106" cy="464597"/>
      </dsp:txXfrm>
    </dsp:sp>
    <dsp:sp modelId="{3A5FCF0F-AFFE-8147-BC5D-B673CFC93843}">
      <dsp:nvSpPr>
        <dsp:cNvPr id="0" name=""/>
        <dsp:cNvSpPr/>
      </dsp:nvSpPr>
      <dsp:spPr>
        <a:xfrm>
          <a:off x="2321046" y="2975205"/>
          <a:ext cx="928418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C9A2A5F-1F10-6847-A091-EFFB79F0C707}">
      <dsp:nvSpPr>
        <dsp:cNvPr id="0" name=""/>
        <dsp:cNvSpPr/>
      </dsp:nvSpPr>
      <dsp:spPr>
        <a:xfrm>
          <a:off x="0" y="2999021"/>
          <a:ext cx="1160523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4B78F4-390A-014A-AB83-8145A4DFE809}">
      <dsp:nvSpPr>
        <dsp:cNvPr id="0" name=""/>
        <dsp:cNvSpPr/>
      </dsp:nvSpPr>
      <dsp:spPr>
        <a:xfrm>
          <a:off x="0" y="2999021"/>
          <a:ext cx="2321046" cy="999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kumimoji="1" lang="en-US" sz="2100" b="1" kern="1200" dirty="0"/>
            <a:t>4. </a:t>
          </a:r>
          <a:r>
            <a:rPr kumimoji="1" lang="ja-JP" sz="2100" b="1" kern="1200"/>
            <a:t>法律側データ</a:t>
          </a:r>
          <a:endParaRPr lang="ja-JP" sz="2100" kern="1200"/>
        </a:p>
      </dsp:txBody>
      <dsp:txXfrm>
        <a:off x="0" y="2999021"/>
        <a:ext cx="2321046" cy="999470"/>
      </dsp:txXfrm>
    </dsp:sp>
    <dsp:sp modelId="{0DFAB4AB-8D8C-7B4C-A811-62B26A2A56D7}">
      <dsp:nvSpPr>
        <dsp:cNvPr id="0" name=""/>
        <dsp:cNvSpPr/>
      </dsp:nvSpPr>
      <dsp:spPr>
        <a:xfrm>
          <a:off x="2495124" y="3022251"/>
          <a:ext cx="9110106" cy="464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ja-JP" sz="1500" kern="1200"/>
            <a:t>オープン判例データベース</a:t>
          </a:r>
          <a:r>
            <a:rPr kumimoji="1" lang="en-US" altLang="ja-JP" sz="1500" kern="1200" dirty="0"/>
            <a:t> e-Gov</a:t>
          </a:r>
          <a:r>
            <a:rPr kumimoji="1" lang="ja-JP" altLang="en-US" sz="1500" kern="1200"/>
            <a:t>など</a:t>
          </a:r>
          <a:endParaRPr lang="ja-JP" sz="1500" kern="1200"/>
        </a:p>
      </dsp:txBody>
      <dsp:txXfrm>
        <a:off x="2495124" y="3022251"/>
        <a:ext cx="9110106" cy="464597"/>
      </dsp:txXfrm>
    </dsp:sp>
    <dsp:sp modelId="{8F4E667D-C772-3841-95F7-5FC067C822D5}">
      <dsp:nvSpPr>
        <dsp:cNvPr id="0" name=""/>
        <dsp:cNvSpPr/>
      </dsp:nvSpPr>
      <dsp:spPr>
        <a:xfrm>
          <a:off x="2321046" y="3486848"/>
          <a:ext cx="928418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13A1F65-424B-7648-87BF-A9AB3AD9C73C}">
      <dsp:nvSpPr>
        <dsp:cNvPr id="0" name=""/>
        <dsp:cNvSpPr/>
      </dsp:nvSpPr>
      <dsp:spPr>
        <a:xfrm>
          <a:off x="2495124" y="3510078"/>
          <a:ext cx="9110106" cy="464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en-US" sz="1500" kern="1200" dirty="0"/>
            <a:t>NLP</a:t>
          </a:r>
          <a:r>
            <a:rPr kumimoji="1" lang="ja-JP" sz="1500" kern="1200"/>
            <a:t>用に </a:t>
          </a:r>
          <a:r>
            <a:rPr kumimoji="1" lang="en-US" sz="1500" kern="1200" dirty="0"/>
            <a:t>embedding</a:t>
          </a:r>
          <a:r>
            <a:rPr kumimoji="1" lang="ja-JP" sz="1500" kern="1200"/>
            <a:t>化</a:t>
          </a:r>
          <a:endParaRPr lang="ja-JP" sz="1500" kern="1200"/>
        </a:p>
      </dsp:txBody>
      <dsp:txXfrm>
        <a:off x="2495124" y="3510078"/>
        <a:ext cx="9110106" cy="464597"/>
      </dsp:txXfrm>
    </dsp:sp>
    <dsp:sp modelId="{0B0C7C2A-18A7-8F44-8CA7-70E8B7AFE8C1}">
      <dsp:nvSpPr>
        <dsp:cNvPr id="0" name=""/>
        <dsp:cNvSpPr/>
      </dsp:nvSpPr>
      <dsp:spPr>
        <a:xfrm>
          <a:off x="2321046" y="3974675"/>
          <a:ext cx="928418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1D7172C-8101-2145-B8E7-D4EB83F3107F}">
      <dsp:nvSpPr>
        <dsp:cNvPr id="0" name=""/>
        <dsp:cNvSpPr/>
      </dsp:nvSpPr>
      <dsp:spPr>
        <a:xfrm>
          <a:off x="0" y="3998491"/>
          <a:ext cx="1160523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147D9E-6648-D943-BC74-81B55036382A}">
      <dsp:nvSpPr>
        <dsp:cNvPr id="0" name=""/>
        <dsp:cNvSpPr/>
      </dsp:nvSpPr>
      <dsp:spPr>
        <a:xfrm>
          <a:off x="0" y="3998491"/>
          <a:ext cx="2321046" cy="999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kumimoji="1" lang="en-US" sz="2100" b="1" kern="1200" dirty="0"/>
            <a:t>5. </a:t>
          </a:r>
          <a:r>
            <a:rPr kumimoji="1" lang="ja-JP" sz="2100" b="1" kern="1200"/>
            <a:t>アノテーション</a:t>
          </a:r>
          <a:endParaRPr lang="ja-JP" sz="2100" kern="1200"/>
        </a:p>
      </dsp:txBody>
      <dsp:txXfrm>
        <a:off x="0" y="3998491"/>
        <a:ext cx="2321046" cy="999470"/>
      </dsp:txXfrm>
    </dsp:sp>
    <dsp:sp modelId="{3FEEDC7C-AEBE-1843-ACF1-7077F1EE88DA}">
      <dsp:nvSpPr>
        <dsp:cNvPr id="0" name=""/>
        <dsp:cNvSpPr/>
      </dsp:nvSpPr>
      <dsp:spPr>
        <a:xfrm>
          <a:off x="2495124" y="4021721"/>
          <a:ext cx="9110106" cy="464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ja-JP" sz="1500" kern="1200"/>
            <a:t>心理士・法律家の二重ラベル</a:t>
          </a:r>
          <a:endParaRPr lang="ja-JP" sz="1500" kern="1200"/>
        </a:p>
      </dsp:txBody>
      <dsp:txXfrm>
        <a:off x="2495124" y="4021721"/>
        <a:ext cx="9110106" cy="464597"/>
      </dsp:txXfrm>
    </dsp:sp>
    <dsp:sp modelId="{048C0B4E-298C-7D4A-95D3-E41A08B97C96}">
      <dsp:nvSpPr>
        <dsp:cNvPr id="0" name=""/>
        <dsp:cNvSpPr/>
      </dsp:nvSpPr>
      <dsp:spPr>
        <a:xfrm>
          <a:off x="2321046" y="4486318"/>
          <a:ext cx="928418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81738C5-A95C-CD4E-96BA-0C81E1ABCDD8}">
      <dsp:nvSpPr>
        <dsp:cNvPr id="0" name=""/>
        <dsp:cNvSpPr/>
      </dsp:nvSpPr>
      <dsp:spPr>
        <a:xfrm>
          <a:off x="2495124" y="4509548"/>
          <a:ext cx="9110106" cy="464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kumimoji="1" lang="en-US" sz="1500" kern="1200" dirty="0"/>
            <a:t>Cohen’s </a:t>
          </a:r>
          <a:r>
            <a:rPr kumimoji="1" lang="el-GR" sz="1500" kern="1200" dirty="0"/>
            <a:t>κ </a:t>
          </a:r>
          <a:r>
            <a:rPr kumimoji="1" lang="ja-JP" sz="1500" kern="1200"/>
            <a:t>による合意測定</a:t>
          </a:r>
          <a:endParaRPr lang="ja-JP" sz="1500" kern="1200"/>
        </a:p>
      </dsp:txBody>
      <dsp:txXfrm>
        <a:off x="2495124" y="4509548"/>
        <a:ext cx="9110106" cy="464597"/>
      </dsp:txXfrm>
    </dsp:sp>
    <dsp:sp modelId="{272131F5-7366-E845-9AFC-45C865B9E631}">
      <dsp:nvSpPr>
        <dsp:cNvPr id="0" name=""/>
        <dsp:cNvSpPr/>
      </dsp:nvSpPr>
      <dsp:spPr>
        <a:xfrm>
          <a:off x="2321046" y="4974146"/>
          <a:ext cx="928418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B0B68A-E428-7943-9DB3-7C26A9E4B154}" type="datetimeFigureOut">
              <a:rPr kumimoji="1" lang="ja-JP" altLang="en-US" smtClean="0"/>
              <a:t>2025/12/1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01E61A-272B-9C45-B3AF-484CA1B5A59A}" type="slidenum">
              <a:rPr kumimoji="1" lang="ja-JP" altLang="en-US" smtClean="0"/>
              <a:t>‹#›</a:t>
            </a:fld>
            <a:endParaRPr kumimoji="1" lang="ja-JP" altLang="en-US"/>
          </a:p>
        </p:txBody>
      </p:sp>
    </p:spTree>
    <p:extLst>
      <p:ext uri="{BB962C8B-B14F-4D97-AF65-F5344CB8AC3E}">
        <p14:creationId xmlns:p14="http://schemas.microsoft.com/office/powerpoint/2010/main" val="47234180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701E61A-272B-9C45-B3AF-484CA1B5A59A}" type="slidenum">
              <a:rPr kumimoji="1" lang="ja-JP" altLang="en-US" smtClean="0"/>
              <a:t>4</a:t>
            </a:fld>
            <a:endParaRPr kumimoji="1" lang="ja-JP" altLang="en-US"/>
          </a:p>
        </p:txBody>
      </p:sp>
    </p:spTree>
    <p:extLst>
      <p:ext uri="{BB962C8B-B14F-4D97-AF65-F5344CB8AC3E}">
        <p14:creationId xmlns:p14="http://schemas.microsoft.com/office/powerpoint/2010/main" val="1906537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ACE0EF-53C8-076C-FBDF-204D7CA4C38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660A1F9-DDA6-AA4A-38C1-1564D68E4B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79C31AE-CD69-8736-6242-1294D22D82E0}"/>
              </a:ext>
            </a:extLst>
          </p:cNvPr>
          <p:cNvSpPr>
            <a:spLocks noGrp="1"/>
          </p:cNvSpPr>
          <p:nvPr>
            <p:ph type="dt" sz="half" idx="10"/>
          </p:nvPr>
        </p:nvSpPr>
        <p:spPr/>
        <p:txBody>
          <a:bodyPr/>
          <a:lstStyle/>
          <a:p>
            <a:fld id="{455E577C-AA86-EC4D-8468-7F4DDEA5BA10}" type="datetimeFigureOut">
              <a:rPr kumimoji="1" lang="ja-JP" altLang="en-US" smtClean="0"/>
              <a:t>2025/12/1</a:t>
            </a:fld>
            <a:endParaRPr kumimoji="1" lang="ja-JP" altLang="en-US"/>
          </a:p>
        </p:txBody>
      </p:sp>
      <p:sp>
        <p:nvSpPr>
          <p:cNvPr id="5" name="フッター プレースホルダー 4">
            <a:extLst>
              <a:ext uri="{FF2B5EF4-FFF2-40B4-BE49-F238E27FC236}">
                <a16:creationId xmlns:a16="http://schemas.microsoft.com/office/drawing/2014/main" id="{4874B786-BC87-6832-86DB-75E033DE3D3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DC9A4C5-FD8D-CD3E-B27B-CBEA34645DC1}"/>
              </a:ext>
            </a:extLst>
          </p:cNvPr>
          <p:cNvSpPr>
            <a:spLocks noGrp="1"/>
          </p:cNvSpPr>
          <p:nvPr>
            <p:ph type="sldNum" sz="quarter" idx="12"/>
          </p:nvPr>
        </p:nvSpPr>
        <p:spPr/>
        <p:txBody>
          <a:bodyPr/>
          <a:lstStyle/>
          <a:p>
            <a:fld id="{2B77D2CE-B27B-2546-B632-4D5D2A0FA707}" type="slidenum">
              <a:rPr kumimoji="1" lang="ja-JP" altLang="en-US" smtClean="0"/>
              <a:t>‹#›</a:t>
            </a:fld>
            <a:endParaRPr kumimoji="1" lang="ja-JP" altLang="en-US"/>
          </a:p>
        </p:txBody>
      </p:sp>
    </p:spTree>
    <p:extLst>
      <p:ext uri="{BB962C8B-B14F-4D97-AF65-F5344CB8AC3E}">
        <p14:creationId xmlns:p14="http://schemas.microsoft.com/office/powerpoint/2010/main" val="3882138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902215-746B-16DB-A98A-3B2046564B2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3CCDA1D-21CF-7650-4CAF-37C329570BE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AB54F23-A2A1-90C2-A05D-F81BAA1EC5CC}"/>
              </a:ext>
            </a:extLst>
          </p:cNvPr>
          <p:cNvSpPr>
            <a:spLocks noGrp="1"/>
          </p:cNvSpPr>
          <p:nvPr>
            <p:ph type="dt" sz="half" idx="10"/>
          </p:nvPr>
        </p:nvSpPr>
        <p:spPr/>
        <p:txBody>
          <a:bodyPr/>
          <a:lstStyle/>
          <a:p>
            <a:fld id="{455E577C-AA86-EC4D-8468-7F4DDEA5BA10}" type="datetimeFigureOut">
              <a:rPr kumimoji="1" lang="ja-JP" altLang="en-US" smtClean="0"/>
              <a:t>2025/12/1</a:t>
            </a:fld>
            <a:endParaRPr kumimoji="1" lang="ja-JP" altLang="en-US"/>
          </a:p>
        </p:txBody>
      </p:sp>
      <p:sp>
        <p:nvSpPr>
          <p:cNvPr id="5" name="フッター プレースホルダー 4">
            <a:extLst>
              <a:ext uri="{FF2B5EF4-FFF2-40B4-BE49-F238E27FC236}">
                <a16:creationId xmlns:a16="http://schemas.microsoft.com/office/drawing/2014/main" id="{5CFE32EE-1C42-C87D-C1C2-7100F6E0121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883A18D-F3BE-3A90-CD1D-30F587996838}"/>
              </a:ext>
            </a:extLst>
          </p:cNvPr>
          <p:cNvSpPr>
            <a:spLocks noGrp="1"/>
          </p:cNvSpPr>
          <p:nvPr>
            <p:ph type="sldNum" sz="quarter" idx="12"/>
          </p:nvPr>
        </p:nvSpPr>
        <p:spPr/>
        <p:txBody>
          <a:bodyPr/>
          <a:lstStyle/>
          <a:p>
            <a:fld id="{2B77D2CE-B27B-2546-B632-4D5D2A0FA707}" type="slidenum">
              <a:rPr kumimoji="1" lang="ja-JP" altLang="en-US" smtClean="0"/>
              <a:t>‹#›</a:t>
            </a:fld>
            <a:endParaRPr kumimoji="1" lang="ja-JP" altLang="en-US"/>
          </a:p>
        </p:txBody>
      </p:sp>
    </p:spTree>
    <p:extLst>
      <p:ext uri="{BB962C8B-B14F-4D97-AF65-F5344CB8AC3E}">
        <p14:creationId xmlns:p14="http://schemas.microsoft.com/office/powerpoint/2010/main" val="308266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4A0EC6-0CF5-ABA2-771D-FE3F9DA5757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25AD641-865D-6E05-68F8-F7D58C004A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D9220E0-07E8-D680-E6CF-6DF48A1570EA}"/>
              </a:ext>
            </a:extLst>
          </p:cNvPr>
          <p:cNvSpPr>
            <a:spLocks noGrp="1"/>
          </p:cNvSpPr>
          <p:nvPr>
            <p:ph type="dt" sz="half" idx="10"/>
          </p:nvPr>
        </p:nvSpPr>
        <p:spPr/>
        <p:txBody>
          <a:bodyPr/>
          <a:lstStyle/>
          <a:p>
            <a:fld id="{455E577C-AA86-EC4D-8468-7F4DDEA5BA10}" type="datetimeFigureOut">
              <a:rPr kumimoji="1" lang="ja-JP" altLang="en-US" smtClean="0"/>
              <a:t>2025/12/1</a:t>
            </a:fld>
            <a:endParaRPr kumimoji="1" lang="ja-JP" altLang="en-US"/>
          </a:p>
        </p:txBody>
      </p:sp>
      <p:sp>
        <p:nvSpPr>
          <p:cNvPr id="5" name="フッター プレースホルダー 4">
            <a:extLst>
              <a:ext uri="{FF2B5EF4-FFF2-40B4-BE49-F238E27FC236}">
                <a16:creationId xmlns:a16="http://schemas.microsoft.com/office/drawing/2014/main" id="{372EF7DE-AD7B-F509-62BC-A866878234A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768269A-CC75-61C2-EBF5-43BCD449E943}"/>
              </a:ext>
            </a:extLst>
          </p:cNvPr>
          <p:cNvSpPr>
            <a:spLocks noGrp="1"/>
          </p:cNvSpPr>
          <p:nvPr>
            <p:ph type="sldNum" sz="quarter" idx="12"/>
          </p:nvPr>
        </p:nvSpPr>
        <p:spPr/>
        <p:txBody>
          <a:bodyPr/>
          <a:lstStyle/>
          <a:p>
            <a:fld id="{2B77D2CE-B27B-2546-B632-4D5D2A0FA707}" type="slidenum">
              <a:rPr kumimoji="1" lang="ja-JP" altLang="en-US" smtClean="0"/>
              <a:t>‹#›</a:t>
            </a:fld>
            <a:endParaRPr kumimoji="1" lang="ja-JP" altLang="en-US"/>
          </a:p>
        </p:txBody>
      </p:sp>
    </p:spTree>
    <p:extLst>
      <p:ext uri="{BB962C8B-B14F-4D97-AF65-F5344CB8AC3E}">
        <p14:creationId xmlns:p14="http://schemas.microsoft.com/office/powerpoint/2010/main" val="154944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E96C4B-5117-B512-D882-A2123E6A363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A2FDE74-9F07-DFFE-1E18-E632F6A3C89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14AFD76-CABB-0DEE-7719-346E9758548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2902E59-565B-ECF4-5B81-C263947F05DE}"/>
              </a:ext>
            </a:extLst>
          </p:cNvPr>
          <p:cNvSpPr>
            <a:spLocks noGrp="1"/>
          </p:cNvSpPr>
          <p:nvPr>
            <p:ph type="dt" sz="half" idx="10"/>
          </p:nvPr>
        </p:nvSpPr>
        <p:spPr/>
        <p:txBody>
          <a:bodyPr/>
          <a:lstStyle/>
          <a:p>
            <a:fld id="{455E577C-AA86-EC4D-8468-7F4DDEA5BA10}" type="datetimeFigureOut">
              <a:rPr kumimoji="1" lang="ja-JP" altLang="en-US" smtClean="0"/>
              <a:t>2025/12/1</a:t>
            </a:fld>
            <a:endParaRPr kumimoji="1" lang="ja-JP" altLang="en-US"/>
          </a:p>
        </p:txBody>
      </p:sp>
      <p:sp>
        <p:nvSpPr>
          <p:cNvPr id="6" name="フッター プレースホルダー 5">
            <a:extLst>
              <a:ext uri="{FF2B5EF4-FFF2-40B4-BE49-F238E27FC236}">
                <a16:creationId xmlns:a16="http://schemas.microsoft.com/office/drawing/2014/main" id="{E3447339-506D-53CD-7FA5-73329EE4C1B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0C56FA2-79A1-BD15-CBFC-28E739A941AF}"/>
              </a:ext>
            </a:extLst>
          </p:cNvPr>
          <p:cNvSpPr>
            <a:spLocks noGrp="1"/>
          </p:cNvSpPr>
          <p:nvPr>
            <p:ph type="sldNum" sz="quarter" idx="12"/>
          </p:nvPr>
        </p:nvSpPr>
        <p:spPr/>
        <p:txBody>
          <a:bodyPr/>
          <a:lstStyle/>
          <a:p>
            <a:fld id="{2B77D2CE-B27B-2546-B632-4D5D2A0FA707}" type="slidenum">
              <a:rPr kumimoji="1" lang="ja-JP" altLang="en-US" smtClean="0"/>
              <a:t>‹#›</a:t>
            </a:fld>
            <a:endParaRPr kumimoji="1" lang="ja-JP" altLang="en-US"/>
          </a:p>
        </p:txBody>
      </p:sp>
    </p:spTree>
    <p:extLst>
      <p:ext uri="{BB962C8B-B14F-4D97-AF65-F5344CB8AC3E}">
        <p14:creationId xmlns:p14="http://schemas.microsoft.com/office/powerpoint/2010/main" val="1613461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FE39F9-7377-428B-ED59-3B2BEAEFC08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02B922E-8C5B-8878-01A0-D34CCC9E75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7B8ADC1-2B1F-12C1-CDED-73B40BFD6FC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A739B9A-A8E4-3C35-C67E-EB06E97393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27FEEF6-453C-E052-A1C2-9BF425E56B0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4DFE7A6-1C97-1536-E013-F3BB761C1A75}"/>
              </a:ext>
            </a:extLst>
          </p:cNvPr>
          <p:cNvSpPr>
            <a:spLocks noGrp="1"/>
          </p:cNvSpPr>
          <p:nvPr>
            <p:ph type="dt" sz="half" idx="10"/>
          </p:nvPr>
        </p:nvSpPr>
        <p:spPr/>
        <p:txBody>
          <a:bodyPr/>
          <a:lstStyle/>
          <a:p>
            <a:fld id="{455E577C-AA86-EC4D-8468-7F4DDEA5BA10}" type="datetimeFigureOut">
              <a:rPr kumimoji="1" lang="ja-JP" altLang="en-US" smtClean="0"/>
              <a:t>2025/12/1</a:t>
            </a:fld>
            <a:endParaRPr kumimoji="1" lang="ja-JP" altLang="en-US"/>
          </a:p>
        </p:txBody>
      </p:sp>
      <p:sp>
        <p:nvSpPr>
          <p:cNvPr id="8" name="フッター プレースホルダー 7">
            <a:extLst>
              <a:ext uri="{FF2B5EF4-FFF2-40B4-BE49-F238E27FC236}">
                <a16:creationId xmlns:a16="http://schemas.microsoft.com/office/drawing/2014/main" id="{C8F1C87A-3E01-39D1-10F7-A91AC99EBB9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656A46D-E6E9-A362-CF42-1D118BEFB4D8}"/>
              </a:ext>
            </a:extLst>
          </p:cNvPr>
          <p:cNvSpPr>
            <a:spLocks noGrp="1"/>
          </p:cNvSpPr>
          <p:nvPr>
            <p:ph type="sldNum" sz="quarter" idx="12"/>
          </p:nvPr>
        </p:nvSpPr>
        <p:spPr/>
        <p:txBody>
          <a:bodyPr/>
          <a:lstStyle/>
          <a:p>
            <a:fld id="{2B77D2CE-B27B-2546-B632-4D5D2A0FA707}" type="slidenum">
              <a:rPr kumimoji="1" lang="ja-JP" altLang="en-US" smtClean="0"/>
              <a:t>‹#›</a:t>
            </a:fld>
            <a:endParaRPr kumimoji="1" lang="ja-JP" altLang="en-US"/>
          </a:p>
        </p:txBody>
      </p:sp>
    </p:spTree>
    <p:extLst>
      <p:ext uri="{BB962C8B-B14F-4D97-AF65-F5344CB8AC3E}">
        <p14:creationId xmlns:p14="http://schemas.microsoft.com/office/powerpoint/2010/main" val="2743037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43AFE1-AAA2-26BB-47F1-7F81448F76BA}"/>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5FEC319-FE0F-8A85-3BB1-3032A662B539}"/>
              </a:ext>
            </a:extLst>
          </p:cNvPr>
          <p:cNvSpPr>
            <a:spLocks noGrp="1"/>
          </p:cNvSpPr>
          <p:nvPr>
            <p:ph type="dt" sz="half" idx="10"/>
          </p:nvPr>
        </p:nvSpPr>
        <p:spPr/>
        <p:txBody>
          <a:bodyPr/>
          <a:lstStyle/>
          <a:p>
            <a:fld id="{455E577C-AA86-EC4D-8468-7F4DDEA5BA10}" type="datetimeFigureOut">
              <a:rPr kumimoji="1" lang="ja-JP" altLang="en-US" smtClean="0"/>
              <a:t>2025/12/1</a:t>
            </a:fld>
            <a:endParaRPr kumimoji="1" lang="ja-JP" altLang="en-US"/>
          </a:p>
        </p:txBody>
      </p:sp>
      <p:sp>
        <p:nvSpPr>
          <p:cNvPr id="4" name="フッター プレースホルダー 3">
            <a:extLst>
              <a:ext uri="{FF2B5EF4-FFF2-40B4-BE49-F238E27FC236}">
                <a16:creationId xmlns:a16="http://schemas.microsoft.com/office/drawing/2014/main" id="{75C1E2BA-A77B-A674-CD3F-04642D29316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CDF0538-CDB1-534C-7281-7221E2292A90}"/>
              </a:ext>
            </a:extLst>
          </p:cNvPr>
          <p:cNvSpPr>
            <a:spLocks noGrp="1"/>
          </p:cNvSpPr>
          <p:nvPr>
            <p:ph type="sldNum" sz="quarter" idx="12"/>
          </p:nvPr>
        </p:nvSpPr>
        <p:spPr/>
        <p:txBody>
          <a:bodyPr/>
          <a:lstStyle/>
          <a:p>
            <a:fld id="{2B77D2CE-B27B-2546-B632-4D5D2A0FA707}" type="slidenum">
              <a:rPr kumimoji="1" lang="ja-JP" altLang="en-US" smtClean="0"/>
              <a:t>‹#›</a:t>
            </a:fld>
            <a:endParaRPr kumimoji="1" lang="ja-JP" altLang="en-US"/>
          </a:p>
        </p:txBody>
      </p:sp>
    </p:spTree>
    <p:extLst>
      <p:ext uri="{BB962C8B-B14F-4D97-AF65-F5344CB8AC3E}">
        <p14:creationId xmlns:p14="http://schemas.microsoft.com/office/powerpoint/2010/main" val="3313141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1B7EB22-360F-3030-ECD2-AC787232A37E}"/>
              </a:ext>
            </a:extLst>
          </p:cNvPr>
          <p:cNvSpPr>
            <a:spLocks noGrp="1"/>
          </p:cNvSpPr>
          <p:nvPr>
            <p:ph type="dt" sz="half" idx="10"/>
          </p:nvPr>
        </p:nvSpPr>
        <p:spPr/>
        <p:txBody>
          <a:bodyPr/>
          <a:lstStyle/>
          <a:p>
            <a:fld id="{455E577C-AA86-EC4D-8468-7F4DDEA5BA10}" type="datetimeFigureOut">
              <a:rPr kumimoji="1" lang="ja-JP" altLang="en-US" smtClean="0"/>
              <a:t>2025/12/1</a:t>
            </a:fld>
            <a:endParaRPr kumimoji="1" lang="ja-JP" altLang="en-US"/>
          </a:p>
        </p:txBody>
      </p:sp>
      <p:sp>
        <p:nvSpPr>
          <p:cNvPr id="3" name="フッター プレースホルダー 2">
            <a:extLst>
              <a:ext uri="{FF2B5EF4-FFF2-40B4-BE49-F238E27FC236}">
                <a16:creationId xmlns:a16="http://schemas.microsoft.com/office/drawing/2014/main" id="{ED15E549-6D48-90EB-0234-B6223C8CA57B}"/>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324F9DF-4230-55BC-1A71-4712E6F31518}"/>
              </a:ext>
            </a:extLst>
          </p:cNvPr>
          <p:cNvSpPr>
            <a:spLocks noGrp="1"/>
          </p:cNvSpPr>
          <p:nvPr>
            <p:ph type="sldNum" sz="quarter" idx="12"/>
          </p:nvPr>
        </p:nvSpPr>
        <p:spPr/>
        <p:txBody>
          <a:bodyPr/>
          <a:lstStyle/>
          <a:p>
            <a:fld id="{2B77D2CE-B27B-2546-B632-4D5D2A0FA707}" type="slidenum">
              <a:rPr kumimoji="1" lang="ja-JP" altLang="en-US" smtClean="0"/>
              <a:t>‹#›</a:t>
            </a:fld>
            <a:endParaRPr kumimoji="1" lang="ja-JP" altLang="en-US"/>
          </a:p>
        </p:txBody>
      </p:sp>
    </p:spTree>
    <p:extLst>
      <p:ext uri="{BB962C8B-B14F-4D97-AF65-F5344CB8AC3E}">
        <p14:creationId xmlns:p14="http://schemas.microsoft.com/office/powerpoint/2010/main" val="1211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C8C54B-18A6-560B-F697-C8525F5348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87ECD1F-C865-7918-998D-6BF252746E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708BBDF-A378-1EDA-401F-FF714101D2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BBF7CAF-8D3F-0591-3993-4825E6533BF1}"/>
              </a:ext>
            </a:extLst>
          </p:cNvPr>
          <p:cNvSpPr>
            <a:spLocks noGrp="1"/>
          </p:cNvSpPr>
          <p:nvPr>
            <p:ph type="dt" sz="half" idx="10"/>
          </p:nvPr>
        </p:nvSpPr>
        <p:spPr/>
        <p:txBody>
          <a:bodyPr/>
          <a:lstStyle/>
          <a:p>
            <a:fld id="{455E577C-AA86-EC4D-8468-7F4DDEA5BA10}" type="datetimeFigureOut">
              <a:rPr kumimoji="1" lang="ja-JP" altLang="en-US" smtClean="0"/>
              <a:t>2025/12/1</a:t>
            </a:fld>
            <a:endParaRPr kumimoji="1" lang="ja-JP" altLang="en-US"/>
          </a:p>
        </p:txBody>
      </p:sp>
      <p:sp>
        <p:nvSpPr>
          <p:cNvPr id="6" name="フッター プレースホルダー 5">
            <a:extLst>
              <a:ext uri="{FF2B5EF4-FFF2-40B4-BE49-F238E27FC236}">
                <a16:creationId xmlns:a16="http://schemas.microsoft.com/office/drawing/2014/main" id="{24CFD18A-003C-A862-A888-4581037E0D0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CA3D23C-C978-F675-662A-66B0D7017095}"/>
              </a:ext>
            </a:extLst>
          </p:cNvPr>
          <p:cNvSpPr>
            <a:spLocks noGrp="1"/>
          </p:cNvSpPr>
          <p:nvPr>
            <p:ph type="sldNum" sz="quarter" idx="12"/>
          </p:nvPr>
        </p:nvSpPr>
        <p:spPr/>
        <p:txBody>
          <a:bodyPr/>
          <a:lstStyle/>
          <a:p>
            <a:fld id="{2B77D2CE-B27B-2546-B632-4D5D2A0FA707}" type="slidenum">
              <a:rPr kumimoji="1" lang="ja-JP" altLang="en-US" smtClean="0"/>
              <a:t>‹#›</a:t>
            </a:fld>
            <a:endParaRPr kumimoji="1" lang="ja-JP" altLang="en-US"/>
          </a:p>
        </p:txBody>
      </p:sp>
    </p:spTree>
    <p:extLst>
      <p:ext uri="{BB962C8B-B14F-4D97-AF65-F5344CB8AC3E}">
        <p14:creationId xmlns:p14="http://schemas.microsoft.com/office/powerpoint/2010/main" val="1834373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A9C1BD-769F-B5D7-A42B-FC9A8CD9160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6FA0E28-41E6-BDEA-CC2F-073DECDCF1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A5F2259-36DE-4E2D-F918-3F2EE1B894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5DF986D-7322-8B2B-4BEE-91B59B3C21D7}"/>
              </a:ext>
            </a:extLst>
          </p:cNvPr>
          <p:cNvSpPr>
            <a:spLocks noGrp="1"/>
          </p:cNvSpPr>
          <p:nvPr>
            <p:ph type="dt" sz="half" idx="10"/>
          </p:nvPr>
        </p:nvSpPr>
        <p:spPr/>
        <p:txBody>
          <a:bodyPr/>
          <a:lstStyle/>
          <a:p>
            <a:fld id="{455E577C-AA86-EC4D-8468-7F4DDEA5BA10}" type="datetimeFigureOut">
              <a:rPr kumimoji="1" lang="ja-JP" altLang="en-US" smtClean="0"/>
              <a:t>2025/12/1</a:t>
            </a:fld>
            <a:endParaRPr kumimoji="1" lang="ja-JP" altLang="en-US"/>
          </a:p>
        </p:txBody>
      </p:sp>
      <p:sp>
        <p:nvSpPr>
          <p:cNvPr id="6" name="フッター プレースホルダー 5">
            <a:extLst>
              <a:ext uri="{FF2B5EF4-FFF2-40B4-BE49-F238E27FC236}">
                <a16:creationId xmlns:a16="http://schemas.microsoft.com/office/drawing/2014/main" id="{7F30A377-E5FA-DEAC-6816-6772997B5BF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3A86FB7-F432-1ADF-F529-8444A502A77E}"/>
              </a:ext>
            </a:extLst>
          </p:cNvPr>
          <p:cNvSpPr>
            <a:spLocks noGrp="1"/>
          </p:cNvSpPr>
          <p:nvPr>
            <p:ph type="sldNum" sz="quarter" idx="12"/>
          </p:nvPr>
        </p:nvSpPr>
        <p:spPr/>
        <p:txBody>
          <a:bodyPr/>
          <a:lstStyle/>
          <a:p>
            <a:fld id="{2B77D2CE-B27B-2546-B632-4D5D2A0FA707}" type="slidenum">
              <a:rPr kumimoji="1" lang="ja-JP" altLang="en-US" smtClean="0"/>
              <a:t>‹#›</a:t>
            </a:fld>
            <a:endParaRPr kumimoji="1" lang="ja-JP" altLang="en-US"/>
          </a:p>
        </p:txBody>
      </p:sp>
    </p:spTree>
    <p:extLst>
      <p:ext uri="{BB962C8B-B14F-4D97-AF65-F5344CB8AC3E}">
        <p14:creationId xmlns:p14="http://schemas.microsoft.com/office/powerpoint/2010/main" val="40029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5C7C21-B5CE-E640-0B9E-E8B3CA474C6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CE3B612-12D8-9657-4EF8-CCDFA3DEFEE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AC685DE-8368-1780-9C76-1218A32542CE}"/>
              </a:ext>
            </a:extLst>
          </p:cNvPr>
          <p:cNvSpPr>
            <a:spLocks noGrp="1"/>
          </p:cNvSpPr>
          <p:nvPr>
            <p:ph type="dt" sz="half" idx="10"/>
          </p:nvPr>
        </p:nvSpPr>
        <p:spPr/>
        <p:txBody>
          <a:bodyPr/>
          <a:lstStyle/>
          <a:p>
            <a:fld id="{455E577C-AA86-EC4D-8468-7F4DDEA5BA10}" type="datetimeFigureOut">
              <a:rPr kumimoji="1" lang="ja-JP" altLang="en-US" smtClean="0"/>
              <a:t>2025/12/1</a:t>
            </a:fld>
            <a:endParaRPr kumimoji="1" lang="ja-JP" altLang="en-US"/>
          </a:p>
        </p:txBody>
      </p:sp>
      <p:sp>
        <p:nvSpPr>
          <p:cNvPr id="5" name="フッター プレースホルダー 4">
            <a:extLst>
              <a:ext uri="{FF2B5EF4-FFF2-40B4-BE49-F238E27FC236}">
                <a16:creationId xmlns:a16="http://schemas.microsoft.com/office/drawing/2014/main" id="{5DB0514C-23EE-B590-C8AD-6EF8F30D4FD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FADC58B-8BA9-3448-E9C6-A5C74AA6C759}"/>
              </a:ext>
            </a:extLst>
          </p:cNvPr>
          <p:cNvSpPr>
            <a:spLocks noGrp="1"/>
          </p:cNvSpPr>
          <p:nvPr>
            <p:ph type="sldNum" sz="quarter" idx="12"/>
          </p:nvPr>
        </p:nvSpPr>
        <p:spPr/>
        <p:txBody>
          <a:bodyPr/>
          <a:lstStyle/>
          <a:p>
            <a:fld id="{2B77D2CE-B27B-2546-B632-4D5D2A0FA707}" type="slidenum">
              <a:rPr kumimoji="1" lang="ja-JP" altLang="en-US" smtClean="0"/>
              <a:t>‹#›</a:t>
            </a:fld>
            <a:endParaRPr kumimoji="1" lang="ja-JP" altLang="en-US"/>
          </a:p>
        </p:txBody>
      </p:sp>
    </p:spTree>
    <p:extLst>
      <p:ext uri="{BB962C8B-B14F-4D97-AF65-F5344CB8AC3E}">
        <p14:creationId xmlns:p14="http://schemas.microsoft.com/office/powerpoint/2010/main" val="2568299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02228E2-D66F-CB62-346B-A6C94E41BE1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955B768-E90F-E6A9-FE5D-010D7F039E8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E71E92F-8669-9AD8-A5D5-D36D2B65EAE3}"/>
              </a:ext>
            </a:extLst>
          </p:cNvPr>
          <p:cNvSpPr>
            <a:spLocks noGrp="1"/>
          </p:cNvSpPr>
          <p:nvPr>
            <p:ph type="dt" sz="half" idx="10"/>
          </p:nvPr>
        </p:nvSpPr>
        <p:spPr/>
        <p:txBody>
          <a:bodyPr/>
          <a:lstStyle/>
          <a:p>
            <a:fld id="{455E577C-AA86-EC4D-8468-7F4DDEA5BA10}" type="datetimeFigureOut">
              <a:rPr kumimoji="1" lang="ja-JP" altLang="en-US" smtClean="0"/>
              <a:t>2025/12/1</a:t>
            </a:fld>
            <a:endParaRPr kumimoji="1" lang="ja-JP" altLang="en-US"/>
          </a:p>
        </p:txBody>
      </p:sp>
      <p:sp>
        <p:nvSpPr>
          <p:cNvPr id="5" name="フッター プレースホルダー 4">
            <a:extLst>
              <a:ext uri="{FF2B5EF4-FFF2-40B4-BE49-F238E27FC236}">
                <a16:creationId xmlns:a16="http://schemas.microsoft.com/office/drawing/2014/main" id="{93C75810-9AE7-4312-66E7-5EAF411EC69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3065BEC-B489-3463-741E-62B457C1BA14}"/>
              </a:ext>
            </a:extLst>
          </p:cNvPr>
          <p:cNvSpPr>
            <a:spLocks noGrp="1"/>
          </p:cNvSpPr>
          <p:nvPr>
            <p:ph type="sldNum" sz="quarter" idx="12"/>
          </p:nvPr>
        </p:nvSpPr>
        <p:spPr/>
        <p:txBody>
          <a:bodyPr/>
          <a:lstStyle/>
          <a:p>
            <a:fld id="{2B77D2CE-B27B-2546-B632-4D5D2A0FA707}" type="slidenum">
              <a:rPr kumimoji="1" lang="ja-JP" altLang="en-US" smtClean="0"/>
              <a:t>‹#›</a:t>
            </a:fld>
            <a:endParaRPr kumimoji="1" lang="ja-JP" altLang="en-US"/>
          </a:p>
        </p:txBody>
      </p:sp>
    </p:spTree>
    <p:extLst>
      <p:ext uri="{BB962C8B-B14F-4D97-AF65-F5344CB8AC3E}">
        <p14:creationId xmlns:p14="http://schemas.microsoft.com/office/powerpoint/2010/main" val="579771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5CE9093-DC8C-CDF1-E30C-100B45B585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27A5C81-4A85-FA04-6EF5-D9F9B04775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1BA0140-125A-42ED-C9BF-4D402A572F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5E577C-AA86-EC4D-8468-7F4DDEA5BA10}" type="datetimeFigureOut">
              <a:rPr kumimoji="1" lang="ja-JP" altLang="en-US" smtClean="0"/>
              <a:t>2025/12/1</a:t>
            </a:fld>
            <a:endParaRPr kumimoji="1" lang="ja-JP" altLang="en-US"/>
          </a:p>
        </p:txBody>
      </p:sp>
      <p:sp>
        <p:nvSpPr>
          <p:cNvPr id="5" name="フッター プレースホルダー 4">
            <a:extLst>
              <a:ext uri="{FF2B5EF4-FFF2-40B4-BE49-F238E27FC236}">
                <a16:creationId xmlns:a16="http://schemas.microsoft.com/office/drawing/2014/main" id="{DE1671BD-B45F-12D2-13FD-6BE118D494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7D5F2AF-072B-21BF-A7F3-FA955ADDB3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77D2CE-B27B-2546-B632-4D5D2A0FA707}" type="slidenum">
              <a:rPr kumimoji="1" lang="ja-JP" altLang="en-US" smtClean="0"/>
              <a:t>‹#›</a:t>
            </a:fld>
            <a:endParaRPr kumimoji="1" lang="ja-JP" altLang="en-US"/>
          </a:p>
        </p:txBody>
      </p:sp>
    </p:spTree>
    <p:extLst>
      <p:ext uri="{BB962C8B-B14F-4D97-AF65-F5344CB8AC3E}">
        <p14:creationId xmlns:p14="http://schemas.microsoft.com/office/powerpoint/2010/main" val="3652585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5.xml"/><Relationship Id="rId13" Type="http://schemas.openxmlformats.org/officeDocument/2006/relationships/diagramLayout" Target="../diagrams/layout6.xml"/><Relationship Id="rId18" Type="http://schemas.openxmlformats.org/officeDocument/2006/relationships/diagramLayout" Target="../diagrams/layout7.xml"/><Relationship Id="rId3" Type="http://schemas.openxmlformats.org/officeDocument/2006/relationships/diagramLayout" Target="../diagrams/layout4.xml"/><Relationship Id="rId21" Type="http://schemas.microsoft.com/office/2007/relationships/diagramDrawing" Target="../diagrams/drawing7.xml"/><Relationship Id="rId7" Type="http://schemas.openxmlformats.org/officeDocument/2006/relationships/diagramData" Target="../diagrams/data5.xml"/><Relationship Id="rId12" Type="http://schemas.openxmlformats.org/officeDocument/2006/relationships/diagramData" Target="../diagrams/data6.xml"/><Relationship Id="rId17" Type="http://schemas.openxmlformats.org/officeDocument/2006/relationships/diagramData" Target="../diagrams/data7.xml"/><Relationship Id="rId2" Type="http://schemas.openxmlformats.org/officeDocument/2006/relationships/diagramData" Target="../diagrams/data4.xml"/><Relationship Id="rId16" Type="http://schemas.microsoft.com/office/2007/relationships/diagramDrawing" Target="../diagrams/drawing6.xml"/><Relationship Id="rId20" Type="http://schemas.openxmlformats.org/officeDocument/2006/relationships/diagramColors" Target="../diagrams/colors7.xml"/><Relationship Id="rId1" Type="http://schemas.openxmlformats.org/officeDocument/2006/relationships/slideLayout" Target="../slideLayouts/slideLayout2.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5" Type="http://schemas.openxmlformats.org/officeDocument/2006/relationships/diagramColors" Target="../diagrams/colors6.xml"/><Relationship Id="rId10" Type="http://schemas.openxmlformats.org/officeDocument/2006/relationships/diagramColors" Target="../diagrams/colors5.xml"/><Relationship Id="rId19" Type="http://schemas.openxmlformats.org/officeDocument/2006/relationships/diagramQuickStyle" Target="../diagrams/quickStyle7.xml"/><Relationship Id="rId4" Type="http://schemas.openxmlformats.org/officeDocument/2006/relationships/diagramQuickStyle" Target="../diagrams/quickStyle4.xml"/><Relationship Id="rId9" Type="http://schemas.openxmlformats.org/officeDocument/2006/relationships/diagramQuickStyle" Target="../diagrams/quickStyle5.xml"/><Relationship Id="rId1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diagramLayout" Target="../diagrams/layout15.xml"/><Relationship Id="rId13" Type="http://schemas.openxmlformats.org/officeDocument/2006/relationships/diagramLayout" Target="../diagrams/layout16.xml"/><Relationship Id="rId18" Type="http://schemas.openxmlformats.org/officeDocument/2006/relationships/diagramLayout" Target="../diagrams/layout17.xml"/><Relationship Id="rId26" Type="http://schemas.microsoft.com/office/2007/relationships/diagramDrawing" Target="../diagrams/drawing18.xml"/><Relationship Id="rId3" Type="http://schemas.openxmlformats.org/officeDocument/2006/relationships/diagramLayout" Target="../diagrams/layout14.xml"/><Relationship Id="rId21" Type="http://schemas.microsoft.com/office/2007/relationships/diagramDrawing" Target="../diagrams/drawing17.xml"/><Relationship Id="rId7" Type="http://schemas.openxmlformats.org/officeDocument/2006/relationships/diagramData" Target="../diagrams/data15.xml"/><Relationship Id="rId12" Type="http://schemas.openxmlformats.org/officeDocument/2006/relationships/diagramData" Target="../diagrams/data16.xml"/><Relationship Id="rId17" Type="http://schemas.openxmlformats.org/officeDocument/2006/relationships/diagramData" Target="../diagrams/data17.xml"/><Relationship Id="rId25" Type="http://schemas.openxmlformats.org/officeDocument/2006/relationships/diagramColors" Target="../diagrams/colors18.xml"/><Relationship Id="rId2" Type="http://schemas.openxmlformats.org/officeDocument/2006/relationships/diagramData" Target="../diagrams/data14.xml"/><Relationship Id="rId16" Type="http://schemas.microsoft.com/office/2007/relationships/diagramDrawing" Target="../diagrams/drawing16.xml"/><Relationship Id="rId20" Type="http://schemas.openxmlformats.org/officeDocument/2006/relationships/diagramColors" Target="../diagrams/colors17.xml"/><Relationship Id="rId1" Type="http://schemas.openxmlformats.org/officeDocument/2006/relationships/slideLayout" Target="../slideLayouts/slideLayout2.xml"/><Relationship Id="rId6" Type="http://schemas.microsoft.com/office/2007/relationships/diagramDrawing" Target="../diagrams/drawing14.xml"/><Relationship Id="rId11" Type="http://schemas.microsoft.com/office/2007/relationships/diagramDrawing" Target="../diagrams/drawing15.xml"/><Relationship Id="rId24" Type="http://schemas.openxmlformats.org/officeDocument/2006/relationships/diagramQuickStyle" Target="../diagrams/quickStyle18.xml"/><Relationship Id="rId5" Type="http://schemas.openxmlformats.org/officeDocument/2006/relationships/diagramColors" Target="../diagrams/colors14.xml"/><Relationship Id="rId15" Type="http://schemas.openxmlformats.org/officeDocument/2006/relationships/diagramColors" Target="../diagrams/colors16.xml"/><Relationship Id="rId23" Type="http://schemas.openxmlformats.org/officeDocument/2006/relationships/diagramLayout" Target="../diagrams/layout18.xml"/><Relationship Id="rId10" Type="http://schemas.openxmlformats.org/officeDocument/2006/relationships/diagramColors" Target="../diagrams/colors15.xml"/><Relationship Id="rId19" Type="http://schemas.openxmlformats.org/officeDocument/2006/relationships/diagramQuickStyle" Target="../diagrams/quickStyle17.xml"/><Relationship Id="rId4" Type="http://schemas.openxmlformats.org/officeDocument/2006/relationships/diagramQuickStyle" Target="../diagrams/quickStyle14.xml"/><Relationship Id="rId9" Type="http://schemas.openxmlformats.org/officeDocument/2006/relationships/diagramQuickStyle" Target="../diagrams/quickStyle15.xml"/><Relationship Id="rId14" Type="http://schemas.openxmlformats.org/officeDocument/2006/relationships/diagramQuickStyle" Target="../diagrams/quickStyle16.xml"/><Relationship Id="rId22" Type="http://schemas.openxmlformats.org/officeDocument/2006/relationships/diagramData" Target="../diagrams/data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4.xml.rels><?xml version="1.0" encoding="UTF-8" standalone="yes"?>
<Relationships xmlns="http://schemas.openxmlformats.org/package/2006/relationships"><Relationship Id="rId8" Type="http://schemas.openxmlformats.org/officeDocument/2006/relationships/diagramLayout" Target="../diagrams/layout21.xml"/><Relationship Id="rId3" Type="http://schemas.openxmlformats.org/officeDocument/2006/relationships/diagramLayout" Target="../diagrams/layout20.xml"/><Relationship Id="rId7" Type="http://schemas.openxmlformats.org/officeDocument/2006/relationships/diagramData" Target="../diagrams/data21.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11" Type="http://schemas.microsoft.com/office/2007/relationships/diagramDrawing" Target="../diagrams/drawing21.xml"/><Relationship Id="rId5" Type="http://schemas.openxmlformats.org/officeDocument/2006/relationships/diagramColors" Target="../diagrams/colors20.xml"/><Relationship Id="rId10" Type="http://schemas.openxmlformats.org/officeDocument/2006/relationships/diagramColors" Target="../diagrams/colors21.xml"/><Relationship Id="rId4" Type="http://schemas.openxmlformats.org/officeDocument/2006/relationships/diagramQuickStyle" Target="../diagrams/quickStyle20.xml"/><Relationship Id="rId9" Type="http://schemas.openxmlformats.org/officeDocument/2006/relationships/diagramQuickStyle" Target="../diagrams/quickStyle21.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EEFD37C2-B5BD-93C7-1A78-110624E6DADF}"/>
              </a:ext>
            </a:extLst>
          </p:cNvPr>
          <p:cNvSpPr txBox="1"/>
          <p:nvPr/>
        </p:nvSpPr>
        <p:spPr>
          <a:xfrm>
            <a:off x="8392160" y="5120640"/>
            <a:ext cx="3627916" cy="1477328"/>
          </a:xfrm>
          <a:prstGeom prst="rect">
            <a:avLst/>
          </a:prstGeom>
          <a:noFill/>
        </p:spPr>
        <p:txBody>
          <a:bodyPr wrap="none" rtlCol="0">
            <a:spAutoFit/>
          </a:bodyPr>
          <a:lstStyle/>
          <a:p>
            <a:r>
              <a:rPr kumimoji="1" lang="ja-JP" altLang="en-US"/>
              <a:t>カテゴリ：</a:t>
            </a:r>
            <a:r>
              <a:rPr kumimoji="1" lang="en-US" altLang="ja-JP" dirty="0"/>
              <a:t>web</a:t>
            </a:r>
            <a:r>
              <a:rPr kumimoji="1" lang="ja-JP" altLang="en-US"/>
              <a:t>アプリケーション</a:t>
            </a:r>
            <a:endParaRPr kumimoji="1" lang="en-US" altLang="ja-JP" dirty="0"/>
          </a:p>
          <a:p>
            <a:r>
              <a:rPr lang="ja-JP" altLang="en-US"/>
              <a:t>対応端末：</a:t>
            </a:r>
            <a:r>
              <a:rPr lang="en-US" altLang="ja-JP" dirty="0" err="1"/>
              <a:t>IOS,Android,PC</a:t>
            </a:r>
            <a:r>
              <a:rPr lang="ja-JP" altLang="en-US"/>
              <a:t>全般</a:t>
            </a:r>
            <a:endParaRPr lang="en-US" altLang="ja-JP" dirty="0"/>
          </a:p>
          <a:p>
            <a:r>
              <a:rPr lang="ja-JP" altLang="en-US"/>
              <a:t>日付：</a:t>
            </a:r>
            <a:r>
              <a:rPr lang="en-US" altLang="ja-JP" dirty="0"/>
              <a:t>2025</a:t>
            </a:r>
            <a:r>
              <a:rPr lang="ja-JP" altLang="en-US"/>
              <a:t>年</a:t>
            </a:r>
            <a:r>
              <a:rPr lang="en-US" altLang="ja-JP" dirty="0"/>
              <a:t>11</a:t>
            </a:r>
            <a:r>
              <a:rPr lang="ja-JP" altLang="en-US"/>
              <a:t>月時点</a:t>
            </a:r>
            <a:endParaRPr lang="en-US" altLang="ja-JP" dirty="0"/>
          </a:p>
          <a:p>
            <a:r>
              <a:rPr kumimoji="1" lang="ja-JP" altLang="en-US"/>
              <a:t>氏名：渡邊竜麒</a:t>
            </a:r>
            <a:endParaRPr kumimoji="1" lang="en-US" altLang="ja-JP" dirty="0"/>
          </a:p>
          <a:p>
            <a:r>
              <a:rPr kumimoji="1" lang="en-US" altLang="ja-JP" dirty="0" err="1"/>
              <a:t>Contact:</a:t>
            </a:r>
            <a:r>
              <a:rPr lang="en-US" altLang="ja-JP" dirty="0" err="1"/>
              <a:t>ryumushi@icloud.com</a:t>
            </a:r>
            <a:endParaRPr kumimoji="1" lang="en-US" altLang="ja-JP" dirty="0"/>
          </a:p>
        </p:txBody>
      </p:sp>
      <p:sp>
        <p:nvSpPr>
          <p:cNvPr id="5" name="テキスト ボックス 4">
            <a:extLst>
              <a:ext uri="{FF2B5EF4-FFF2-40B4-BE49-F238E27FC236}">
                <a16:creationId xmlns:a16="http://schemas.microsoft.com/office/drawing/2014/main" id="{8285FA53-2F05-F5D0-995E-A31AB59137FD}"/>
              </a:ext>
            </a:extLst>
          </p:cNvPr>
          <p:cNvSpPr txBox="1"/>
          <p:nvPr/>
        </p:nvSpPr>
        <p:spPr>
          <a:xfrm>
            <a:off x="696124" y="2828835"/>
            <a:ext cx="10799751" cy="1200329"/>
          </a:xfrm>
          <a:prstGeom prst="rect">
            <a:avLst/>
          </a:prstGeom>
          <a:noFill/>
        </p:spPr>
        <p:txBody>
          <a:bodyPr wrap="none" rtlCol="0">
            <a:spAutoFit/>
          </a:bodyPr>
          <a:lstStyle/>
          <a:p>
            <a:pPr algn="ctr"/>
            <a:r>
              <a:rPr lang="en" altLang="ja-JP" sz="3600" b="1" dirty="0"/>
              <a:t>HSIE</a:t>
            </a:r>
            <a:r>
              <a:rPr lang="ja-JP" altLang="en" sz="3600" b="1"/>
              <a:t>：</a:t>
            </a:r>
            <a:r>
              <a:rPr lang="ja-JP" altLang="en-US" sz="3600" b="1"/>
              <a:t>音声 </a:t>
            </a:r>
            <a:r>
              <a:rPr lang="en-US" altLang="ja-JP" sz="3600" b="1" dirty="0"/>
              <a:t>× </a:t>
            </a:r>
            <a:r>
              <a:rPr lang="ja-JP" altLang="en-US" sz="3600" b="1"/>
              <a:t>言語 </a:t>
            </a:r>
            <a:r>
              <a:rPr lang="en-US" altLang="ja-JP" sz="3600" b="1" dirty="0"/>
              <a:t>× </a:t>
            </a:r>
            <a:r>
              <a:rPr lang="ja-JP" altLang="en-US" sz="3600" b="1"/>
              <a:t>行動構造 </a:t>
            </a:r>
            <a:r>
              <a:rPr lang="en-US" altLang="ja-JP" sz="3600" b="1" dirty="0"/>
              <a:t>× </a:t>
            </a:r>
            <a:r>
              <a:rPr lang="ja-JP" altLang="en-US" sz="3600" b="1"/>
              <a:t>法律推論による</a:t>
            </a:r>
            <a:br>
              <a:rPr lang="ja-JP" altLang="en-US" sz="3600" b="1"/>
            </a:br>
            <a:r>
              <a:rPr lang="ja-JP" altLang="en-US" sz="3600" b="1"/>
              <a:t>世界初のハラスメント行動の数理モデルの創出</a:t>
            </a:r>
            <a:endParaRPr lang="en-US" altLang="ja-JP" sz="3600" b="1" dirty="0"/>
          </a:p>
        </p:txBody>
      </p:sp>
    </p:spTree>
    <p:extLst>
      <p:ext uri="{BB962C8B-B14F-4D97-AF65-F5344CB8AC3E}">
        <p14:creationId xmlns:p14="http://schemas.microsoft.com/office/powerpoint/2010/main" val="38018953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F2825A47-BAA7-C7BF-E486-65B2678C2A85}"/>
              </a:ext>
            </a:extLst>
          </p:cNvPr>
          <p:cNvSpPr>
            <a:spLocks noGrp="1"/>
          </p:cNvSpPr>
          <p:nvPr>
            <p:ph type="title"/>
          </p:nvPr>
        </p:nvSpPr>
        <p:spPr>
          <a:xfrm>
            <a:off x="838200" y="365125"/>
            <a:ext cx="10515600" cy="1325563"/>
          </a:xfrm>
        </p:spPr>
        <p:txBody>
          <a:bodyPr/>
          <a:lstStyle/>
          <a:p>
            <a:r>
              <a:rPr kumimoji="1" lang="ja-JP" altLang="en-US"/>
              <a:t>目次</a:t>
            </a:r>
          </a:p>
        </p:txBody>
      </p:sp>
      <p:sp>
        <p:nvSpPr>
          <p:cNvPr id="2" name="テキスト ボックス 1">
            <a:extLst>
              <a:ext uri="{FF2B5EF4-FFF2-40B4-BE49-F238E27FC236}">
                <a16:creationId xmlns:a16="http://schemas.microsoft.com/office/drawing/2014/main" id="{2A38BF78-512B-9669-09B0-8F95BEB34BD2}"/>
              </a:ext>
            </a:extLst>
          </p:cNvPr>
          <p:cNvSpPr txBox="1"/>
          <p:nvPr/>
        </p:nvSpPr>
        <p:spPr>
          <a:xfrm>
            <a:off x="2546727" y="368121"/>
            <a:ext cx="8807073" cy="6124754"/>
          </a:xfrm>
          <a:prstGeom prst="rect">
            <a:avLst/>
          </a:prstGeom>
          <a:noFill/>
        </p:spPr>
        <p:txBody>
          <a:bodyPr wrap="square" rtlCol="0">
            <a:spAutoFit/>
          </a:bodyPr>
          <a:lstStyle/>
          <a:p>
            <a:r>
              <a:rPr kumimoji="1" lang="en-US" altLang="ja-JP" sz="2800" dirty="0"/>
              <a:t>1.</a:t>
            </a:r>
            <a:r>
              <a:rPr lang="ja-JP" altLang="en-US" sz="2800"/>
              <a:t>ソリューション概要</a:t>
            </a:r>
            <a:r>
              <a:rPr lang="en-US" altLang="ja-JP" sz="2800" dirty="0"/>
              <a:t>(HSI/HSIE</a:t>
            </a:r>
            <a:r>
              <a:rPr lang="ja-JP" altLang="en-US" sz="2800"/>
              <a:t>とは</a:t>
            </a:r>
            <a:r>
              <a:rPr lang="en-US" altLang="ja-JP" sz="2800" dirty="0"/>
              <a:t>)</a:t>
            </a:r>
          </a:p>
          <a:p>
            <a:r>
              <a:rPr kumimoji="1" lang="en-US" altLang="ja-JP" sz="2800" dirty="0"/>
              <a:t>2.</a:t>
            </a:r>
            <a:r>
              <a:rPr kumimoji="1" lang="ja-JP" altLang="en-US" sz="2800"/>
              <a:t>技術挑戦の核心</a:t>
            </a:r>
            <a:endParaRPr kumimoji="1" lang="en-US" altLang="ja-JP" sz="2800" dirty="0"/>
          </a:p>
          <a:p>
            <a:r>
              <a:rPr lang="ja-JP" altLang="en-US" sz="2800"/>
              <a:t>　</a:t>
            </a:r>
            <a:r>
              <a:rPr lang="en-US" altLang="ja-JP" sz="2800" dirty="0"/>
              <a:t>l-HSIE</a:t>
            </a:r>
            <a:r>
              <a:rPr lang="ja-JP" altLang="en-US" sz="2800"/>
              <a:t>とは簡単に</a:t>
            </a:r>
            <a:endParaRPr lang="en-US" altLang="ja-JP" sz="2800" dirty="0"/>
          </a:p>
          <a:p>
            <a:r>
              <a:rPr lang="ja-JP" altLang="en-US" sz="2800"/>
              <a:t>　</a:t>
            </a:r>
            <a:r>
              <a:rPr lang="en-US" altLang="ja-JP" sz="2800" dirty="0"/>
              <a:t>l-</a:t>
            </a:r>
            <a:r>
              <a:rPr lang="ja-JP" altLang="en-US" sz="2800"/>
              <a:t>現在の社会課題</a:t>
            </a:r>
            <a:endParaRPr lang="en-US" altLang="ja-JP" sz="2800" dirty="0"/>
          </a:p>
          <a:p>
            <a:r>
              <a:rPr lang="ja-JP" altLang="en-US" sz="2800"/>
              <a:t>　</a:t>
            </a:r>
            <a:r>
              <a:rPr lang="en-US" altLang="ja-JP" sz="2800" dirty="0"/>
              <a:t>l-</a:t>
            </a:r>
            <a:r>
              <a:rPr lang="ja-JP" altLang="en-US" sz="2800"/>
              <a:t>このプロジェクトの挑戦</a:t>
            </a:r>
            <a:r>
              <a:rPr lang="en-US" altLang="ja-JP" sz="2800" dirty="0"/>
              <a:t>(HSIE</a:t>
            </a:r>
            <a:r>
              <a:rPr lang="ja-JP" altLang="en-US" sz="2800"/>
              <a:t>の創出</a:t>
            </a:r>
            <a:r>
              <a:rPr lang="en-US" altLang="ja-JP" sz="2800" dirty="0"/>
              <a:t>)</a:t>
            </a:r>
          </a:p>
          <a:p>
            <a:r>
              <a:rPr lang="ja-JP" altLang="en-US" sz="2800"/>
              <a:t>　</a:t>
            </a:r>
            <a:r>
              <a:rPr lang="en-US" altLang="ja-JP" sz="2800" dirty="0"/>
              <a:t>l-HSIE</a:t>
            </a:r>
            <a:r>
              <a:rPr lang="ja-JP" altLang="en-US" sz="2800"/>
              <a:t>とは（図で解説）</a:t>
            </a:r>
            <a:endParaRPr lang="en-US" altLang="ja-JP" sz="2800" dirty="0"/>
          </a:p>
          <a:p>
            <a:r>
              <a:rPr lang="ja-JP" altLang="en-US" sz="2800"/>
              <a:t>　</a:t>
            </a:r>
            <a:r>
              <a:rPr lang="en-US" altLang="ja-JP" sz="2800" dirty="0"/>
              <a:t>l-HSIE</a:t>
            </a:r>
            <a:r>
              <a:rPr lang="ja-JP" altLang="en-US" sz="2800"/>
              <a:t>の出力、想定フロー</a:t>
            </a:r>
            <a:br>
              <a:rPr lang="en-US" altLang="ja-JP" sz="2800" dirty="0"/>
            </a:br>
            <a:r>
              <a:rPr lang="ja-JP" altLang="en-US" sz="2800"/>
              <a:t>　</a:t>
            </a:r>
            <a:r>
              <a:rPr lang="en-US" altLang="ja-JP" sz="2800" dirty="0"/>
              <a:t>l-</a:t>
            </a:r>
            <a:r>
              <a:rPr lang="ja-JP" altLang="en-US" sz="2800"/>
              <a:t>技術挑戦詳細</a:t>
            </a:r>
            <a:r>
              <a:rPr lang="en-US" altLang="ja-JP" sz="2800" dirty="0"/>
              <a:t>(</a:t>
            </a:r>
            <a:r>
              <a:rPr lang="ja-JP" altLang="en-US" sz="2800"/>
              <a:t>開発する</a:t>
            </a:r>
            <a:r>
              <a:rPr lang="en-US" altLang="ja-JP" sz="2800" dirty="0"/>
              <a:t>4</a:t>
            </a:r>
            <a:r>
              <a:rPr lang="ja-JP" altLang="en-US" sz="2800"/>
              <a:t>つのモデル</a:t>
            </a:r>
            <a:r>
              <a:rPr lang="en-US" altLang="ja-JP" sz="2800" dirty="0"/>
              <a:t>)</a:t>
            </a:r>
          </a:p>
          <a:p>
            <a:r>
              <a:rPr lang="ja-JP" altLang="en-US" sz="2800"/>
              <a:t>　</a:t>
            </a:r>
            <a:r>
              <a:rPr lang="en-US" altLang="ja-JP" sz="2800" dirty="0"/>
              <a:t>l-</a:t>
            </a:r>
            <a:r>
              <a:rPr lang="ja-JP" altLang="en-US" sz="2800"/>
              <a:t>先行研究との比較</a:t>
            </a:r>
            <a:endParaRPr lang="en-US" altLang="ja-JP" sz="2800" dirty="0"/>
          </a:p>
          <a:p>
            <a:r>
              <a:rPr lang="ja-JP" altLang="en-US" sz="2800"/>
              <a:t>　</a:t>
            </a:r>
            <a:r>
              <a:rPr lang="en-US" altLang="ja-JP" sz="2800" dirty="0"/>
              <a:t>l-</a:t>
            </a:r>
            <a:r>
              <a:rPr lang="ja-JP" altLang="en-US" sz="2800"/>
              <a:t>世界初の挑戦の点</a:t>
            </a:r>
            <a:endParaRPr lang="en-US" altLang="ja-JP" sz="2800" dirty="0"/>
          </a:p>
          <a:p>
            <a:r>
              <a:rPr lang="en-US" altLang="ja-JP" sz="2800" dirty="0"/>
              <a:t>3.4</a:t>
            </a:r>
            <a:r>
              <a:rPr lang="ja-JP" altLang="en-US" sz="2800"/>
              <a:t>つのモデルの開発評価指標と設定理由</a:t>
            </a:r>
            <a:endParaRPr lang="en-US" altLang="ja-JP" sz="2800" dirty="0"/>
          </a:p>
          <a:p>
            <a:r>
              <a:rPr lang="en-US" altLang="ja-JP" sz="2800" dirty="0"/>
              <a:t>4</a:t>
            </a:r>
            <a:r>
              <a:rPr kumimoji="1" lang="en-US" altLang="ja-JP" sz="2800" dirty="0"/>
              <a:t>.</a:t>
            </a:r>
            <a:r>
              <a:rPr kumimoji="1" lang="ja-JP" altLang="en-US" sz="2800"/>
              <a:t>技術実現ロードマップ</a:t>
            </a:r>
            <a:endParaRPr kumimoji="1" lang="en-US" altLang="ja-JP" sz="2800" dirty="0"/>
          </a:p>
          <a:p>
            <a:r>
              <a:rPr lang="en-US" altLang="ja-JP" sz="2800" dirty="0"/>
              <a:t>5.</a:t>
            </a:r>
            <a:r>
              <a:rPr lang="ja-JP" altLang="en-US" sz="2800"/>
              <a:t>技術的リスクと克服方法</a:t>
            </a:r>
            <a:endParaRPr lang="en-US" altLang="ja-JP" sz="2800" dirty="0"/>
          </a:p>
          <a:p>
            <a:r>
              <a:rPr lang="en-US" altLang="ja-JP" sz="2800" dirty="0"/>
              <a:t>6</a:t>
            </a:r>
            <a:r>
              <a:rPr kumimoji="1" lang="en-US" altLang="ja-JP" sz="2800" dirty="0"/>
              <a:t>.</a:t>
            </a:r>
            <a:r>
              <a:rPr kumimoji="1" lang="ja-JP" altLang="en-US" sz="2800"/>
              <a:t>データセット構築計画</a:t>
            </a:r>
            <a:endParaRPr kumimoji="1" lang="en-US" altLang="ja-JP" sz="2800" dirty="0"/>
          </a:p>
        </p:txBody>
      </p:sp>
    </p:spTree>
    <p:extLst>
      <p:ext uri="{BB962C8B-B14F-4D97-AF65-F5344CB8AC3E}">
        <p14:creationId xmlns:p14="http://schemas.microsoft.com/office/powerpoint/2010/main" val="2911729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角丸四角形 9">
            <a:extLst>
              <a:ext uri="{FF2B5EF4-FFF2-40B4-BE49-F238E27FC236}">
                <a16:creationId xmlns:a16="http://schemas.microsoft.com/office/drawing/2014/main" id="{9A50408F-C991-79C6-3C00-F3ED83963BBB}"/>
              </a:ext>
            </a:extLst>
          </p:cNvPr>
          <p:cNvSpPr/>
          <p:nvPr/>
        </p:nvSpPr>
        <p:spPr>
          <a:xfrm>
            <a:off x="304800" y="3525256"/>
            <a:ext cx="6191250" cy="3262147"/>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BD811413-444C-A647-0190-432DCAB6CF8D}"/>
              </a:ext>
            </a:extLst>
          </p:cNvPr>
          <p:cNvSpPr/>
          <p:nvPr/>
        </p:nvSpPr>
        <p:spPr>
          <a:xfrm>
            <a:off x="1003611" y="1690688"/>
            <a:ext cx="10749774" cy="1693334"/>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タイトル 1">
            <a:extLst>
              <a:ext uri="{FF2B5EF4-FFF2-40B4-BE49-F238E27FC236}">
                <a16:creationId xmlns:a16="http://schemas.microsoft.com/office/drawing/2014/main" id="{F2825A47-BAA7-C7BF-E486-65B2678C2A85}"/>
              </a:ext>
            </a:extLst>
          </p:cNvPr>
          <p:cNvSpPr>
            <a:spLocks noGrp="1"/>
          </p:cNvSpPr>
          <p:nvPr>
            <p:ph type="title"/>
          </p:nvPr>
        </p:nvSpPr>
        <p:spPr>
          <a:xfrm>
            <a:off x="838200" y="365125"/>
            <a:ext cx="10515600" cy="1325563"/>
          </a:xfrm>
        </p:spPr>
        <p:txBody>
          <a:bodyPr/>
          <a:lstStyle/>
          <a:p>
            <a:r>
              <a:rPr kumimoji="1" lang="en-US" altLang="ja-JP" dirty="0"/>
              <a:t>1 </a:t>
            </a:r>
            <a:r>
              <a:rPr lang="ja-JP" altLang="en-US"/>
              <a:t>ソリューション概要</a:t>
            </a:r>
            <a:endParaRPr kumimoji="1" lang="ja-JP" altLang="en-US"/>
          </a:p>
        </p:txBody>
      </p:sp>
      <p:sp>
        <p:nvSpPr>
          <p:cNvPr id="5" name="テキスト ボックス 4">
            <a:extLst>
              <a:ext uri="{FF2B5EF4-FFF2-40B4-BE49-F238E27FC236}">
                <a16:creationId xmlns:a16="http://schemas.microsoft.com/office/drawing/2014/main" id="{03598B8D-C718-692C-16C4-3A6791E56663}"/>
              </a:ext>
            </a:extLst>
          </p:cNvPr>
          <p:cNvSpPr txBox="1"/>
          <p:nvPr/>
        </p:nvSpPr>
        <p:spPr>
          <a:xfrm>
            <a:off x="722366" y="1888569"/>
            <a:ext cx="11246990" cy="1261884"/>
          </a:xfrm>
          <a:prstGeom prst="rect">
            <a:avLst/>
          </a:prstGeom>
          <a:noFill/>
        </p:spPr>
        <p:txBody>
          <a:bodyPr wrap="none" rtlCol="0">
            <a:spAutoFit/>
          </a:bodyPr>
          <a:lstStyle/>
          <a:p>
            <a:pPr algn="ctr"/>
            <a:r>
              <a:rPr lang="ja-JP" altLang="en-US" sz="2400"/>
              <a:t>本研究は「音声攻撃性 </a:t>
            </a:r>
            <a:r>
              <a:rPr lang="en-US" altLang="ja-JP" sz="2400" dirty="0"/>
              <a:t>× </a:t>
            </a:r>
            <a:r>
              <a:rPr lang="ja-JP" altLang="en-US" sz="2400"/>
              <a:t>会話構造 </a:t>
            </a:r>
            <a:r>
              <a:rPr lang="en-US" altLang="ja-JP" sz="2400" dirty="0"/>
              <a:t>× </a:t>
            </a:r>
            <a:r>
              <a:rPr lang="ja-JP" altLang="en-US" sz="2400"/>
              <a:t>言語特徴 </a:t>
            </a:r>
            <a:r>
              <a:rPr lang="en-US" altLang="ja-JP" sz="2400" dirty="0"/>
              <a:t>× </a:t>
            </a:r>
            <a:r>
              <a:rPr lang="ja-JP" altLang="en-US" sz="2400"/>
              <a:t>法律」を統合し、</a:t>
            </a:r>
            <a:br>
              <a:rPr lang="ja-JP" altLang="en-US" sz="2400"/>
            </a:br>
            <a:r>
              <a:rPr lang="ja-JP" altLang="en-US" sz="2400"/>
              <a:t>ハラスメント行動をリアルタイムで数値化・分類する世界初のオンデバイス</a:t>
            </a:r>
            <a:r>
              <a:rPr lang="en" altLang="ja-JP" sz="2400" dirty="0"/>
              <a:t>AI</a:t>
            </a:r>
          </a:p>
          <a:p>
            <a:pPr algn="ctr"/>
            <a:r>
              <a:rPr lang="en" altLang="ja-JP" sz="2800" b="1" dirty="0">
                <a:highlight>
                  <a:srgbClr val="FFFF00"/>
                </a:highlight>
              </a:rPr>
              <a:t>HSIE</a:t>
            </a:r>
            <a:r>
              <a:rPr lang="ja-JP" altLang="en" sz="2800" b="1">
                <a:highlight>
                  <a:srgbClr val="FFFF00"/>
                </a:highlight>
              </a:rPr>
              <a:t>（</a:t>
            </a:r>
            <a:r>
              <a:rPr lang="en" altLang="ja-JP" sz="2800" b="1" dirty="0">
                <a:highlight>
                  <a:srgbClr val="FFFF00"/>
                </a:highlight>
              </a:rPr>
              <a:t>Harassment Structure Index Evidence</a:t>
            </a:r>
            <a:r>
              <a:rPr lang="ja-JP" altLang="en" sz="2800" b="1">
                <a:highlight>
                  <a:srgbClr val="FFFF00"/>
                </a:highlight>
              </a:rPr>
              <a:t>）</a:t>
            </a:r>
            <a:r>
              <a:rPr lang="ja-JP" altLang="en-US" sz="2800" b="1"/>
              <a:t>を開発する</a:t>
            </a:r>
            <a:endParaRPr kumimoji="1" lang="ja-JP" altLang="en-US" sz="2800" b="1"/>
          </a:p>
        </p:txBody>
      </p:sp>
      <p:graphicFrame>
        <p:nvGraphicFramePr>
          <p:cNvPr id="9" name="図表 8">
            <a:extLst>
              <a:ext uri="{FF2B5EF4-FFF2-40B4-BE49-F238E27FC236}">
                <a16:creationId xmlns:a16="http://schemas.microsoft.com/office/drawing/2014/main" id="{1FE0B56A-0757-99E7-3A24-967DBBF1FE70}"/>
              </a:ext>
            </a:extLst>
          </p:cNvPr>
          <p:cNvGraphicFramePr/>
          <p:nvPr/>
        </p:nvGraphicFramePr>
        <p:xfrm>
          <a:off x="504446" y="3525256"/>
          <a:ext cx="5671712" cy="32621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右矢印 10">
            <a:extLst>
              <a:ext uri="{FF2B5EF4-FFF2-40B4-BE49-F238E27FC236}">
                <a16:creationId xmlns:a16="http://schemas.microsoft.com/office/drawing/2014/main" id="{A04B6CA0-AE17-B28A-A11F-D0F305A91DAA}"/>
              </a:ext>
            </a:extLst>
          </p:cNvPr>
          <p:cNvSpPr/>
          <p:nvPr/>
        </p:nvSpPr>
        <p:spPr>
          <a:xfrm>
            <a:off x="6648071" y="4713820"/>
            <a:ext cx="648079" cy="609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70608BFD-DF2C-B100-CB51-90FF30BCF9F1}"/>
              </a:ext>
            </a:extLst>
          </p:cNvPr>
          <p:cNvSpPr txBox="1"/>
          <p:nvPr/>
        </p:nvSpPr>
        <p:spPr>
          <a:xfrm>
            <a:off x="6972110" y="4709585"/>
            <a:ext cx="5458546" cy="830997"/>
          </a:xfrm>
          <a:prstGeom prst="rect">
            <a:avLst/>
          </a:prstGeom>
          <a:noFill/>
        </p:spPr>
        <p:txBody>
          <a:bodyPr wrap="square" rtlCol="0">
            <a:spAutoFit/>
          </a:bodyPr>
          <a:lstStyle/>
          <a:p>
            <a:pPr algn="ctr"/>
            <a:r>
              <a:rPr lang="ja-JP" altLang="en-US" sz="1600" b="1"/>
              <a:t>個人の録音だけで“ハラスメント構造を可視化”する</a:t>
            </a:r>
            <a:endParaRPr lang="en-US" altLang="ja-JP" sz="1600" b="1" dirty="0"/>
          </a:p>
          <a:p>
            <a:pPr algn="ctr"/>
            <a:r>
              <a:rPr lang="ja-JP" altLang="en-US" sz="1600" b="1"/>
              <a:t>世界で初めての</a:t>
            </a:r>
            <a:r>
              <a:rPr lang="en" altLang="ja-JP" sz="1600" b="1" dirty="0"/>
              <a:t>AI</a:t>
            </a:r>
            <a:r>
              <a:rPr lang="ja-JP" altLang="en-US" sz="1600" b="1"/>
              <a:t>基盤</a:t>
            </a:r>
            <a:endParaRPr lang="en-US" altLang="ja-JP" sz="1600" b="1" dirty="0"/>
          </a:p>
          <a:p>
            <a:pPr algn="ctr"/>
            <a:r>
              <a:rPr kumimoji="1" lang="en-US" altLang="ja-JP" sz="1600" b="1" dirty="0"/>
              <a:t>HSIE</a:t>
            </a:r>
            <a:endParaRPr kumimoji="1" lang="ja-JP" altLang="en-US" sz="1600" b="1"/>
          </a:p>
        </p:txBody>
      </p:sp>
    </p:spTree>
    <p:extLst>
      <p:ext uri="{BB962C8B-B14F-4D97-AF65-F5344CB8AC3E}">
        <p14:creationId xmlns:p14="http://schemas.microsoft.com/office/powerpoint/2010/main" val="3574143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角丸四角形 7">
            <a:extLst>
              <a:ext uri="{FF2B5EF4-FFF2-40B4-BE49-F238E27FC236}">
                <a16:creationId xmlns:a16="http://schemas.microsoft.com/office/drawing/2014/main" id="{CD316B27-519B-BB15-C55F-E61E7A52A57B}"/>
              </a:ext>
            </a:extLst>
          </p:cNvPr>
          <p:cNvSpPr/>
          <p:nvPr/>
        </p:nvSpPr>
        <p:spPr>
          <a:xfrm>
            <a:off x="660400" y="1690688"/>
            <a:ext cx="11112500" cy="3186112"/>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149690E8-E8C7-6B7B-80E5-8644D15C1A72}"/>
              </a:ext>
            </a:extLst>
          </p:cNvPr>
          <p:cNvSpPr/>
          <p:nvPr/>
        </p:nvSpPr>
        <p:spPr>
          <a:xfrm>
            <a:off x="838200" y="3640666"/>
            <a:ext cx="10778067" cy="8805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E1026E33-CFEA-45D9-D698-A63D89836119}"/>
              </a:ext>
            </a:extLst>
          </p:cNvPr>
          <p:cNvSpPr>
            <a:spLocks noGrp="1"/>
          </p:cNvSpPr>
          <p:nvPr>
            <p:ph type="title"/>
          </p:nvPr>
        </p:nvSpPr>
        <p:spPr/>
        <p:txBody>
          <a:bodyPr/>
          <a:lstStyle/>
          <a:p>
            <a:r>
              <a:rPr lang="en-US" altLang="ja-JP" dirty="0"/>
              <a:t>2</a:t>
            </a:r>
            <a:r>
              <a:rPr kumimoji="1" lang="en-US" altLang="ja-JP" dirty="0"/>
              <a:t> </a:t>
            </a:r>
            <a:r>
              <a:rPr kumimoji="1" lang="ja-JP" altLang="en-US"/>
              <a:t>技術挑戦の核心</a:t>
            </a:r>
            <a:r>
              <a:rPr lang="ja-JP" altLang="en" b="1"/>
              <a:t>（</a:t>
            </a:r>
            <a:r>
              <a:rPr lang="en" altLang="ja-JP" b="1" dirty="0"/>
              <a:t>Core Challenge</a:t>
            </a:r>
            <a:r>
              <a:rPr lang="ja-JP" altLang="en" b="1"/>
              <a:t>）</a:t>
            </a:r>
            <a:br>
              <a:rPr lang="en-US" altLang="ja-JP" b="1" dirty="0"/>
            </a:br>
            <a:r>
              <a:rPr lang="ja-JP" altLang="en-US" sz="2800"/>
              <a:t>このプロジェクトの技術的挑戦</a:t>
            </a:r>
            <a:endParaRPr kumimoji="1" lang="ja-JP" altLang="en-US" sz="2800"/>
          </a:p>
        </p:txBody>
      </p:sp>
      <p:sp>
        <p:nvSpPr>
          <p:cNvPr id="4" name="テキスト ボックス 3">
            <a:extLst>
              <a:ext uri="{FF2B5EF4-FFF2-40B4-BE49-F238E27FC236}">
                <a16:creationId xmlns:a16="http://schemas.microsoft.com/office/drawing/2014/main" id="{202A38D6-D465-D0D1-7C16-E334FB57EF1A}"/>
              </a:ext>
            </a:extLst>
          </p:cNvPr>
          <p:cNvSpPr txBox="1"/>
          <p:nvPr/>
        </p:nvSpPr>
        <p:spPr>
          <a:xfrm>
            <a:off x="419100" y="2044005"/>
            <a:ext cx="11353800" cy="1384995"/>
          </a:xfrm>
          <a:prstGeom prst="rect">
            <a:avLst/>
          </a:prstGeom>
          <a:noFill/>
        </p:spPr>
        <p:txBody>
          <a:bodyPr wrap="square">
            <a:spAutoFit/>
          </a:bodyPr>
          <a:lstStyle/>
          <a:p>
            <a:pPr algn="ctr"/>
            <a:r>
              <a:rPr lang="ja-JP" altLang="en-US" sz="2800" b="1"/>
              <a:t>ハラスメント行動を数学的に構造化する行動指数</a:t>
            </a:r>
            <a:r>
              <a:rPr lang="en-US" altLang="ja-JP" sz="2800" b="1" dirty="0"/>
              <a:t>(HSI)</a:t>
            </a:r>
          </a:p>
          <a:p>
            <a:pPr algn="ctr"/>
            <a:r>
              <a:rPr lang="ja-JP" altLang="en-US" sz="2800"/>
              <a:t> </a:t>
            </a:r>
            <a:r>
              <a:rPr lang="en-US" altLang="ja-JP" sz="2800" dirty="0"/>
              <a:t>× </a:t>
            </a:r>
            <a:r>
              <a:rPr lang="ja-JP" altLang="en-US" sz="2800" b="1"/>
              <a:t>法的証拠価値</a:t>
            </a:r>
            <a:r>
              <a:rPr lang="ja-JP" altLang="en-US" sz="2800"/>
              <a:t> </a:t>
            </a:r>
            <a:r>
              <a:rPr lang="en-US" altLang="ja-JP" sz="2800" b="1" dirty="0"/>
              <a:t>(Evidence)</a:t>
            </a:r>
            <a:r>
              <a:rPr lang="ja-JP" altLang="en-US" sz="2800"/>
              <a:t>を</a:t>
            </a:r>
            <a:br>
              <a:rPr lang="ja-JP" altLang="en-US" sz="2800"/>
            </a:br>
            <a:r>
              <a:rPr lang="en-US" altLang="ja-JP" sz="2800" dirty="0"/>
              <a:t>1</a:t>
            </a:r>
            <a:r>
              <a:rPr lang="ja-JP" altLang="en-US" sz="2800"/>
              <a:t>つの数理指標として統合した、</a:t>
            </a:r>
            <a:endParaRPr lang="en-US" altLang="ja-JP" sz="2800" dirty="0"/>
          </a:p>
        </p:txBody>
      </p:sp>
      <p:sp>
        <p:nvSpPr>
          <p:cNvPr id="6" name="テキスト ボックス 5">
            <a:extLst>
              <a:ext uri="{FF2B5EF4-FFF2-40B4-BE49-F238E27FC236}">
                <a16:creationId xmlns:a16="http://schemas.microsoft.com/office/drawing/2014/main" id="{A15B58F0-B4F9-A14F-6C2A-8ACBBB1ACB84}"/>
              </a:ext>
            </a:extLst>
          </p:cNvPr>
          <p:cNvSpPr txBox="1"/>
          <p:nvPr/>
        </p:nvSpPr>
        <p:spPr>
          <a:xfrm>
            <a:off x="1574940" y="3835308"/>
            <a:ext cx="11078202" cy="523220"/>
          </a:xfrm>
          <a:prstGeom prst="rect">
            <a:avLst/>
          </a:prstGeom>
          <a:noFill/>
        </p:spPr>
        <p:txBody>
          <a:bodyPr wrap="square">
            <a:spAutoFit/>
          </a:bodyPr>
          <a:lstStyle/>
          <a:p>
            <a:r>
              <a:rPr lang="ja-JP" altLang="en-US" sz="2800" b="1">
                <a:solidFill>
                  <a:schemeClr val="bg1"/>
                </a:solidFill>
              </a:rPr>
              <a:t>世界初の </a:t>
            </a:r>
            <a:r>
              <a:rPr lang="en-US" altLang="ja-JP" sz="2800" b="1" dirty="0">
                <a:solidFill>
                  <a:schemeClr val="bg1"/>
                </a:solidFill>
              </a:rPr>
              <a:t>“</a:t>
            </a:r>
            <a:r>
              <a:rPr lang="ja-JP" altLang="en-US" sz="2800" b="1">
                <a:solidFill>
                  <a:schemeClr val="bg1"/>
                </a:solidFill>
              </a:rPr>
              <a:t>法的ハラスメント評価指数</a:t>
            </a:r>
            <a:r>
              <a:rPr lang="ja-JP" altLang="en-US" sz="2800">
                <a:solidFill>
                  <a:schemeClr val="bg1"/>
                </a:solidFill>
              </a:rPr>
              <a:t>”</a:t>
            </a:r>
            <a:r>
              <a:rPr lang="en-US" altLang="ja-JP" sz="2800" b="1" dirty="0">
                <a:solidFill>
                  <a:schemeClr val="bg1"/>
                </a:solidFill>
              </a:rPr>
              <a:t>(HSIE</a:t>
            </a:r>
            <a:r>
              <a:rPr lang="ja-JP" altLang="en" sz="2800" b="1">
                <a:solidFill>
                  <a:schemeClr val="bg1"/>
                </a:solidFill>
              </a:rPr>
              <a:t>）</a:t>
            </a:r>
            <a:r>
              <a:rPr lang="ja-JP" altLang="en-US" sz="2800" b="1">
                <a:solidFill>
                  <a:schemeClr val="bg1"/>
                </a:solidFill>
              </a:rPr>
              <a:t>を開発する</a:t>
            </a:r>
          </a:p>
        </p:txBody>
      </p:sp>
      <p:sp>
        <p:nvSpPr>
          <p:cNvPr id="9" name="角丸四角形 8">
            <a:extLst>
              <a:ext uri="{FF2B5EF4-FFF2-40B4-BE49-F238E27FC236}">
                <a16:creationId xmlns:a16="http://schemas.microsoft.com/office/drawing/2014/main" id="{250CDFB1-91CF-05FB-B5B8-AB1B801CCF7D}"/>
              </a:ext>
            </a:extLst>
          </p:cNvPr>
          <p:cNvSpPr/>
          <p:nvPr/>
        </p:nvSpPr>
        <p:spPr>
          <a:xfrm>
            <a:off x="2326108" y="4905606"/>
            <a:ext cx="9865892" cy="1819408"/>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B8A4AF9B-461D-D963-8387-EC9683036C7D}"/>
              </a:ext>
            </a:extLst>
          </p:cNvPr>
          <p:cNvSpPr/>
          <p:nvPr/>
        </p:nvSpPr>
        <p:spPr>
          <a:xfrm>
            <a:off x="2590200" y="6136774"/>
            <a:ext cx="1116957" cy="3736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5862BB74-92BE-E5C5-D05C-96D90F4102B6}"/>
              </a:ext>
            </a:extLst>
          </p:cNvPr>
          <p:cNvSpPr/>
          <p:nvPr/>
        </p:nvSpPr>
        <p:spPr>
          <a:xfrm>
            <a:off x="3757495" y="4962975"/>
            <a:ext cx="1231854" cy="4438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EA499A9-9581-F1C6-C6A2-AE9295401E80}"/>
              </a:ext>
            </a:extLst>
          </p:cNvPr>
          <p:cNvSpPr txBox="1"/>
          <p:nvPr/>
        </p:nvSpPr>
        <p:spPr>
          <a:xfrm>
            <a:off x="3962886" y="5000223"/>
            <a:ext cx="1231854" cy="369332"/>
          </a:xfrm>
          <a:prstGeom prst="rect">
            <a:avLst/>
          </a:prstGeom>
          <a:noFill/>
        </p:spPr>
        <p:txBody>
          <a:bodyPr wrap="square" rtlCol="0">
            <a:spAutoFit/>
          </a:bodyPr>
          <a:lstStyle/>
          <a:p>
            <a:r>
              <a:rPr kumimoji="1" lang="ja-JP" altLang="en-US" b="1">
                <a:solidFill>
                  <a:schemeClr val="bg1"/>
                </a:solidFill>
              </a:rPr>
              <a:t>データ</a:t>
            </a:r>
          </a:p>
        </p:txBody>
      </p:sp>
      <p:sp>
        <p:nvSpPr>
          <p:cNvPr id="14" name="下矢印 13">
            <a:extLst>
              <a:ext uri="{FF2B5EF4-FFF2-40B4-BE49-F238E27FC236}">
                <a16:creationId xmlns:a16="http://schemas.microsoft.com/office/drawing/2014/main" id="{45F27890-91A8-1119-E67C-17387F0CB0E1}"/>
              </a:ext>
            </a:extLst>
          </p:cNvPr>
          <p:cNvSpPr/>
          <p:nvPr/>
        </p:nvSpPr>
        <p:spPr>
          <a:xfrm rot="2239764">
            <a:off x="3531253" y="5414950"/>
            <a:ext cx="165371" cy="6935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下矢印 16">
            <a:extLst>
              <a:ext uri="{FF2B5EF4-FFF2-40B4-BE49-F238E27FC236}">
                <a16:creationId xmlns:a16="http://schemas.microsoft.com/office/drawing/2014/main" id="{BE0730FB-5831-F8DF-E17C-8F824FA73558}"/>
              </a:ext>
            </a:extLst>
          </p:cNvPr>
          <p:cNvSpPr/>
          <p:nvPr/>
        </p:nvSpPr>
        <p:spPr>
          <a:xfrm>
            <a:off x="4290736" y="5461947"/>
            <a:ext cx="165371" cy="6935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下矢印 17">
            <a:extLst>
              <a:ext uri="{FF2B5EF4-FFF2-40B4-BE49-F238E27FC236}">
                <a16:creationId xmlns:a16="http://schemas.microsoft.com/office/drawing/2014/main" id="{D3D500E9-BE1C-5AEE-1D38-D6E4018CBEF5}"/>
              </a:ext>
            </a:extLst>
          </p:cNvPr>
          <p:cNvSpPr/>
          <p:nvPr/>
        </p:nvSpPr>
        <p:spPr>
          <a:xfrm rot="19298208">
            <a:off x="5020048" y="5395709"/>
            <a:ext cx="165371" cy="6935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001984E4-539D-76AA-A28F-351F55D8A19D}"/>
              </a:ext>
            </a:extLst>
          </p:cNvPr>
          <p:cNvSpPr txBox="1"/>
          <p:nvPr/>
        </p:nvSpPr>
        <p:spPr>
          <a:xfrm>
            <a:off x="2590200" y="6141100"/>
            <a:ext cx="1116957" cy="369332"/>
          </a:xfrm>
          <a:prstGeom prst="rect">
            <a:avLst/>
          </a:prstGeom>
          <a:noFill/>
        </p:spPr>
        <p:txBody>
          <a:bodyPr wrap="square">
            <a:spAutoFit/>
          </a:bodyPr>
          <a:lstStyle/>
          <a:p>
            <a:r>
              <a:rPr lang="ja-JP" altLang="en-US">
                <a:solidFill>
                  <a:schemeClr val="bg1"/>
                </a:solidFill>
              </a:rPr>
              <a:t>音響特徴</a:t>
            </a:r>
          </a:p>
        </p:txBody>
      </p:sp>
      <p:sp>
        <p:nvSpPr>
          <p:cNvPr id="20" name="角丸四角形 19">
            <a:extLst>
              <a:ext uri="{FF2B5EF4-FFF2-40B4-BE49-F238E27FC236}">
                <a16:creationId xmlns:a16="http://schemas.microsoft.com/office/drawing/2014/main" id="{87251B72-0CBF-1B39-C8BF-2B4B2E1E04A1}"/>
              </a:ext>
            </a:extLst>
          </p:cNvPr>
          <p:cNvSpPr/>
          <p:nvPr/>
        </p:nvSpPr>
        <p:spPr>
          <a:xfrm>
            <a:off x="3872392" y="6279905"/>
            <a:ext cx="1116957" cy="3736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5BE1FFFE-1F07-0C93-67BC-D34D13AB4BC4}"/>
              </a:ext>
            </a:extLst>
          </p:cNvPr>
          <p:cNvSpPr txBox="1"/>
          <p:nvPr/>
        </p:nvSpPr>
        <p:spPr>
          <a:xfrm>
            <a:off x="3872392" y="6284231"/>
            <a:ext cx="1116957" cy="369332"/>
          </a:xfrm>
          <a:prstGeom prst="rect">
            <a:avLst/>
          </a:prstGeom>
          <a:noFill/>
        </p:spPr>
        <p:txBody>
          <a:bodyPr wrap="square">
            <a:spAutoFit/>
          </a:bodyPr>
          <a:lstStyle/>
          <a:p>
            <a:r>
              <a:rPr lang="ja-JP" altLang="en-US">
                <a:solidFill>
                  <a:schemeClr val="bg1"/>
                </a:solidFill>
              </a:rPr>
              <a:t>会話構造</a:t>
            </a:r>
          </a:p>
        </p:txBody>
      </p:sp>
      <p:sp>
        <p:nvSpPr>
          <p:cNvPr id="22" name="角丸四角形 21">
            <a:extLst>
              <a:ext uri="{FF2B5EF4-FFF2-40B4-BE49-F238E27FC236}">
                <a16:creationId xmlns:a16="http://schemas.microsoft.com/office/drawing/2014/main" id="{564CD4AE-84CA-960C-596E-C807FFC43F84}"/>
              </a:ext>
            </a:extLst>
          </p:cNvPr>
          <p:cNvSpPr/>
          <p:nvPr/>
        </p:nvSpPr>
        <p:spPr>
          <a:xfrm>
            <a:off x="5127849" y="6141100"/>
            <a:ext cx="1116957" cy="3736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E375BDB9-080B-E2BC-0685-5CFAED0C3B40}"/>
              </a:ext>
            </a:extLst>
          </p:cNvPr>
          <p:cNvSpPr txBox="1"/>
          <p:nvPr/>
        </p:nvSpPr>
        <p:spPr>
          <a:xfrm>
            <a:off x="5127849" y="6145426"/>
            <a:ext cx="1116957" cy="369332"/>
          </a:xfrm>
          <a:prstGeom prst="rect">
            <a:avLst/>
          </a:prstGeom>
          <a:noFill/>
        </p:spPr>
        <p:txBody>
          <a:bodyPr wrap="square">
            <a:spAutoFit/>
          </a:bodyPr>
          <a:lstStyle/>
          <a:p>
            <a:r>
              <a:rPr lang="ja-JP" altLang="en-US">
                <a:solidFill>
                  <a:schemeClr val="bg1"/>
                </a:solidFill>
              </a:rPr>
              <a:t>言語特徴</a:t>
            </a:r>
          </a:p>
        </p:txBody>
      </p:sp>
      <p:sp>
        <p:nvSpPr>
          <p:cNvPr id="24" name="右矢印 23">
            <a:extLst>
              <a:ext uri="{FF2B5EF4-FFF2-40B4-BE49-F238E27FC236}">
                <a16:creationId xmlns:a16="http://schemas.microsoft.com/office/drawing/2014/main" id="{9C9792AE-EB9D-3D62-8E92-C1F745342611}"/>
              </a:ext>
            </a:extLst>
          </p:cNvPr>
          <p:cNvSpPr/>
          <p:nvPr/>
        </p:nvSpPr>
        <p:spPr>
          <a:xfrm>
            <a:off x="5630015" y="5405471"/>
            <a:ext cx="726141" cy="4303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55731FF6-7546-7F81-5615-A1A764372893}"/>
              </a:ext>
            </a:extLst>
          </p:cNvPr>
          <p:cNvSpPr txBox="1"/>
          <p:nvPr/>
        </p:nvSpPr>
        <p:spPr>
          <a:xfrm>
            <a:off x="6386539" y="5461947"/>
            <a:ext cx="2262158" cy="646331"/>
          </a:xfrm>
          <a:prstGeom prst="rect">
            <a:avLst/>
          </a:prstGeom>
          <a:noFill/>
        </p:spPr>
        <p:txBody>
          <a:bodyPr wrap="square" rtlCol="0">
            <a:spAutoFit/>
          </a:bodyPr>
          <a:lstStyle/>
          <a:p>
            <a:pPr algn="ctr"/>
            <a:r>
              <a:rPr lang="ja-JP" altLang="en-US"/>
              <a:t>ハラスメントスコア</a:t>
            </a:r>
            <a:endParaRPr lang="en-US" altLang="ja-JP" dirty="0"/>
          </a:p>
          <a:p>
            <a:pPr algn="ctr"/>
            <a:r>
              <a:rPr kumimoji="1" lang="ja-JP" altLang="en-US"/>
              <a:t>の提示</a:t>
            </a:r>
          </a:p>
        </p:txBody>
      </p:sp>
      <p:sp>
        <p:nvSpPr>
          <p:cNvPr id="26" name="テキスト ボックス 25">
            <a:extLst>
              <a:ext uri="{FF2B5EF4-FFF2-40B4-BE49-F238E27FC236}">
                <a16:creationId xmlns:a16="http://schemas.microsoft.com/office/drawing/2014/main" id="{A5BB592C-D86B-0B3A-0077-54B777C00850}"/>
              </a:ext>
            </a:extLst>
          </p:cNvPr>
          <p:cNvSpPr txBox="1"/>
          <p:nvPr/>
        </p:nvSpPr>
        <p:spPr>
          <a:xfrm>
            <a:off x="6166129" y="6334418"/>
            <a:ext cx="631904" cy="369332"/>
          </a:xfrm>
          <a:prstGeom prst="rect">
            <a:avLst/>
          </a:prstGeom>
          <a:noFill/>
        </p:spPr>
        <p:txBody>
          <a:bodyPr wrap="none" rtlCol="0">
            <a:spAutoFit/>
          </a:bodyPr>
          <a:lstStyle/>
          <a:p>
            <a:r>
              <a:rPr lang="en-US" altLang="ja-JP" dirty="0"/>
              <a:t>etc..</a:t>
            </a:r>
            <a:endParaRPr kumimoji="1" lang="ja-JP" altLang="en-US"/>
          </a:p>
        </p:txBody>
      </p:sp>
      <p:sp>
        <p:nvSpPr>
          <p:cNvPr id="27" name="テキスト ボックス 26">
            <a:extLst>
              <a:ext uri="{FF2B5EF4-FFF2-40B4-BE49-F238E27FC236}">
                <a16:creationId xmlns:a16="http://schemas.microsoft.com/office/drawing/2014/main" id="{AFC95632-A8CB-5DD1-A2F1-FCA846A18A22}"/>
              </a:ext>
            </a:extLst>
          </p:cNvPr>
          <p:cNvSpPr txBox="1"/>
          <p:nvPr/>
        </p:nvSpPr>
        <p:spPr>
          <a:xfrm>
            <a:off x="838200" y="5152220"/>
            <a:ext cx="1473480" cy="1477328"/>
          </a:xfrm>
          <a:prstGeom prst="rect">
            <a:avLst/>
          </a:prstGeom>
          <a:noFill/>
        </p:spPr>
        <p:txBody>
          <a:bodyPr wrap="none" rtlCol="0">
            <a:spAutoFit/>
          </a:bodyPr>
          <a:lstStyle/>
          <a:p>
            <a:r>
              <a:rPr kumimoji="1" lang="en-US" altLang="ja-JP" dirty="0"/>
              <a:t>  HSIE:</a:t>
            </a:r>
            <a:endParaRPr lang="en-US" altLang="ja-JP" dirty="0"/>
          </a:p>
          <a:p>
            <a:r>
              <a:rPr lang="en" altLang="ja-JP" dirty="0"/>
              <a:t>Harassment</a:t>
            </a:r>
          </a:p>
          <a:p>
            <a:r>
              <a:rPr lang="en" altLang="ja-JP" dirty="0"/>
              <a:t>Structure </a:t>
            </a:r>
          </a:p>
          <a:p>
            <a:r>
              <a:rPr lang="en" altLang="ja-JP" dirty="0"/>
              <a:t>Index</a:t>
            </a:r>
          </a:p>
          <a:p>
            <a:r>
              <a:rPr kumimoji="1" lang="en" altLang="ja-JP" dirty="0"/>
              <a:t>Evidence</a:t>
            </a:r>
            <a:endParaRPr kumimoji="1" lang="en-US" altLang="ja-JP" dirty="0"/>
          </a:p>
        </p:txBody>
      </p:sp>
      <p:sp>
        <p:nvSpPr>
          <p:cNvPr id="3" name="右矢印 2">
            <a:extLst>
              <a:ext uri="{FF2B5EF4-FFF2-40B4-BE49-F238E27FC236}">
                <a16:creationId xmlns:a16="http://schemas.microsoft.com/office/drawing/2014/main" id="{92CEDA87-01E1-EF42-1E94-3BAA56B87FDF}"/>
              </a:ext>
            </a:extLst>
          </p:cNvPr>
          <p:cNvSpPr/>
          <p:nvPr/>
        </p:nvSpPr>
        <p:spPr>
          <a:xfrm>
            <a:off x="8345659" y="5785112"/>
            <a:ext cx="726141" cy="4303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1F86C6FE-DECB-E913-F921-E22A685C2A39}"/>
              </a:ext>
            </a:extLst>
          </p:cNvPr>
          <p:cNvSpPr txBox="1"/>
          <p:nvPr/>
        </p:nvSpPr>
        <p:spPr>
          <a:xfrm>
            <a:off x="9167789" y="5266405"/>
            <a:ext cx="3003931" cy="1200329"/>
          </a:xfrm>
          <a:prstGeom prst="rect">
            <a:avLst/>
          </a:prstGeom>
          <a:noFill/>
        </p:spPr>
        <p:txBody>
          <a:bodyPr wrap="square" rtlCol="0">
            <a:spAutoFit/>
          </a:bodyPr>
          <a:lstStyle/>
          <a:p>
            <a:r>
              <a:rPr kumimoji="1" lang="ja-JP" altLang="en-US"/>
              <a:t>法律に基づき</a:t>
            </a:r>
            <a:endParaRPr kumimoji="1" lang="en-US" altLang="ja-JP" dirty="0"/>
          </a:p>
          <a:p>
            <a:r>
              <a:rPr kumimoji="1" lang="ja-JP" altLang="en-US"/>
              <a:t>類似の判例、</a:t>
            </a:r>
            <a:endParaRPr kumimoji="1" lang="en-US" altLang="ja-JP" dirty="0"/>
          </a:p>
          <a:p>
            <a:r>
              <a:rPr kumimoji="1" lang="ja-JP" altLang="en-US"/>
              <a:t>ハラスメントの強度、</a:t>
            </a:r>
            <a:endParaRPr kumimoji="1" lang="en-US" altLang="ja-JP" dirty="0"/>
          </a:p>
          <a:p>
            <a:r>
              <a:rPr kumimoji="1" lang="ja-JP" altLang="en-US"/>
              <a:t>証拠価値を算出</a:t>
            </a:r>
            <a:endParaRPr kumimoji="1" lang="en-US" altLang="ja-JP" dirty="0"/>
          </a:p>
        </p:txBody>
      </p:sp>
    </p:spTree>
    <p:extLst>
      <p:ext uri="{BB962C8B-B14F-4D97-AF65-F5344CB8AC3E}">
        <p14:creationId xmlns:p14="http://schemas.microsoft.com/office/powerpoint/2010/main" val="4215252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角丸四角形 15">
            <a:extLst>
              <a:ext uri="{FF2B5EF4-FFF2-40B4-BE49-F238E27FC236}">
                <a16:creationId xmlns:a16="http://schemas.microsoft.com/office/drawing/2014/main" id="{A05D5A4D-59B1-3D98-4A37-D71C128BFB64}"/>
              </a:ext>
            </a:extLst>
          </p:cNvPr>
          <p:cNvSpPr/>
          <p:nvPr/>
        </p:nvSpPr>
        <p:spPr>
          <a:xfrm>
            <a:off x="632927" y="2834964"/>
            <a:ext cx="11353800" cy="2350083"/>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E1026E33-CFEA-45D9-D698-A63D89836119}"/>
              </a:ext>
            </a:extLst>
          </p:cNvPr>
          <p:cNvSpPr>
            <a:spLocks noGrp="1"/>
          </p:cNvSpPr>
          <p:nvPr>
            <p:ph type="title"/>
          </p:nvPr>
        </p:nvSpPr>
        <p:spPr/>
        <p:txBody>
          <a:bodyPr/>
          <a:lstStyle/>
          <a:p>
            <a:r>
              <a:rPr lang="en-US" altLang="ja-JP" dirty="0"/>
              <a:t>2</a:t>
            </a:r>
            <a:r>
              <a:rPr kumimoji="1" lang="en-US" altLang="ja-JP" dirty="0"/>
              <a:t> </a:t>
            </a:r>
            <a:r>
              <a:rPr kumimoji="1" lang="ja-JP" altLang="en-US"/>
              <a:t>技術挑戦の核心</a:t>
            </a:r>
            <a:r>
              <a:rPr lang="ja-JP" altLang="en" b="1"/>
              <a:t>（</a:t>
            </a:r>
            <a:r>
              <a:rPr lang="en" altLang="ja-JP" b="1" dirty="0"/>
              <a:t>Core Challenge</a:t>
            </a:r>
            <a:r>
              <a:rPr lang="ja-JP" altLang="en" b="1"/>
              <a:t>）</a:t>
            </a:r>
            <a:endParaRPr kumimoji="1" lang="ja-JP" altLang="en-US"/>
          </a:p>
        </p:txBody>
      </p:sp>
      <p:graphicFrame>
        <p:nvGraphicFramePr>
          <p:cNvPr id="13" name="図表 12">
            <a:extLst>
              <a:ext uri="{FF2B5EF4-FFF2-40B4-BE49-F238E27FC236}">
                <a16:creationId xmlns:a16="http://schemas.microsoft.com/office/drawing/2014/main" id="{843B49A5-5795-27B6-E2B9-6C6C254CC344}"/>
              </a:ext>
            </a:extLst>
          </p:cNvPr>
          <p:cNvGraphicFramePr/>
          <p:nvPr>
            <p:extLst>
              <p:ext uri="{D42A27DB-BD31-4B8C-83A1-F6EECF244321}">
                <p14:modId xmlns:p14="http://schemas.microsoft.com/office/powerpoint/2010/main" val="1890439689"/>
              </p:ext>
            </p:extLst>
          </p:nvPr>
        </p:nvGraphicFramePr>
        <p:xfrm>
          <a:off x="581608" y="2834964"/>
          <a:ext cx="11405119" cy="23500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5" name="テキスト ボックス 14">
            <a:extLst>
              <a:ext uri="{FF2B5EF4-FFF2-40B4-BE49-F238E27FC236}">
                <a16:creationId xmlns:a16="http://schemas.microsoft.com/office/drawing/2014/main" id="{7B3BC323-9958-DC38-24B4-5CE38EB0BA24}"/>
              </a:ext>
            </a:extLst>
          </p:cNvPr>
          <p:cNvSpPr txBox="1"/>
          <p:nvPr/>
        </p:nvSpPr>
        <p:spPr>
          <a:xfrm>
            <a:off x="786881" y="2161223"/>
            <a:ext cx="6102220" cy="523220"/>
          </a:xfrm>
          <a:prstGeom prst="rect">
            <a:avLst/>
          </a:prstGeom>
          <a:noFill/>
        </p:spPr>
        <p:txBody>
          <a:bodyPr wrap="square">
            <a:spAutoFit/>
          </a:bodyPr>
          <a:lstStyle/>
          <a:p>
            <a:r>
              <a:rPr lang="ja-JP" altLang="en-US" sz="2800" b="1"/>
              <a:t>未解決の技術課題</a:t>
            </a:r>
            <a:endParaRPr lang="ja-JP" altLang="en-US" sz="2800"/>
          </a:p>
        </p:txBody>
      </p:sp>
    </p:spTree>
    <p:extLst>
      <p:ext uri="{BB962C8B-B14F-4D97-AF65-F5344CB8AC3E}">
        <p14:creationId xmlns:p14="http://schemas.microsoft.com/office/powerpoint/2010/main" val="3906936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角丸四角形 8">
            <a:extLst>
              <a:ext uri="{FF2B5EF4-FFF2-40B4-BE49-F238E27FC236}">
                <a16:creationId xmlns:a16="http://schemas.microsoft.com/office/drawing/2014/main" id="{E179CDD7-89B8-34CE-D5AD-30B37AFF6A0A}"/>
              </a:ext>
            </a:extLst>
          </p:cNvPr>
          <p:cNvSpPr/>
          <p:nvPr/>
        </p:nvSpPr>
        <p:spPr>
          <a:xfrm>
            <a:off x="901908" y="1409860"/>
            <a:ext cx="10451892" cy="20191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E1026E33-CFEA-45D9-D698-A63D89836119}"/>
              </a:ext>
            </a:extLst>
          </p:cNvPr>
          <p:cNvSpPr>
            <a:spLocks noGrp="1"/>
          </p:cNvSpPr>
          <p:nvPr>
            <p:ph type="title"/>
          </p:nvPr>
        </p:nvSpPr>
        <p:spPr/>
        <p:txBody>
          <a:bodyPr/>
          <a:lstStyle/>
          <a:p>
            <a:r>
              <a:rPr kumimoji="1" lang="en-US" altLang="ja-JP" dirty="0"/>
              <a:t>2 </a:t>
            </a:r>
            <a:r>
              <a:rPr kumimoji="1" lang="ja-JP" altLang="en-US" b="1"/>
              <a:t>技術挑戦の核心</a:t>
            </a:r>
            <a:r>
              <a:rPr kumimoji="1" lang="en-US" altLang="ja-JP" b="1" dirty="0"/>
              <a:t>(</a:t>
            </a:r>
            <a:r>
              <a:rPr lang="en" altLang="ja-JP" b="1" dirty="0"/>
              <a:t>Core Challenge</a:t>
            </a:r>
            <a:r>
              <a:rPr kumimoji="1" lang="en-US" altLang="ja-JP" b="1" dirty="0"/>
              <a:t>)</a:t>
            </a:r>
            <a:endParaRPr kumimoji="1" lang="ja-JP" altLang="en-US" sz="2800"/>
          </a:p>
        </p:txBody>
      </p:sp>
      <p:sp>
        <p:nvSpPr>
          <p:cNvPr id="4" name="テキスト ボックス 3">
            <a:extLst>
              <a:ext uri="{FF2B5EF4-FFF2-40B4-BE49-F238E27FC236}">
                <a16:creationId xmlns:a16="http://schemas.microsoft.com/office/drawing/2014/main" id="{567A97D0-7CCC-E660-27FD-6716FE5397A8}"/>
              </a:ext>
            </a:extLst>
          </p:cNvPr>
          <p:cNvSpPr txBox="1"/>
          <p:nvPr/>
        </p:nvSpPr>
        <p:spPr>
          <a:xfrm>
            <a:off x="1331842" y="1819265"/>
            <a:ext cx="9528315" cy="1200329"/>
          </a:xfrm>
          <a:prstGeom prst="rect">
            <a:avLst/>
          </a:prstGeom>
          <a:noFill/>
        </p:spPr>
        <p:txBody>
          <a:bodyPr wrap="square">
            <a:spAutoFit/>
          </a:bodyPr>
          <a:lstStyle/>
          <a:p>
            <a:pPr algn="ctr"/>
            <a:r>
              <a:rPr lang="en" altLang="ja-JP" sz="3600" b="1" dirty="0">
                <a:solidFill>
                  <a:schemeClr val="bg1"/>
                </a:solidFill>
              </a:rPr>
              <a:t>Harassment Structure Index</a:t>
            </a:r>
            <a:r>
              <a:rPr lang="ja-JP" altLang="en" sz="3600" b="1">
                <a:solidFill>
                  <a:schemeClr val="bg1"/>
                </a:solidFill>
              </a:rPr>
              <a:t>（</a:t>
            </a:r>
            <a:r>
              <a:rPr lang="en" altLang="ja-JP" sz="3600" b="1" dirty="0">
                <a:solidFill>
                  <a:schemeClr val="bg1"/>
                </a:solidFill>
              </a:rPr>
              <a:t>HSI</a:t>
            </a:r>
            <a:r>
              <a:rPr lang="ja-JP" altLang="en" sz="3600" b="1">
                <a:solidFill>
                  <a:schemeClr val="bg1"/>
                </a:solidFill>
              </a:rPr>
              <a:t>）</a:t>
            </a:r>
            <a:endParaRPr lang="en-US" altLang="ja-JP" sz="3600" b="1" dirty="0">
              <a:solidFill>
                <a:schemeClr val="bg1"/>
              </a:solidFill>
            </a:endParaRPr>
          </a:p>
          <a:p>
            <a:pPr algn="ctr"/>
            <a:r>
              <a:rPr lang="ja-JP" altLang="en-US" sz="3600">
                <a:solidFill>
                  <a:schemeClr val="bg1"/>
                </a:solidFill>
              </a:rPr>
              <a:t>ハラスメント行動の“構造”を数値化する指標</a:t>
            </a:r>
            <a:endParaRPr lang="ja-JP" altLang="en-US" sz="3600" b="1">
              <a:solidFill>
                <a:schemeClr val="bg1"/>
              </a:solidFill>
            </a:endParaRPr>
          </a:p>
        </p:txBody>
      </p:sp>
      <p:sp>
        <p:nvSpPr>
          <p:cNvPr id="3" name="角丸四角形 2">
            <a:extLst>
              <a:ext uri="{FF2B5EF4-FFF2-40B4-BE49-F238E27FC236}">
                <a16:creationId xmlns:a16="http://schemas.microsoft.com/office/drawing/2014/main" id="{4E76416B-9F49-AA50-86CF-2902AD04930D}"/>
              </a:ext>
            </a:extLst>
          </p:cNvPr>
          <p:cNvSpPr/>
          <p:nvPr/>
        </p:nvSpPr>
        <p:spPr>
          <a:xfrm>
            <a:off x="901908" y="4199133"/>
            <a:ext cx="10451892" cy="22937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07AA2C5-0B93-A0AC-40BE-DACC353E32AF}"/>
              </a:ext>
            </a:extLst>
          </p:cNvPr>
          <p:cNvSpPr txBox="1"/>
          <p:nvPr/>
        </p:nvSpPr>
        <p:spPr>
          <a:xfrm>
            <a:off x="1331842" y="4608539"/>
            <a:ext cx="9528315" cy="1754326"/>
          </a:xfrm>
          <a:prstGeom prst="rect">
            <a:avLst/>
          </a:prstGeom>
          <a:noFill/>
        </p:spPr>
        <p:txBody>
          <a:bodyPr wrap="square">
            <a:spAutoFit/>
          </a:bodyPr>
          <a:lstStyle/>
          <a:p>
            <a:pPr algn="ctr"/>
            <a:r>
              <a:rPr lang="en" altLang="ja-JP" sz="3600" b="1" dirty="0">
                <a:solidFill>
                  <a:schemeClr val="bg1"/>
                </a:solidFill>
              </a:rPr>
              <a:t>Harassment Structure Index Evidence</a:t>
            </a:r>
            <a:r>
              <a:rPr lang="ja-JP" altLang="en" sz="3600" b="1">
                <a:solidFill>
                  <a:schemeClr val="bg1"/>
                </a:solidFill>
              </a:rPr>
              <a:t>（</a:t>
            </a:r>
            <a:r>
              <a:rPr lang="en" altLang="ja-JP" sz="3600" b="1" dirty="0">
                <a:solidFill>
                  <a:schemeClr val="bg1"/>
                </a:solidFill>
              </a:rPr>
              <a:t>HSIE</a:t>
            </a:r>
            <a:r>
              <a:rPr lang="ja-JP" altLang="en" sz="3600" b="1">
                <a:solidFill>
                  <a:schemeClr val="bg1"/>
                </a:solidFill>
              </a:rPr>
              <a:t>）</a:t>
            </a:r>
            <a:r>
              <a:rPr lang="ja-JP" altLang="en-US" sz="3600">
                <a:solidFill>
                  <a:schemeClr val="bg1"/>
                </a:solidFill>
              </a:rPr>
              <a:t>法的観点から見たハラスメントの</a:t>
            </a:r>
            <a:endParaRPr lang="en-US" altLang="ja-JP" sz="3600" dirty="0">
              <a:solidFill>
                <a:schemeClr val="bg1"/>
              </a:solidFill>
            </a:endParaRPr>
          </a:p>
          <a:p>
            <a:pPr algn="ctr"/>
            <a:r>
              <a:rPr lang="ja-JP" altLang="en-US" sz="3600">
                <a:solidFill>
                  <a:schemeClr val="bg1"/>
                </a:solidFill>
              </a:rPr>
              <a:t>総合危険度の指標</a:t>
            </a:r>
            <a:endParaRPr lang="en-US" altLang="ja-JP" sz="3600" b="1" dirty="0">
              <a:solidFill>
                <a:schemeClr val="bg1"/>
              </a:solidFill>
            </a:endParaRPr>
          </a:p>
        </p:txBody>
      </p:sp>
      <p:sp>
        <p:nvSpPr>
          <p:cNvPr id="6" name="下矢印 5">
            <a:extLst>
              <a:ext uri="{FF2B5EF4-FFF2-40B4-BE49-F238E27FC236}">
                <a16:creationId xmlns:a16="http://schemas.microsoft.com/office/drawing/2014/main" id="{25271B1E-1AC4-29AD-B145-FE60B9DA4AA5}"/>
              </a:ext>
            </a:extLst>
          </p:cNvPr>
          <p:cNvSpPr/>
          <p:nvPr/>
        </p:nvSpPr>
        <p:spPr>
          <a:xfrm>
            <a:off x="2679404" y="3511402"/>
            <a:ext cx="1020725" cy="60532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E5B3A47-089F-9C19-E998-749581BF9DC6}"/>
              </a:ext>
            </a:extLst>
          </p:cNvPr>
          <p:cNvSpPr txBox="1"/>
          <p:nvPr/>
        </p:nvSpPr>
        <p:spPr>
          <a:xfrm>
            <a:off x="3693040" y="3581570"/>
            <a:ext cx="7279557" cy="400110"/>
          </a:xfrm>
          <a:prstGeom prst="rect">
            <a:avLst/>
          </a:prstGeom>
          <a:noFill/>
        </p:spPr>
        <p:txBody>
          <a:bodyPr wrap="none" rtlCol="0">
            <a:spAutoFit/>
          </a:bodyPr>
          <a:lstStyle/>
          <a:p>
            <a:r>
              <a:rPr kumimoji="1" lang="en-US" altLang="ja-JP" sz="2000" dirty="0"/>
              <a:t>+</a:t>
            </a:r>
            <a:r>
              <a:rPr kumimoji="1" lang="ja-JP" altLang="en-US" sz="2000"/>
              <a:t>　</a:t>
            </a:r>
            <a:r>
              <a:rPr lang="ja-JP" altLang="en-US" sz="2000"/>
              <a:t>法律・判例と比較し、証拠価値として思考する</a:t>
            </a:r>
            <a:r>
              <a:rPr lang="en-US" altLang="ja-JP" sz="2000" dirty="0"/>
              <a:t>(</a:t>
            </a:r>
            <a:r>
              <a:rPr kumimoji="1" lang="en-US" altLang="ja-JP" sz="2000" dirty="0"/>
              <a:t>Evidence)</a:t>
            </a:r>
            <a:endParaRPr kumimoji="1" lang="ja-JP" altLang="en-US" sz="2000"/>
          </a:p>
        </p:txBody>
      </p:sp>
    </p:spTree>
    <p:extLst>
      <p:ext uri="{BB962C8B-B14F-4D97-AF65-F5344CB8AC3E}">
        <p14:creationId xmlns:p14="http://schemas.microsoft.com/office/powerpoint/2010/main" val="3209301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角丸四角形 46">
            <a:extLst>
              <a:ext uri="{FF2B5EF4-FFF2-40B4-BE49-F238E27FC236}">
                <a16:creationId xmlns:a16="http://schemas.microsoft.com/office/drawing/2014/main" id="{2D39791B-6AAB-5C2E-00FA-6110A8480669}"/>
              </a:ext>
            </a:extLst>
          </p:cNvPr>
          <p:cNvSpPr/>
          <p:nvPr/>
        </p:nvSpPr>
        <p:spPr>
          <a:xfrm>
            <a:off x="453598" y="145626"/>
            <a:ext cx="2191857" cy="6682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角丸四角形 25">
            <a:extLst>
              <a:ext uri="{FF2B5EF4-FFF2-40B4-BE49-F238E27FC236}">
                <a16:creationId xmlns:a16="http://schemas.microsoft.com/office/drawing/2014/main" id="{827A5A69-BD6F-80C2-E1EC-227EEDC305CE}"/>
              </a:ext>
            </a:extLst>
          </p:cNvPr>
          <p:cNvSpPr/>
          <p:nvPr/>
        </p:nvSpPr>
        <p:spPr>
          <a:xfrm>
            <a:off x="7683906" y="4870418"/>
            <a:ext cx="4071257" cy="1657684"/>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角丸四角形 20">
            <a:extLst>
              <a:ext uri="{FF2B5EF4-FFF2-40B4-BE49-F238E27FC236}">
                <a16:creationId xmlns:a16="http://schemas.microsoft.com/office/drawing/2014/main" id="{09B28953-50AF-12F2-19ED-8C693EDB98A4}"/>
              </a:ext>
            </a:extLst>
          </p:cNvPr>
          <p:cNvSpPr/>
          <p:nvPr/>
        </p:nvSpPr>
        <p:spPr>
          <a:xfrm>
            <a:off x="6875390" y="519338"/>
            <a:ext cx="4634262" cy="3363074"/>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graphicFrame>
        <p:nvGraphicFramePr>
          <p:cNvPr id="14" name="図表 13">
            <a:extLst>
              <a:ext uri="{FF2B5EF4-FFF2-40B4-BE49-F238E27FC236}">
                <a16:creationId xmlns:a16="http://schemas.microsoft.com/office/drawing/2014/main" id="{5DEE060C-315E-E932-4CE3-A8954B54A390}"/>
              </a:ext>
            </a:extLst>
          </p:cNvPr>
          <p:cNvGraphicFramePr/>
          <p:nvPr>
            <p:extLst>
              <p:ext uri="{D42A27DB-BD31-4B8C-83A1-F6EECF244321}">
                <p14:modId xmlns:p14="http://schemas.microsoft.com/office/powerpoint/2010/main" val="3024019498"/>
              </p:ext>
            </p:extLst>
          </p:nvPr>
        </p:nvGraphicFramePr>
        <p:xfrm>
          <a:off x="-1174450" y="118533"/>
          <a:ext cx="9939869" cy="66209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5" name="円/楕円 14">
            <a:extLst>
              <a:ext uri="{FF2B5EF4-FFF2-40B4-BE49-F238E27FC236}">
                <a16:creationId xmlns:a16="http://schemas.microsoft.com/office/drawing/2014/main" id="{94CBDA1C-3C9A-8394-1F6D-48CDDAC80BD8}"/>
              </a:ext>
            </a:extLst>
          </p:cNvPr>
          <p:cNvSpPr/>
          <p:nvPr/>
        </p:nvSpPr>
        <p:spPr>
          <a:xfrm>
            <a:off x="2364620" y="2604985"/>
            <a:ext cx="2513530" cy="24207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b="1"/>
              <a:t>統合スコア（</a:t>
            </a:r>
            <a:r>
              <a:rPr lang="en" altLang="ja-JP" sz="1400" b="1" dirty="0"/>
              <a:t>HSI</a:t>
            </a:r>
            <a:r>
              <a:rPr lang="ja-JP" altLang="en" sz="1400" b="1"/>
              <a:t>）</a:t>
            </a:r>
          </a:p>
          <a:p>
            <a:r>
              <a:rPr lang="en" altLang="ja-JP" sz="1400" b="1" dirty="0"/>
              <a:t>HSI = </a:t>
            </a:r>
          </a:p>
          <a:p>
            <a:r>
              <a:rPr lang="en" altLang="ja-JP" sz="1400" b="1" dirty="0" err="1"/>
              <a:t>wA</a:t>
            </a:r>
            <a:r>
              <a:rPr lang="en-US" altLang="ja-JP" sz="1400" b="1" dirty="0"/>
              <a:t> </a:t>
            </a:r>
            <a:r>
              <a:rPr lang="ja-JP" altLang="en-US" sz="1400" b="1"/>
              <a:t>＊</a:t>
            </a:r>
            <a:r>
              <a:rPr lang="en-US" altLang="ja-JP" sz="1400" b="1" dirty="0"/>
              <a:t>A + </a:t>
            </a:r>
          </a:p>
          <a:p>
            <a:r>
              <a:rPr lang="en-US" altLang="ja-JP" sz="1400" b="1" dirty="0" err="1"/>
              <a:t>wD</a:t>
            </a:r>
            <a:r>
              <a:rPr lang="en-US" altLang="ja-JP" sz="1400" b="1" dirty="0"/>
              <a:t> </a:t>
            </a:r>
            <a:r>
              <a:rPr lang="ja-JP" altLang="en-US" sz="1400" b="1"/>
              <a:t>＊</a:t>
            </a:r>
            <a:r>
              <a:rPr lang="en-US" altLang="ja-JP" sz="1400" b="1" dirty="0"/>
              <a:t> D +</a:t>
            </a:r>
          </a:p>
          <a:p>
            <a:r>
              <a:rPr lang="en-US" altLang="ja-JP" sz="1400" b="1" dirty="0"/>
              <a:t> </a:t>
            </a:r>
            <a:r>
              <a:rPr lang="en-US" altLang="ja-JP" sz="1400" b="1" dirty="0" err="1"/>
              <a:t>wL</a:t>
            </a:r>
            <a:r>
              <a:rPr lang="en-US" altLang="ja-JP" sz="1400" b="1" dirty="0"/>
              <a:t> </a:t>
            </a:r>
            <a:r>
              <a:rPr lang="ja-JP" altLang="en-US" sz="1400" b="1"/>
              <a:t>＊</a:t>
            </a:r>
            <a:r>
              <a:rPr lang="en-US" altLang="ja-JP" sz="1400" b="1" dirty="0"/>
              <a:t>L=</a:t>
            </a:r>
          </a:p>
          <a:p>
            <a:r>
              <a:rPr lang="en-US" altLang="ja-JP" sz="1400" b="1" dirty="0"/>
              <a:t>HIS(0〜100)</a:t>
            </a:r>
            <a:br>
              <a:rPr lang="en-US" altLang="ja-JP" sz="1400" b="1" dirty="0"/>
            </a:br>
            <a:r>
              <a:rPr lang="en-US" altLang="ja-JP" sz="1400" b="1" dirty="0" err="1"/>
              <a:t>wA,wD,wL</a:t>
            </a:r>
            <a:r>
              <a:rPr lang="ja-JP" altLang="en-US" sz="1400" b="1"/>
              <a:t>は重み付けで調整可能</a:t>
            </a:r>
            <a:endParaRPr kumimoji="1" lang="ja-JP" altLang="en-US"/>
          </a:p>
        </p:txBody>
      </p:sp>
      <p:sp>
        <p:nvSpPr>
          <p:cNvPr id="16" name="右矢印 15">
            <a:extLst>
              <a:ext uri="{FF2B5EF4-FFF2-40B4-BE49-F238E27FC236}">
                <a16:creationId xmlns:a16="http://schemas.microsoft.com/office/drawing/2014/main" id="{B27BEB23-E33A-2D02-2E43-AE000B4D4B45}"/>
              </a:ext>
            </a:extLst>
          </p:cNvPr>
          <p:cNvSpPr/>
          <p:nvPr/>
        </p:nvSpPr>
        <p:spPr>
          <a:xfrm rot="19104590">
            <a:off x="5696866" y="1936381"/>
            <a:ext cx="1083733" cy="5615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E857B1F5-146B-9476-BD51-33F9D6061DB6}"/>
              </a:ext>
            </a:extLst>
          </p:cNvPr>
          <p:cNvSpPr txBox="1"/>
          <p:nvPr/>
        </p:nvSpPr>
        <p:spPr>
          <a:xfrm>
            <a:off x="6395594" y="5055250"/>
            <a:ext cx="6647880" cy="1200329"/>
          </a:xfrm>
          <a:prstGeom prst="rect">
            <a:avLst/>
          </a:prstGeom>
          <a:noFill/>
        </p:spPr>
        <p:txBody>
          <a:bodyPr wrap="square" rtlCol="0">
            <a:spAutoFit/>
          </a:bodyPr>
          <a:lstStyle/>
          <a:p>
            <a:pPr algn="ctr"/>
            <a:r>
              <a:rPr lang="ja-JP" altLang="en-US"/>
              <a:t>将来像：</a:t>
            </a:r>
            <a:r>
              <a:rPr kumimoji="1" lang="ja-JP" altLang="en-US"/>
              <a:t>これを応用することで</a:t>
            </a:r>
            <a:endParaRPr kumimoji="1" lang="en-US" altLang="ja-JP" dirty="0"/>
          </a:p>
          <a:p>
            <a:pPr algn="ctr"/>
            <a:r>
              <a:rPr kumimoji="1" lang="ja-JP" altLang="en-US" b="1"/>
              <a:t>世界初のハラスメントリアルタイム</a:t>
            </a:r>
            <a:endParaRPr kumimoji="1" lang="en-US" altLang="ja-JP" b="1" dirty="0"/>
          </a:p>
          <a:p>
            <a:pPr algn="ctr"/>
            <a:r>
              <a:rPr kumimoji="1" lang="ja-JP" altLang="en-US" b="1"/>
              <a:t>解析プラットフォーム</a:t>
            </a:r>
            <a:endParaRPr kumimoji="1" lang="en-US" altLang="ja-JP" b="1" dirty="0"/>
          </a:p>
          <a:p>
            <a:pPr algn="ctr"/>
            <a:r>
              <a:rPr kumimoji="1" lang="ja-JP" altLang="en-US"/>
              <a:t>を構築する</a:t>
            </a:r>
            <a:r>
              <a:rPr lang="ja-JP" altLang="en-US"/>
              <a:t>ことができる</a:t>
            </a:r>
            <a:endParaRPr kumimoji="1" lang="ja-JP" altLang="en-US"/>
          </a:p>
        </p:txBody>
      </p:sp>
      <p:sp>
        <p:nvSpPr>
          <p:cNvPr id="25" name="右矢印 24">
            <a:extLst>
              <a:ext uri="{FF2B5EF4-FFF2-40B4-BE49-F238E27FC236}">
                <a16:creationId xmlns:a16="http://schemas.microsoft.com/office/drawing/2014/main" id="{9E505077-AD56-64D8-EF06-FE5A2701FD95}"/>
              </a:ext>
            </a:extLst>
          </p:cNvPr>
          <p:cNvSpPr/>
          <p:nvPr/>
        </p:nvSpPr>
        <p:spPr>
          <a:xfrm rot="5400000">
            <a:off x="9244406" y="4237998"/>
            <a:ext cx="703291" cy="5615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303CBE85-A3F8-8B65-790D-85DABA6086E7}"/>
              </a:ext>
            </a:extLst>
          </p:cNvPr>
          <p:cNvSpPr txBox="1"/>
          <p:nvPr/>
        </p:nvSpPr>
        <p:spPr>
          <a:xfrm>
            <a:off x="6998146" y="551810"/>
            <a:ext cx="4634261" cy="3416320"/>
          </a:xfrm>
          <a:prstGeom prst="rect">
            <a:avLst/>
          </a:prstGeom>
          <a:noFill/>
        </p:spPr>
        <p:txBody>
          <a:bodyPr wrap="square" rtlCol="0">
            <a:spAutoFit/>
          </a:bodyPr>
          <a:lstStyle/>
          <a:p>
            <a:r>
              <a:rPr lang="en" altLang="ja-JP" b="1" dirty="0"/>
              <a:t>④ NLP × </a:t>
            </a:r>
            <a:r>
              <a:rPr lang="ja-JP" altLang="en-US" b="1"/>
              <a:t>法律推論（</a:t>
            </a:r>
            <a:r>
              <a:rPr lang="en" altLang="ja-JP" b="1" dirty="0"/>
              <a:t>Legal Matching Engine</a:t>
            </a:r>
            <a:r>
              <a:rPr lang="ja-JP" altLang="en" b="1"/>
              <a:t>）</a:t>
            </a:r>
          </a:p>
          <a:p>
            <a:pPr>
              <a:buFont typeface="Arial" panose="020B0604020202020204" pitchFamily="34" charset="0"/>
              <a:buChar char="•"/>
            </a:pPr>
            <a:r>
              <a:rPr lang="en" altLang="ja-JP" b="1" dirty="0"/>
              <a:t>HSI</a:t>
            </a:r>
            <a:r>
              <a:rPr lang="ja-JP" altLang="en-US" b="1"/>
              <a:t>を入力とし、行動強度に応じて判例検索を重み付けしハラスメント強度が近い判例のを抽出</a:t>
            </a:r>
            <a:r>
              <a:rPr lang="en-US" altLang="ja-JP" b="1" dirty="0"/>
              <a:t>(Legal Similarity)</a:t>
            </a:r>
            <a:endParaRPr lang="ja-JP" altLang="en-US"/>
          </a:p>
          <a:p>
            <a:pPr>
              <a:buFont typeface="Arial" panose="020B0604020202020204" pitchFamily="34" charset="0"/>
              <a:buChar char="•"/>
            </a:pPr>
            <a:r>
              <a:rPr lang="ja-JP" altLang="en-US"/>
              <a:t>判例文書を </a:t>
            </a:r>
            <a:r>
              <a:rPr lang="en" altLang="ja-JP" dirty="0"/>
              <a:t>embedding </a:t>
            </a:r>
            <a:r>
              <a:rPr lang="ja-JP" altLang="en-US"/>
              <a:t>化し、類似度で </a:t>
            </a:r>
            <a:r>
              <a:rPr lang="en" altLang="ja-JP" dirty="0"/>
              <a:t>Top-5 </a:t>
            </a:r>
            <a:r>
              <a:rPr lang="ja-JP" altLang="en-US"/>
              <a:t>を自動抽出</a:t>
            </a:r>
          </a:p>
          <a:p>
            <a:pPr>
              <a:buFont typeface="Arial" panose="020B0604020202020204" pitchFamily="34" charset="0"/>
              <a:buChar char="•"/>
            </a:pPr>
            <a:r>
              <a:rPr lang="en" altLang="ja-JP" b="1" dirty="0"/>
              <a:t>HSI × </a:t>
            </a:r>
            <a:r>
              <a:rPr lang="ja-JP" altLang="en-US" b="1"/>
              <a:t>判例類似度 </a:t>
            </a:r>
            <a:r>
              <a:rPr lang="en-US" altLang="ja-JP" b="1" dirty="0"/>
              <a:t>× </a:t>
            </a:r>
            <a:r>
              <a:rPr lang="ja-JP" altLang="en-US" b="1"/>
              <a:t>証拠品質から </a:t>
            </a:r>
            <a:r>
              <a:rPr lang="en" altLang="ja-JP" b="1" dirty="0"/>
              <a:t>Evidence Score</a:t>
            </a:r>
            <a:r>
              <a:rPr lang="ja-JP" altLang="en" b="1"/>
              <a:t>（</a:t>
            </a:r>
            <a:r>
              <a:rPr lang="ja-JP" altLang="en-US" b="1"/>
              <a:t>法的強度）を算出</a:t>
            </a:r>
            <a:endParaRPr lang="en-US" altLang="ja-JP" b="1" dirty="0"/>
          </a:p>
          <a:p>
            <a:r>
              <a:rPr lang="en-US" altLang="ja-JP" b="1" dirty="0">
                <a:highlight>
                  <a:srgbClr val="FFFF00"/>
                </a:highlight>
              </a:rPr>
              <a:t>HSIE=</a:t>
            </a:r>
          </a:p>
          <a:p>
            <a:r>
              <a:rPr lang="en-US" altLang="ja-JP" b="1" dirty="0">
                <a:highlight>
                  <a:srgbClr val="FFFF00"/>
                </a:highlight>
              </a:rPr>
              <a:t>(HSI, Legal Similarity,</a:t>
            </a:r>
            <a:r>
              <a:rPr lang="en" altLang="ja-JP" b="1" dirty="0">
                <a:highlight>
                  <a:srgbClr val="FFFF00"/>
                </a:highlight>
              </a:rPr>
              <a:t> Evidence Score</a:t>
            </a:r>
            <a:r>
              <a:rPr lang="en-US" altLang="ja-JP" b="1" dirty="0">
                <a:highlight>
                  <a:srgbClr val="FFFF00"/>
                </a:highlight>
              </a:rPr>
              <a:t>)</a:t>
            </a:r>
            <a:endParaRPr lang="ja-JP" altLang="en-US" b="1">
              <a:highlight>
                <a:srgbClr val="FFFF00"/>
              </a:highlight>
            </a:endParaRPr>
          </a:p>
          <a:p>
            <a:endParaRPr lang="en-US" altLang="ja-JP" dirty="0"/>
          </a:p>
        </p:txBody>
      </p:sp>
      <p:cxnSp>
        <p:nvCxnSpPr>
          <p:cNvPr id="19" name="直線コネクタ 18">
            <a:extLst>
              <a:ext uri="{FF2B5EF4-FFF2-40B4-BE49-F238E27FC236}">
                <a16:creationId xmlns:a16="http://schemas.microsoft.com/office/drawing/2014/main" id="{59A663B1-EEA9-57B7-B7F5-6FFCA1616944}"/>
              </a:ext>
            </a:extLst>
          </p:cNvPr>
          <p:cNvCxnSpPr>
            <a:cxnSpLocks/>
          </p:cNvCxnSpPr>
          <p:nvPr/>
        </p:nvCxnSpPr>
        <p:spPr>
          <a:xfrm>
            <a:off x="148856" y="6683429"/>
            <a:ext cx="7404594" cy="0"/>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E6D2F6B3-2923-2E32-FC6C-2A4E1D4F0659}"/>
              </a:ext>
            </a:extLst>
          </p:cNvPr>
          <p:cNvCxnSpPr>
            <a:cxnSpLocks/>
          </p:cNvCxnSpPr>
          <p:nvPr/>
        </p:nvCxnSpPr>
        <p:spPr>
          <a:xfrm flipV="1">
            <a:off x="148856" y="319255"/>
            <a:ext cx="0" cy="6337170"/>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A9426393-B182-71C1-E6E0-579A1215B4BB}"/>
              </a:ext>
            </a:extLst>
          </p:cNvPr>
          <p:cNvCxnSpPr>
            <a:cxnSpLocks/>
          </p:cNvCxnSpPr>
          <p:nvPr/>
        </p:nvCxnSpPr>
        <p:spPr>
          <a:xfrm>
            <a:off x="148856" y="319255"/>
            <a:ext cx="11606307" cy="0"/>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C86F2E1F-4C49-F457-7550-377E7D56D736}"/>
              </a:ext>
            </a:extLst>
          </p:cNvPr>
          <p:cNvCxnSpPr>
            <a:cxnSpLocks/>
          </p:cNvCxnSpPr>
          <p:nvPr/>
        </p:nvCxnSpPr>
        <p:spPr>
          <a:xfrm flipV="1">
            <a:off x="11755163" y="319255"/>
            <a:ext cx="0" cy="3670329"/>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23E16342-A174-0BE0-5A40-FA5BCF179869}"/>
              </a:ext>
            </a:extLst>
          </p:cNvPr>
          <p:cNvCxnSpPr>
            <a:cxnSpLocks/>
          </p:cNvCxnSpPr>
          <p:nvPr/>
        </p:nvCxnSpPr>
        <p:spPr>
          <a:xfrm flipH="1">
            <a:off x="7553450" y="3995690"/>
            <a:ext cx="4201713" cy="0"/>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830E3415-264D-6817-0037-DBF91E84B213}"/>
              </a:ext>
            </a:extLst>
          </p:cNvPr>
          <p:cNvCxnSpPr>
            <a:cxnSpLocks/>
          </p:cNvCxnSpPr>
          <p:nvPr/>
        </p:nvCxnSpPr>
        <p:spPr>
          <a:xfrm flipV="1">
            <a:off x="7553450" y="3989584"/>
            <a:ext cx="0" cy="2749882"/>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41" name="テキスト ボックス 40">
            <a:extLst>
              <a:ext uri="{FF2B5EF4-FFF2-40B4-BE49-F238E27FC236}">
                <a16:creationId xmlns:a16="http://schemas.microsoft.com/office/drawing/2014/main" id="{40CB98AB-83EB-3382-23E4-24BA4FE806C4}"/>
              </a:ext>
            </a:extLst>
          </p:cNvPr>
          <p:cNvSpPr txBox="1"/>
          <p:nvPr/>
        </p:nvSpPr>
        <p:spPr>
          <a:xfrm>
            <a:off x="969229" y="217340"/>
            <a:ext cx="1300770" cy="523220"/>
          </a:xfrm>
          <a:prstGeom prst="rect">
            <a:avLst/>
          </a:prstGeom>
          <a:noFill/>
        </p:spPr>
        <p:txBody>
          <a:bodyPr wrap="square" rtlCol="0">
            <a:spAutoFit/>
          </a:bodyPr>
          <a:lstStyle/>
          <a:p>
            <a:r>
              <a:rPr kumimoji="1" lang="en-US" altLang="ja-JP" sz="2800" b="1" dirty="0">
                <a:ln>
                  <a:solidFill>
                    <a:schemeClr val="bg1"/>
                  </a:solidFill>
                </a:ln>
                <a:solidFill>
                  <a:schemeClr val="bg1"/>
                </a:solidFill>
              </a:rPr>
              <a:t>HSIE</a:t>
            </a:r>
            <a:endParaRPr kumimoji="1" lang="ja-JP" altLang="en-US" sz="2800" b="1">
              <a:ln>
                <a:solidFill>
                  <a:schemeClr val="bg1"/>
                </a:solidFill>
              </a:ln>
              <a:solidFill>
                <a:schemeClr val="bg1"/>
              </a:solidFill>
            </a:endParaRPr>
          </a:p>
        </p:txBody>
      </p:sp>
    </p:spTree>
    <p:extLst>
      <p:ext uri="{BB962C8B-B14F-4D97-AF65-F5344CB8AC3E}">
        <p14:creationId xmlns:p14="http://schemas.microsoft.com/office/powerpoint/2010/main" val="2737304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角丸四角形 3">
            <a:extLst>
              <a:ext uri="{FF2B5EF4-FFF2-40B4-BE49-F238E27FC236}">
                <a16:creationId xmlns:a16="http://schemas.microsoft.com/office/drawing/2014/main" id="{16A36481-E8AD-B416-719E-3501D16DDDC7}"/>
              </a:ext>
            </a:extLst>
          </p:cNvPr>
          <p:cNvSpPr/>
          <p:nvPr/>
        </p:nvSpPr>
        <p:spPr>
          <a:xfrm>
            <a:off x="1642275" y="2319091"/>
            <a:ext cx="7785463" cy="13255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E1026E33-CFEA-45D9-D698-A63D89836119}"/>
              </a:ext>
            </a:extLst>
          </p:cNvPr>
          <p:cNvSpPr>
            <a:spLocks noGrp="1"/>
          </p:cNvSpPr>
          <p:nvPr>
            <p:ph type="title"/>
          </p:nvPr>
        </p:nvSpPr>
        <p:spPr/>
        <p:txBody>
          <a:bodyPr/>
          <a:lstStyle/>
          <a:p>
            <a:r>
              <a:rPr lang="en-US" altLang="ja-JP" dirty="0"/>
              <a:t>2</a:t>
            </a:r>
            <a:r>
              <a:rPr kumimoji="1" lang="en-US" altLang="ja-JP" dirty="0"/>
              <a:t> </a:t>
            </a:r>
            <a:r>
              <a:rPr kumimoji="1" lang="ja-JP" altLang="en-US"/>
              <a:t>技術挑戦の核心</a:t>
            </a:r>
            <a:r>
              <a:rPr lang="ja-JP" altLang="en" b="1"/>
              <a:t>（</a:t>
            </a:r>
            <a:r>
              <a:rPr lang="en" altLang="ja-JP" b="1" dirty="0"/>
              <a:t>Core Challenge</a:t>
            </a:r>
            <a:r>
              <a:rPr lang="ja-JP" altLang="en" b="1"/>
              <a:t>）</a:t>
            </a:r>
            <a:br>
              <a:rPr lang="en-US" altLang="ja-JP" b="1" dirty="0"/>
            </a:br>
            <a:endParaRPr kumimoji="1" lang="ja-JP" altLang="en-US" sz="2800"/>
          </a:p>
        </p:txBody>
      </p:sp>
      <p:sp>
        <p:nvSpPr>
          <p:cNvPr id="3" name="テキスト ボックス 2">
            <a:extLst>
              <a:ext uri="{FF2B5EF4-FFF2-40B4-BE49-F238E27FC236}">
                <a16:creationId xmlns:a16="http://schemas.microsoft.com/office/drawing/2014/main" id="{6AD78492-FE1D-6FBE-99DF-650B7F3716CC}"/>
              </a:ext>
            </a:extLst>
          </p:cNvPr>
          <p:cNvSpPr txBox="1"/>
          <p:nvPr/>
        </p:nvSpPr>
        <p:spPr>
          <a:xfrm>
            <a:off x="2003680" y="2474893"/>
            <a:ext cx="7759338" cy="954107"/>
          </a:xfrm>
          <a:prstGeom prst="rect">
            <a:avLst/>
          </a:prstGeom>
          <a:noFill/>
        </p:spPr>
        <p:txBody>
          <a:bodyPr wrap="square" rtlCol="0">
            <a:spAutoFit/>
          </a:bodyPr>
          <a:lstStyle/>
          <a:p>
            <a:r>
              <a:rPr lang="en-US" altLang="ja-JP" sz="2800" b="1" dirty="0">
                <a:highlight>
                  <a:srgbClr val="FFFF00"/>
                </a:highlight>
              </a:rPr>
              <a:t>HSIE=</a:t>
            </a:r>
          </a:p>
          <a:p>
            <a:r>
              <a:rPr lang="en-US" altLang="ja-JP" sz="2800" b="1" dirty="0">
                <a:highlight>
                  <a:srgbClr val="FFFF00"/>
                </a:highlight>
              </a:rPr>
              <a:t>(HSI, Legal Similarity,</a:t>
            </a:r>
            <a:r>
              <a:rPr lang="en" altLang="ja-JP" sz="2800" b="1" dirty="0">
                <a:highlight>
                  <a:srgbClr val="FFFF00"/>
                </a:highlight>
              </a:rPr>
              <a:t> Evidence Score</a:t>
            </a:r>
            <a:r>
              <a:rPr lang="en-US" altLang="ja-JP" sz="2800" b="1" dirty="0">
                <a:highlight>
                  <a:srgbClr val="FFFF00"/>
                </a:highlight>
              </a:rPr>
              <a:t>)</a:t>
            </a:r>
            <a:endParaRPr lang="ja-JP" altLang="en-US" sz="2800" b="1">
              <a:highlight>
                <a:srgbClr val="FFFF00"/>
              </a:highlight>
            </a:endParaRPr>
          </a:p>
        </p:txBody>
      </p:sp>
      <p:sp>
        <p:nvSpPr>
          <p:cNvPr id="6" name="テキスト ボックス 5">
            <a:extLst>
              <a:ext uri="{FF2B5EF4-FFF2-40B4-BE49-F238E27FC236}">
                <a16:creationId xmlns:a16="http://schemas.microsoft.com/office/drawing/2014/main" id="{02842FCA-A2DD-9E6B-3DCC-D5963DFD72EC}"/>
              </a:ext>
            </a:extLst>
          </p:cNvPr>
          <p:cNvSpPr txBox="1"/>
          <p:nvPr/>
        </p:nvSpPr>
        <p:spPr>
          <a:xfrm>
            <a:off x="3463087" y="3947088"/>
            <a:ext cx="8728913" cy="1323439"/>
          </a:xfrm>
          <a:prstGeom prst="rect">
            <a:avLst/>
          </a:prstGeom>
          <a:noFill/>
        </p:spPr>
        <p:txBody>
          <a:bodyPr wrap="square">
            <a:spAutoFit/>
          </a:bodyPr>
          <a:lstStyle/>
          <a:p>
            <a:r>
              <a:rPr lang="en" altLang="ja-JP" sz="2000" dirty="0"/>
              <a:t>HSI</a:t>
            </a:r>
            <a:r>
              <a:rPr lang="ja-JP" altLang="en" sz="2000"/>
              <a:t>：</a:t>
            </a:r>
            <a:r>
              <a:rPr lang="ja-JP" altLang="en-US" sz="2000"/>
              <a:t>行動の攻撃性の数学的定量化（</a:t>
            </a:r>
            <a:r>
              <a:rPr lang="en-US" altLang="ja-JP" sz="2000" dirty="0"/>
              <a:t>0〜100</a:t>
            </a:r>
            <a:r>
              <a:rPr lang="ja-JP" altLang="en-US" sz="2000"/>
              <a:t>）</a:t>
            </a:r>
            <a:endParaRPr lang="en-US" altLang="ja-JP" sz="2000" dirty="0"/>
          </a:p>
          <a:p>
            <a:r>
              <a:rPr lang="en" altLang="ja-JP" sz="2000" dirty="0"/>
              <a:t>Legal Similarity</a:t>
            </a:r>
            <a:r>
              <a:rPr lang="ja-JP" altLang="en" sz="2000"/>
              <a:t>：</a:t>
            </a:r>
            <a:r>
              <a:rPr lang="ja-JP" altLang="en-US" sz="2000"/>
              <a:t>判例</a:t>
            </a:r>
            <a:r>
              <a:rPr lang="en" altLang="ja-JP" sz="2000" dirty="0"/>
              <a:t>embedding</a:t>
            </a:r>
            <a:r>
              <a:rPr lang="ja-JP" altLang="en-US" sz="2000"/>
              <a:t>による法的類似度（</a:t>
            </a:r>
            <a:r>
              <a:rPr lang="en-US" altLang="ja-JP" sz="2000" dirty="0"/>
              <a:t>0〜1.0</a:t>
            </a:r>
            <a:r>
              <a:rPr lang="ja-JP" altLang="en-US" sz="2000"/>
              <a:t>）</a:t>
            </a:r>
            <a:endParaRPr lang="en-US" altLang="ja-JP" sz="2000" dirty="0"/>
          </a:p>
          <a:p>
            <a:r>
              <a:rPr lang="en" altLang="ja-JP" sz="2000" dirty="0"/>
              <a:t>Evidence Score</a:t>
            </a:r>
            <a:r>
              <a:rPr lang="ja-JP" altLang="en-US" sz="2000"/>
              <a:t>：録音の証拠価値（信頼度・連続性・一貫性）（</a:t>
            </a:r>
            <a:r>
              <a:rPr lang="en-US" altLang="ja-JP" sz="2000" dirty="0"/>
              <a:t>0〜100</a:t>
            </a:r>
            <a:r>
              <a:rPr lang="ja-JP" altLang="en-US" sz="2000"/>
              <a:t>）</a:t>
            </a:r>
          </a:p>
          <a:p>
            <a:r>
              <a:rPr lang="ja-JP" altLang="en-US" sz="2000"/>
              <a:t>これら三つをルールベースハイブリッドで統合する独自アルゴリズム</a:t>
            </a:r>
          </a:p>
        </p:txBody>
      </p:sp>
    </p:spTree>
    <p:extLst>
      <p:ext uri="{BB962C8B-B14F-4D97-AF65-F5344CB8AC3E}">
        <p14:creationId xmlns:p14="http://schemas.microsoft.com/office/powerpoint/2010/main" val="505982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026E33-CFEA-45D9-D698-A63D89836119}"/>
              </a:ext>
            </a:extLst>
          </p:cNvPr>
          <p:cNvSpPr>
            <a:spLocks noGrp="1"/>
          </p:cNvSpPr>
          <p:nvPr>
            <p:ph type="title"/>
          </p:nvPr>
        </p:nvSpPr>
        <p:spPr>
          <a:xfrm>
            <a:off x="3077005" y="0"/>
            <a:ext cx="10515600" cy="1892300"/>
          </a:xfrm>
        </p:spPr>
        <p:txBody>
          <a:bodyPr>
            <a:normAutofit/>
          </a:bodyPr>
          <a:lstStyle/>
          <a:p>
            <a:r>
              <a:rPr lang="en-US" altLang="ja-JP" dirty="0"/>
              <a:t>2</a:t>
            </a:r>
            <a:r>
              <a:rPr kumimoji="1" lang="en-US" altLang="ja-JP" dirty="0"/>
              <a:t> </a:t>
            </a:r>
            <a:r>
              <a:rPr kumimoji="1" lang="ja-JP" altLang="en-US"/>
              <a:t>技術挑戦の核心</a:t>
            </a:r>
            <a:r>
              <a:rPr lang="ja-JP" altLang="en" b="1"/>
              <a:t>（</a:t>
            </a:r>
            <a:r>
              <a:rPr lang="en" altLang="ja-JP" b="1" dirty="0"/>
              <a:t>Core Challenge</a:t>
            </a:r>
            <a:r>
              <a:rPr lang="ja-JP" altLang="en" b="1"/>
              <a:t>）</a:t>
            </a:r>
            <a:br>
              <a:rPr lang="en-US" altLang="ja-JP" b="1" dirty="0"/>
            </a:br>
            <a:r>
              <a:rPr lang="ja-JP" altLang="en-US" sz="2800" b="1"/>
              <a:t>想定フロー</a:t>
            </a:r>
            <a:br>
              <a:rPr lang="en-US" altLang="ja-JP" b="1" dirty="0"/>
            </a:br>
            <a:endParaRPr kumimoji="1" lang="ja-JP" altLang="en-US" sz="2800"/>
          </a:p>
        </p:txBody>
      </p:sp>
      <p:sp>
        <p:nvSpPr>
          <p:cNvPr id="5" name="角丸四角形 4">
            <a:extLst>
              <a:ext uri="{FF2B5EF4-FFF2-40B4-BE49-F238E27FC236}">
                <a16:creationId xmlns:a16="http://schemas.microsoft.com/office/drawing/2014/main" id="{3A298AC7-6F00-01A7-9B4D-F5CE6298EDE5}"/>
              </a:ext>
            </a:extLst>
          </p:cNvPr>
          <p:cNvSpPr/>
          <p:nvPr/>
        </p:nvSpPr>
        <p:spPr>
          <a:xfrm>
            <a:off x="228600" y="598170"/>
            <a:ext cx="1162050" cy="3714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a:t>
            </a:r>
            <a:r>
              <a:rPr kumimoji="1" lang="ja-JP" altLang="en-US"/>
              <a:t>音声</a:t>
            </a:r>
            <a:r>
              <a:rPr kumimoji="1" lang="en-US" altLang="ja-JP" dirty="0"/>
              <a:t>]</a:t>
            </a:r>
            <a:endParaRPr kumimoji="1" lang="ja-JP" altLang="en-US"/>
          </a:p>
        </p:txBody>
      </p:sp>
      <p:cxnSp>
        <p:nvCxnSpPr>
          <p:cNvPr id="9" name="カギ線コネクタ 8">
            <a:extLst>
              <a:ext uri="{FF2B5EF4-FFF2-40B4-BE49-F238E27FC236}">
                <a16:creationId xmlns:a16="http://schemas.microsoft.com/office/drawing/2014/main" id="{714DE68A-ABC2-CAF8-F3B5-05CFB0983EB6}"/>
              </a:ext>
            </a:extLst>
          </p:cNvPr>
          <p:cNvCxnSpPr>
            <a:cxnSpLocks/>
            <a:stCxn id="5" idx="2"/>
            <a:endCxn id="12" idx="1"/>
          </p:cNvCxnSpPr>
          <p:nvPr/>
        </p:nvCxnSpPr>
        <p:spPr>
          <a:xfrm rot="16200000" flipH="1">
            <a:off x="1007269" y="772000"/>
            <a:ext cx="185736" cy="581025"/>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12" name="角丸四角形 11">
            <a:extLst>
              <a:ext uri="{FF2B5EF4-FFF2-40B4-BE49-F238E27FC236}">
                <a16:creationId xmlns:a16="http://schemas.microsoft.com/office/drawing/2014/main" id="{C40A9CF9-BC35-153A-7F36-D855DC58F1DA}"/>
              </a:ext>
            </a:extLst>
          </p:cNvPr>
          <p:cNvSpPr/>
          <p:nvPr/>
        </p:nvSpPr>
        <p:spPr>
          <a:xfrm>
            <a:off x="1390650" y="969643"/>
            <a:ext cx="1162050" cy="3714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t>音声入力</a:t>
            </a:r>
            <a:endParaRPr kumimoji="1" lang="ja-JP" altLang="en-US"/>
          </a:p>
        </p:txBody>
      </p:sp>
      <p:cxnSp>
        <p:nvCxnSpPr>
          <p:cNvPr id="14" name="カギ線コネクタ 13">
            <a:extLst>
              <a:ext uri="{FF2B5EF4-FFF2-40B4-BE49-F238E27FC236}">
                <a16:creationId xmlns:a16="http://schemas.microsoft.com/office/drawing/2014/main" id="{5726A6C1-1D03-FA0E-801D-06780BDA9B6A}"/>
              </a:ext>
            </a:extLst>
          </p:cNvPr>
          <p:cNvCxnSpPr>
            <a:cxnSpLocks/>
            <a:stCxn id="16" idx="1"/>
          </p:cNvCxnSpPr>
          <p:nvPr/>
        </p:nvCxnSpPr>
        <p:spPr>
          <a:xfrm rot="10800000">
            <a:off x="1543054" y="1182226"/>
            <a:ext cx="1009647" cy="37147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16" name="角丸四角形 15">
            <a:extLst>
              <a:ext uri="{FF2B5EF4-FFF2-40B4-BE49-F238E27FC236}">
                <a16:creationId xmlns:a16="http://schemas.microsoft.com/office/drawing/2014/main" id="{085CFBE3-54A5-0E57-A250-EDE2E84C5D4B}"/>
              </a:ext>
            </a:extLst>
          </p:cNvPr>
          <p:cNvSpPr/>
          <p:nvPr/>
        </p:nvSpPr>
        <p:spPr>
          <a:xfrm>
            <a:off x="2552700" y="1367958"/>
            <a:ext cx="3421380" cy="3714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ASR(Whisper Tiny 4bit</a:t>
            </a:r>
            <a:r>
              <a:rPr kumimoji="1" lang="ja-JP" altLang="en-US"/>
              <a:t>量子化</a:t>
            </a:r>
            <a:r>
              <a:rPr kumimoji="1" lang="en-US" altLang="ja-JP" dirty="0"/>
              <a:t>)</a:t>
            </a:r>
            <a:endParaRPr kumimoji="1" lang="ja-JP" altLang="en-US"/>
          </a:p>
        </p:txBody>
      </p:sp>
      <p:cxnSp>
        <p:nvCxnSpPr>
          <p:cNvPr id="19" name="カギ線コネクタ 18">
            <a:extLst>
              <a:ext uri="{FF2B5EF4-FFF2-40B4-BE49-F238E27FC236}">
                <a16:creationId xmlns:a16="http://schemas.microsoft.com/office/drawing/2014/main" id="{A9BFC0AD-43A7-D1CE-B623-C89BE232BDD4}"/>
              </a:ext>
            </a:extLst>
          </p:cNvPr>
          <p:cNvCxnSpPr>
            <a:cxnSpLocks/>
          </p:cNvCxnSpPr>
          <p:nvPr/>
        </p:nvCxnSpPr>
        <p:spPr>
          <a:xfrm rot="10800000">
            <a:off x="6035472" y="2296640"/>
            <a:ext cx="1009647" cy="37147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20" name="角丸四角形 19">
            <a:extLst>
              <a:ext uri="{FF2B5EF4-FFF2-40B4-BE49-F238E27FC236}">
                <a16:creationId xmlns:a16="http://schemas.microsoft.com/office/drawing/2014/main" id="{FBFDD895-5890-1EFE-FD11-AD48749618A6}"/>
              </a:ext>
            </a:extLst>
          </p:cNvPr>
          <p:cNvSpPr/>
          <p:nvPr/>
        </p:nvSpPr>
        <p:spPr>
          <a:xfrm>
            <a:off x="4768213" y="1925165"/>
            <a:ext cx="6115918" cy="3714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音響特徴抽出（</a:t>
            </a:r>
            <a:r>
              <a:rPr kumimoji="1" lang="en" altLang="ja-JP" dirty="0"/>
              <a:t>Pitch / Formant / Loudness / Prosody</a:t>
            </a:r>
            <a:r>
              <a:rPr kumimoji="1" lang="ja-JP" altLang="en"/>
              <a:t>）</a:t>
            </a:r>
            <a:endParaRPr kumimoji="1" lang="ja-JP" altLang="en-US"/>
          </a:p>
        </p:txBody>
      </p:sp>
      <p:cxnSp>
        <p:nvCxnSpPr>
          <p:cNvPr id="21" name="カギ線コネクタ 20">
            <a:extLst>
              <a:ext uri="{FF2B5EF4-FFF2-40B4-BE49-F238E27FC236}">
                <a16:creationId xmlns:a16="http://schemas.microsoft.com/office/drawing/2014/main" id="{85B4F699-EF02-7B52-A38E-D97F25565ABC}"/>
              </a:ext>
            </a:extLst>
          </p:cNvPr>
          <p:cNvCxnSpPr>
            <a:cxnSpLocks/>
          </p:cNvCxnSpPr>
          <p:nvPr/>
        </p:nvCxnSpPr>
        <p:spPr>
          <a:xfrm rot="10800000">
            <a:off x="3783910" y="1672487"/>
            <a:ext cx="1009647" cy="37147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25" name="角丸四角形 24">
            <a:extLst>
              <a:ext uri="{FF2B5EF4-FFF2-40B4-BE49-F238E27FC236}">
                <a16:creationId xmlns:a16="http://schemas.microsoft.com/office/drawing/2014/main" id="{C423EB69-0010-0493-F99D-D79150B4EC67}"/>
              </a:ext>
            </a:extLst>
          </p:cNvPr>
          <p:cNvSpPr/>
          <p:nvPr/>
        </p:nvSpPr>
        <p:spPr>
          <a:xfrm>
            <a:off x="7045119" y="2482373"/>
            <a:ext cx="4415361" cy="3714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 altLang="ja-JP" dirty="0"/>
              <a:t>A</a:t>
            </a:r>
            <a:r>
              <a:rPr kumimoji="1" lang="ja-JP" altLang="en-US"/>
              <a:t>スコア（</a:t>
            </a:r>
            <a:r>
              <a:rPr kumimoji="1" lang="en" altLang="ja-JP" dirty="0"/>
              <a:t>Acoustic Aggression Score</a:t>
            </a:r>
            <a:r>
              <a:rPr kumimoji="1" lang="ja-JP" altLang="en"/>
              <a:t>）</a:t>
            </a:r>
            <a:endParaRPr kumimoji="1" lang="ja-JP" altLang="en-US"/>
          </a:p>
        </p:txBody>
      </p:sp>
      <p:sp>
        <p:nvSpPr>
          <p:cNvPr id="26" name="角丸四角形 25">
            <a:extLst>
              <a:ext uri="{FF2B5EF4-FFF2-40B4-BE49-F238E27FC236}">
                <a16:creationId xmlns:a16="http://schemas.microsoft.com/office/drawing/2014/main" id="{006D208A-9E88-88CB-3B2C-FDE794F573B1}"/>
              </a:ext>
            </a:extLst>
          </p:cNvPr>
          <p:cNvSpPr/>
          <p:nvPr/>
        </p:nvSpPr>
        <p:spPr>
          <a:xfrm>
            <a:off x="206157" y="2057108"/>
            <a:ext cx="1314443" cy="32849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t>[</a:t>
            </a:r>
            <a:r>
              <a:rPr lang="ja-JP" altLang="en-US"/>
              <a:t>テキスト</a:t>
            </a:r>
            <a:r>
              <a:rPr lang="en-US" altLang="ja-JP" dirty="0"/>
              <a:t>]</a:t>
            </a:r>
            <a:endParaRPr kumimoji="1" lang="ja-JP" altLang="en-US"/>
          </a:p>
        </p:txBody>
      </p:sp>
      <p:cxnSp>
        <p:nvCxnSpPr>
          <p:cNvPr id="27" name="カギ線コネクタ 26">
            <a:extLst>
              <a:ext uri="{FF2B5EF4-FFF2-40B4-BE49-F238E27FC236}">
                <a16:creationId xmlns:a16="http://schemas.microsoft.com/office/drawing/2014/main" id="{F672102B-1F48-E414-B198-4CD475B230F7}"/>
              </a:ext>
            </a:extLst>
          </p:cNvPr>
          <p:cNvCxnSpPr>
            <a:cxnSpLocks/>
            <a:stCxn id="26" idx="3"/>
          </p:cNvCxnSpPr>
          <p:nvPr/>
        </p:nvCxnSpPr>
        <p:spPr>
          <a:xfrm flipV="1">
            <a:off x="1520600" y="1720737"/>
            <a:ext cx="3057875" cy="50061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68EA567C-5DB0-15BF-4378-B9E7DE12D593}"/>
              </a:ext>
            </a:extLst>
          </p:cNvPr>
          <p:cNvCxnSpPr>
            <a:cxnSpLocks/>
            <a:endCxn id="26" idx="3"/>
          </p:cNvCxnSpPr>
          <p:nvPr/>
        </p:nvCxnSpPr>
        <p:spPr>
          <a:xfrm flipH="1">
            <a:off x="1520600" y="2221354"/>
            <a:ext cx="15289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カギ線コネクタ 34">
            <a:extLst>
              <a:ext uri="{FF2B5EF4-FFF2-40B4-BE49-F238E27FC236}">
                <a16:creationId xmlns:a16="http://schemas.microsoft.com/office/drawing/2014/main" id="{2E2C3402-00D8-59A7-093F-5ACF069F6F11}"/>
              </a:ext>
            </a:extLst>
          </p:cNvPr>
          <p:cNvCxnSpPr>
            <a:cxnSpLocks/>
          </p:cNvCxnSpPr>
          <p:nvPr/>
        </p:nvCxnSpPr>
        <p:spPr>
          <a:xfrm rot="10800000">
            <a:off x="358555" y="2404292"/>
            <a:ext cx="1009647" cy="37147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36" name="角丸四角形 35">
            <a:extLst>
              <a:ext uri="{FF2B5EF4-FFF2-40B4-BE49-F238E27FC236}">
                <a16:creationId xmlns:a16="http://schemas.microsoft.com/office/drawing/2014/main" id="{6B868C2D-3087-E4AF-04DD-34EE89C7FFEB}"/>
              </a:ext>
            </a:extLst>
          </p:cNvPr>
          <p:cNvSpPr/>
          <p:nvPr/>
        </p:nvSpPr>
        <p:spPr>
          <a:xfrm>
            <a:off x="1368203" y="2385599"/>
            <a:ext cx="3232713" cy="6241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言語特徴抽出（侮辱</a:t>
            </a:r>
            <a:r>
              <a:rPr kumimoji="1" lang="en-US" altLang="ja-JP" dirty="0"/>
              <a:t>/</a:t>
            </a:r>
            <a:r>
              <a:rPr kumimoji="1" lang="ja-JP" altLang="en-US"/>
              <a:t>命令</a:t>
            </a:r>
            <a:r>
              <a:rPr kumimoji="1" lang="en-US" altLang="ja-JP" dirty="0"/>
              <a:t>/</a:t>
            </a:r>
          </a:p>
          <a:p>
            <a:pPr algn="ctr"/>
            <a:r>
              <a:rPr kumimoji="1" lang="ja-JP" altLang="en-US"/>
              <a:t>人格否定パターン）</a:t>
            </a:r>
          </a:p>
        </p:txBody>
      </p:sp>
      <p:sp>
        <p:nvSpPr>
          <p:cNvPr id="37" name="角丸四角形 36">
            <a:extLst>
              <a:ext uri="{FF2B5EF4-FFF2-40B4-BE49-F238E27FC236}">
                <a16:creationId xmlns:a16="http://schemas.microsoft.com/office/drawing/2014/main" id="{97E33E6F-0EDC-05ED-AC42-E994C1D7E71F}"/>
              </a:ext>
            </a:extLst>
          </p:cNvPr>
          <p:cNvSpPr/>
          <p:nvPr/>
        </p:nvSpPr>
        <p:spPr>
          <a:xfrm>
            <a:off x="3362323" y="3080292"/>
            <a:ext cx="4621950" cy="4384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L</a:t>
            </a:r>
            <a:r>
              <a:rPr kumimoji="1" lang="ja-JP" altLang="en-US"/>
              <a:t>スコア（</a:t>
            </a:r>
            <a:r>
              <a:rPr kumimoji="1" lang="en" altLang="ja-JP" dirty="0"/>
              <a:t>Linguistic Aggression Score</a:t>
            </a:r>
            <a:r>
              <a:rPr kumimoji="1" lang="ja-JP" altLang="en"/>
              <a:t>）</a:t>
            </a:r>
            <a:endParaRPr kumimoji="1" lang="ja-JP" altLang="en-US"/>
          </a:p>
        </p:txBody>
      </p:sp>
      <p:cxnSp>
        <p:nvCxnSpPr>
          <p:cNvPr id="38" name="カギ線コネクタ 37">
            <a:extLst>
              <a:ext uri="{FF2B5EF4-FFF2-40B4-BE49-F238E27FC236}">
                <a16:creationId xmlns:a16="http://schemas.microsoft.com/office/drawing/2014/main" id="{4851B9CB-4453-0E9E-BAEC-F9C32B5B7E57}"/>
              </a:ext>
            </a:extLst>
          </p:cNvPr>
          <p:cNvCxnSpPr>
            <a:cxnSpLocks/>
          </p:cNvCxnSpPr>
          <p:nvPr/>
        </p:nvCxnSpPr>
        <p:spPr>
          <a:xfrm rot="10800000">
            <a:off x="2352676" y="2961502"/>
            <a:ext cx="1009647" cy="37147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39" name="角丸四角形 38">
            <a:extLst>
              <a:ext uri="{FF2B5EF4-FFF2-40B4-BE49-F238E27FC236}">
                <a16:creationId xmlns:a16="http://schemas.microsoft.com/office/drawing/2014/main" id="{8CD52D87-2E02-AFAD-28F7-0AC9EF87CB3F}"/>
              </a:ext>
            </a:extLst>
          </p:cNvPr>
          <p:cNvSpPr/>
          <p:nvPr/>
        </p:nvSpPr>
        <p:spPr>
          <a:xfrm>
            <a:off x="209156" y="3836627"/>
            <a:ext cx="1314433" cy="32849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t>[</a:t>
            </a:r>
            <a:r>
              <a:rPr kumimoji="1" lang="ja-JP" altLang="en-US"/>
              <a:t>対話構造</a:t>
            </a:r>
            <a:r>
              <a:rPr kumimoji="1" lang="en-US" altLang="ja-JP" dirty="0"/>
              <a:t>]</a:t>
            </a:r>
            <a:endParaRPr kumimoji="1" lang="ja-JP" altLang="en-US"/>
          </a:p>
        </p:txBody>
      </p:sp>
      <p:cxnSp>
        <p:nvCxnSpPr>
          <p:cNvPr id="41" name="直線矢印コネクタ 40">
            <a:extLst>
              <a:ext uri="{FF2B5EF4-FFF2-40B4-BE49-F238E27FC236}">
                <a16:creationId xmlns:a16="http://schemas.microsoft.com/office/drawing/2014/main" id="{AF41054E-906F-7A08-07AA-BEB57043D605}"/>
              </a:ext>
            </a:extLst>
          </p:cNvPr>
          <p:cNvCxnSpPr>
            <a:cxnSpLocks/>
            <a:stCxn id="26" idx="2"/>
            <a:endCxn id="39" idx="0"/>
          </p:cNvCxnSpPr>
          <p:nvPr/>
        </p:nvCxnSpPr>
        <p:spPr>
          <a:xfrm>
            <a:off x="863379" y="2385599"/>
            <a:ext cx="2994" cy="14510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カギ線コネクタ 42">
            <a:extLst>
              <a:ext uri="{FF2B5EF4-FFF2-40B4-BE49-F238E27FC236}">
                <a16:creationId xmlns:a16="http://schemas.microsoft.com/office/drawing/2014/main" id="{AF3A275F-F3BB-0A05-3AFC-6BA795A31CC8}"/>
              </a:ext>
            </a:extLst>
          </p:cNvPr>
          <p:cNvCxnSpPr>
            <a:cxnSpLocks/>
          </p:cNvCxnSpPr>
          <p:nvPr/>
        </p:nvCxnSpPr>
        <p:spPr>
          <a:xfrm rot="10800000">
            <a:off x="358555" y="4082367"/>
            <a:ext cx="1009647" cy="37147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44" name="角丸四角形 43">
            <a:extLst>
              <a:ext uri="{FF2B5EF4-FFF2-40B4-BE49-F238E27FC236}">
                <a16:creationId xmlns:a16="http://schemas.microsoft.com/office/drawing/2014/main" id="{E454C8FC-31AA-50D7-6988-B8C9E5397C31}"/>
              </a:ext>
            </a:extLst>
          </p:cNvPr>
          <p:cNvSpPr/>
          <p:nvPr/>
        </p:nvSpPr>
        <p:spPr>
          <a:xfrm>
            <a:off x="1390649" y="4292166"/>
            <a:ext cx="2530422" cy="3230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全発話の時系列データ</a:t>
            </a:r>
          </a:p>
        </p:txBody>
      </p:sp>
      <p:cxnSp>
        <p:nvCxnSpPr>
          <p:cNvPr id="45" name="カギ線コネクタ 44">
            <a:extLst>
              <a:ext uri="{FF2B5EF4-FFF2-40B4-BE49-F238E27FC236}">
                <a16:creationId xmlns:a16="http://schemas.microsoft.com/office/drawing/2014/main" id="{FE2EC108-D9C0-AF36-D391-C70C82858D55}"/>
              </a:ext>
            </a:extLst>
          </p:cNvPr>
          <p:cNvCxnSpPr>
            <a:cxnSpLocks/>
          </p:cNvCxnSpPr>
          <p:nvPr/>
        </p:nvCxnSpPr>
        <p:spPr>
          <a:xfrm rot="10800000">
            <a:off x="4600916" y="5034973"/>
            <a:ext cx="979751" cy="225472"/>
          </a:xfrm>
          <a:prstGeom prst="bentConnector3">
            <a:avLst>
              <a:gd name="adj1" fmla="val 49039"/>
            </a:avLst>
          </a:prstGeom>
        </p:spPr>
        <p:style>
          <a:lnRef idx="1">
            <a:schemeClr val="accent1"/>
          </a:lnRef>
          <a:fillRef idx="0">
            <a:schemeClr val="accent1"/>
          </a:fillRef>
          <a:effectRef idx="0">
            <a:schemeClr val="accent1"/>
          </a:effectRef>
          <a:fontRef idx="minor">
            <a:schemeClr val="tx1"/>
          </a:fontRef>
        </p:style>
      </p:cxnSp>
      <p:sp>
        <p:nvSpPr>
          <p:cNvPr id="47" name="角丸四角形 46">
            <a:extLst>
              <a:ext uri="{FF2B5EF4-FFF2-40B4-BE49-F238E27FC236}">
                <a16:creationId xmlns:a16="http://schemas.microsoft.com/office/drawing/2014/main" id="{F52E8A35-0C03-1A29-47F2-8120B508B4FE}"/>
              </a:ext>
            </a:extLst>
          </p:cNvPr>
          <p:cNvSpPr/>
          <p:nvPr/>
        </p:nvSpPr>
        <p:spPr>
          <a:xfrm>
            <a:off x="3156018" y="4687696"/>
            <a:ext cx="4033058" cy="34727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ターン占有率 </a:t>
            </a:r>
            <a:r>
              <a:rPr kumimoji="1" lang="en-US" altLang="ja-JP" dirty="0"/>
              <a:t>/ </a:t>
            </a:r>
            <a:r>
              <a:rPr kumimoji="1" lang="ja-JP" altLang="en-US"/>
              <a:t>割り込み </a:t>
            </a:r>
            <a:r>
              <a:rPr kumimoji="1" lang="en-US" altLang="ja-JP" dirty="0"/>
              <a:t>/ </a:t>
            </a:r>
            <a:r>
              <a:rPr kumimoji="1" lang="ja-JP" altLang="en-US"/>
              <a:t>否定連鎖</a:t>
            </a:r>
          </a:p>
        </p:txBody>
      </p:sp>
      <p:cxnSp>
        <p:nvCxnSpPr>
          <p:cNvPr id="48" name="カギ線コネクタ 47">
            <a:extLst>
              <a:ext uri="{FF2B5EF4-FFF2-40B4-BE49-F238E27FC236}">
                <a16:creationId xmlns:a16="http://schemas.microsoft.com/office/drawing/2014/main" id="{00E2D0F3-8FC4-3715-9237-588DD2F74208}"/>
              </a:ext>
            </a:extLst>
          </p:cNvPr>
          <p:cNvCxnSpPr>
            <a:cxnSpLocks/>
          </p:cNvCxnSpPr>
          <p:nvPr/>
        </p:nvCxnSpPr>
        <p:spPr>
          <a:xfrm rot="10800000">
            <a:off x="2245923" y="4553578"/>
            <a:ext cx="1009647" cy="37147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52" name="角丸四角形 51">
            <a:extLst>
              <a:ext uri="{FF2B5EF4-FFF2-40B4-BE49-F238E27FC236}">
                <a16:creationId xmlns:a16="http://schemas.microsoft.com/office/drawing/2014/main" id="{B4BDA815-010D-D60F-AAF1-2FAF6E7CD3CC}"/>
              </a:ext>
            </a:extLst>
          </p:cNvPr>
          <p:cNvSpPr/>
          <p:nvPr/>
        </p:nvSpPr>
        <p:spPr>
          <a:xfrm>
            <a:off x="5580667" y="5107418"/>
            <a:ext cx="4415362" cy="31457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 altLang="ja-JP" dirty="0"/>
              <a:t>S</a:t>
            </a:r>
            <a:r>
              <a:rPr kumimoji="1" lang="ja-JP" altLang="en-US"/>
              <a:t>スコア（</a:t>
            </a:r>
            <a:r>
              <a:rPr kumimoji="1" lang="en" altLang="ja-JP" dirty="0"/>
              <a:t>Dominance Structure Score</a:t>
            </a:r>
            <a:r>
              <a:rPr kumimoji="1" lang="ja-JP" altLang="en"/>
              <a:t>）</a:t>
            </a:r>
            <a:endParaRPr kumimoji="1" lang="ja-JP" altLang="en-US"/>
          </a:p>
        </p:txBody>
      </p:sp>
      <p:sp>
        <p:nvSpPr>
          <p:cNvPr id="55" name="角丸四角形 54">
            <a:extLst>
              <a:ext uri="{FF2B5EF4-FFF2-40B4-BE49-F238E27FC236}">
                <a16:creationId xmlns:a16="http://schemas.microsoft.com/office/drawing/2014/main" id="{7BB8EE46-02CA-6026-1F1E-1EF2C6348FF7}"/>
              </a:ext>
            </a:extLst>
          </p:cNvPr>
          <p:cNvSpPr/>
          <p:nvPr/>
        </p:nvSpPr>
        <p:spPr>
          <a:xfrm>
            <a:off x="5801075" y="5772280"/>
            <a:ext cx="5922227" cy="8738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 altLang="ja-JP" dirty="0"/>
              <a:t> HSI = f(A, S, L)</a:t>
            </a:r>
          </a:p>
          <a:p>
            <a:pPr algn="ctr"/>
            <a:r>
              <a:rPr kumimoji="1" lang="en" altLang="ja-JP" dirty="0"/>
              <a:t>  </a:t>
            </a:r>
            <a:r>
              <a:rPr kumimoji="1" lang="ja-JP" altLang="en"/>
              <a:t>（</a:t>
            </a:r>
            <a:r>
              <a:rPr kumimoji="1" lang="ja-JP" altLang="en-US"/>
              <a:t>統合ハラスメント構造指数：</a:t>
            </a:r>
            <a:r>
              <a:rPr kumimoji="1" lang="en-US" altLang="ja-JP" dirty="0"/>
              <a:t>0〜100</a:t>
            </a:r>
            <a:r>
              <a:rPr kumimoji="1" lang="ja-JP" altLang="en-US"/>
              <a:t>）</a:t>
            </a:r>
          </a:p>
        </p:txBody>
      </p:sp>
      <p:cxnSp>
        <p:nvCxnSpPr>
          <p:cNvPr id="59" name="直線矢印コネクタ 58">
            <a:extLst>
              <a:ext uri="{FF2B5EF4-FFF2-40B4-BE49-F238E27FC236}">
                <a16:creationId xmlns:a16="http://schemas.microsoft.com/office/drawing/2014/main" id="{130B3C02-F04D-64A4-CAFE-9991731DBBDA}"/>
              </a:ext>
            </a:extLst>
          </p:cNvPr>
          <p:cNvCxnSpPr/>
          <p:nvPr/>
        </p:nvCxnSpPr>
        <p:spPr>
          <a:xfrm>
            <a:off x="10884131" y="2853849"/>
            <a:ext cx="0" cy="29184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6CE4CF1F-C2B3-DE97-99CD-323D5563DB62}"/>
              </a:ext>
            </a:extLst>
          </p:cNvPr>
          <p:cNvCxnSpPr>
            <a:cxnSpLocks/>
            <a:stCxn id="37" idx="3"/>
          </p:cNvCxnSpPr>
          <p:nvPr/>
        </p:nvCxnSpPr>
        <p:spPr>
          <a:xfrm>
            <a:off x="7984273" y="3299502"/>
            <a:ext cx="2899858" cy="33472"/>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77772D37-0276-00D4-B413-B128762F0639}"/>
              </a:ext>
            </a:extLst>
          </p:cNvPr>
          <p:cNvCxnSpPr>
            <a:stCxn id="52" idx="3"/>
          </p:cNvCxnSpPr>
          <p:nvPr/>
        </p:nvCxnSpPr>
        <p:spPr>
          <a:xfrm flipV="1">
            <a:off x="9996029" y="5260446"/>
            <a:ext cx="888102" cy="425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3967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026E33-CFEA-45D9-D698-A63D89836119}"/>
              </a:ext>
            </a:extLst>
          </p:cNvPr>
          <p:cNvSpPr>
            <a:spLocks noGrp="1"/>
          </p:cNvSpPr>
          <p:nvPr>
            <p:ph type="title"/>
          </p:nvPr>
        </p:nvSpPr>
        <p:spPr>
          <a:xfrm>
            <a:off x="3077005" y="0"/>
            <a:ext cx="10515600" cy="1892300"/>
          </a:xfrm>
        </p:spPr>
        <p:txBody>
          <a:bodyPr>
            <a:normAutofit/>
          </a:bodyPr>
          <a:lstStyle/>
          <a:p>
            <a:r>
              <a:rPr lang="en-US" altLang="ja-JP" dirty="0"/>
              <a:t>2</a:t>
            </a:r>
            <a:r>
              <a:rPr kumimoji="1" lang="en-US" altLang="ja-JP" dirty="0"/>
              <a:t> </a:t>
            </a:r>
            <a:r>
              <a:rPr kumimoji="1" lang="ja-JP" altLang="en-US"/>
              <a:t>技術挑戦の核心</a:t>
            </a:r>
            <a:r>
              <a:rPr lang="ja-JP" altLang="en" b="1"/>
              <a:t>（</a:t>
            </a:r>
            <a:r>
              <a:rPr lang="en" altLang="ja-JP" b="1" dirty="0"/>
              <a:t>Core Challenge</a:t>
            </a:r>
            <a:r>
              <a:rPr lang="ja-JP" altLang="en" b="1"/>
              <a:t>）</a:t>
            </a:r>
            <a:br>
              <a:rPr lang="en-US" altLang="ja-JP" b="1" dirty="0"/>
            </a:br>
            <a:r>
              <a:rPr lang="ja-JP" altLang="en-US" sz="2800" b="1"/>
              <a:t>想定フロー</a:t>
            </a:r>
            <a:br>
              <a:rPr lang="en-US" altLang="ja-JP" b="1" dirty="0"/>
            </a:br>
            <a:endParaRPr kumimoji="1" lang="ja-JP" altLang="en-US" sz="2800"/>
          </a:p>
        </p:txBody>
      </p:sp>
      <p:sp>
        <p:nvSpPr>
          <p:cNvPr id="3" name="角丸四角形 2">
            <a:extLst>
              <a:ext uri="{FF2B5EF4-FFF2-40B4-BE49-F238E27FC236}">
                <a16:creationId xmlns:a16="http://schemas.microsoft.com/office/drawing/2014/main" id="{9BDB9E9C-9A1B-2BF3-5676-D85760D0027A}"/>
              </a:ext>
            </a:extLst>
          </p:cNvPr>
          <p:cNvSpPr/>
          <p:nvPr/>
        </p:nvSpPr>
        <p:spPr>
          <a:xfrm>
            <a:off x="2002971" y="1522893"/>
            <a:ext cx="4799192" cy="9318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 altLang="ja-JP" dirty="0"/>
              <a:t> HSI = f(A, S, L)</a:t>
            </a:r>
          </a:p>
          <a:p>
            <a:pPr algn="ctr"/>
            <a:r>
              <a:rPr kumimoji="1" lang="en" altLang="ja-JP" dirty="0"/>
              <a:t>  </a:t>
            </a:r>
            <a:r>
              <a:rPr kumimoji="1" lang="ja-JP" altLang="en"/>
              <a:t>（</a:t>
            </a:r>
            <a:r>
              <a:rPr kumimoji="1" lang="ja-JP" altLang="en-US"/>
              <a:t>統合ハラスメント構造指数：</a:t>
            </a:r>
            <a:r>
              <a:rPr kumimoji="1" lang="en-US" altLang="ja-JP" dirty="0"/>
              <a:t>0〜100</a:t>
            </a:r>
            <a:r>
              <a:rPr kumimoji="1" lang="ja-JP" altLang="en-US"/>
              <a:t>）</a:t>
            </a:r>
            <a:endParaRPr kumimoji="1" lang="en-US" altLang="ja-JP" dirty="0"/>
          </a:p>
          <a:p>
            <a:pPr algn="ctr"/>
            <a:r>
              <a:rPr lang="en-US" altLang="ja-JP" dirty="0"/>
              <a:t>(</a:t>
            </a:r>
            <a:r>
              <a:rPr lang="ja-JP" altLang="en-US"/>
              <a:t>力学の強さ</a:t>
            </a:r>
            <a:r>
              <a:rPr lang="en-US" altLang="ja-JP" dirty="0"/>
              <a:t>)</a:t>
            </a:r>
            <a:endParaRPr kumimoji="1" lang="ja-JP" altLang="en-US"/>
          </a:p>
        </p:txBody>
      </p:sp>
      <p:sp>
        <p:nvSpPr>
          <p:cNvPr id="8" name="角丸四角形 7">
            <a:extLst>
              <a:ext uri="{FF2B5EF4-FFF2-40B4-BE49-F238E27FC236}">
                <a16:creationId xmlns:a16="http://schemas.microsoft.com/office/drawing/2014/main" id="{23275865-8570-105D-B448-E086DF597B15}"/>
              </a:ext>
            </a:extLst>
          </p:cNvPr>
          <p:cNvSpPr/>
          <p:nvPr/>
        </p:nvSpPr>
        <p:spPr>
          <a:xfrm>
            <a:off x="435427" y="806824"/>
            <a:ext cx="2271913" cy="5811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a:t>
            </a:r>
            <a:r>
              <a:rPr kumimoji="1" lang="ja-JP" altLang="en-US"/>
              <a:t>法律・判例推論</a:t>
            </a:r>
            <a:r>
              <a:rPr kumimoji="1" lang="en-US" altLang="ja-JP" dirty="0"/>
              <a:t>]</a:t>
            </a:r>
            <a:endParaRPr kumimoji="1" lang="ja-JP" altLang="en-US"/>
          </a:p>
        </p:txBody>
      </p:sp>
      <p:cxnSp>
        <p:nvCxnSpPr>
          <p:cNvPr id="11" name="カギ線コネクタ 10">
            <a:extLst>
              <a:ext uri="{FF2B5EF4-FFF2-40B4-BE49-F238E27FC236}">
                <a16:creationId xmlns:a16="http://schemas.microsoft.com/office/drawing/2014/main" id="{923F685B-D1D1-6C95-15AE-7F7F67812EC4}"/>
              </a:ext>
            </a:extLst>
          </p:cNvPr>
          <p:cNvCxnSpPr/>
          <p:nvPr/>
        </p:nvCxnSpPr>
        <p:spPr>
          <a:xfrm>
            <a:off x="1132114" y="1387928"/>
            <a:ext cx="870857" cy="332015"/>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22" name="角丸四角形 21">
            <a:extLst>
              <a:ext uri="{FF2B5EF4-FFF2-40B4-BE49-F238E27FC236}">
                <a16:creationId xmlns:a16="http://schemas.microsoft.com/office/drawing/2014/main" id="{0B0E30F5-203D-57F7-CAC4-9678736E991F}"/>
              </a:ext>
            </a:extLst>
          </p:cNvPr>
          <p:cNvSpPr/>
          <p:nvPr/>
        </p:nvSpPr>
        <p:spPr>
          <a:xfrm>
            <a:off x="3614056" y="2657929"/>
            <a:ext cx="4096681" cy="5624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HSI</a:t>
            </a:r>
            <a:r>
              <a:rPr kumimoji="1" lang="ja-JP" altLang="en-US"/>
              <a:t>強弱で類似判例検索エンジン</a:t>
            </a:r>
          </a:p>
        </p:txBody>
      </p:sp>
      <p:cxnSp>
        <p:nvCxnSpPr>
          <p:cNvPr id="29" name="カギ線コネクタ 28">
            <a:extLst>
              <a:ext uri="{FF2B5EF4-FFF2-40B4-BE49-F238E27FC236}">
                <a16:creationId xmlns:a16="http://schemas.microsoft.com/office/drawing/2014/main" id="{DDF14E50-A2C1-4F3E-364B-1079F6D3857F}"/>
              </a:ext>
            </a:extLst>
          </p:cNvPr>
          <p:cNvCxnSpPr/>
          <p:nvPr/>
        </p:nvCxnSpPr>
        <p:spPr>
          <a:xfrm>
            <a:off x="2416628" y="2454729"/>
            <a:ext cx="1233737" cy="484414"/>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2" name="カギ線コネクタ 31">
            <a:extLst>
              <a:ext uri="{FF2B5EF4-FFF2-40B4-BE49-F238E27FC236}">
                <a16:creationId xmlns:a16="http://schemas.microsoft.com/office/drawing/2014/main" id="{288E28B1-433E-3A2A-92FA-C8796CDB08C4}"/>
              </a:ext>
            </a:extLst>
          </p:cNvPr>
          <p:cNvCxnSpPr/>
          <p:nvPr/>
        </p:nvCxnSpPr>
        <p:spPr>
          <a:xfrm>
            <a:off x="4093028" y="3153230"/>
            <a:ext cx="1233737" cy="484414"/>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42" name="角丸四角形 41">
            <a:extLst>
              <a:ext uri="{FF2B5EF4-FFF2-40B4-BE49-F238E27FC236}">
                <a16:creationId xmlns:a16="http://schemas.microsoft.com/office/drawing/2014/main" id="{FA051E34-2581-2449-6554-29D4C108EA6E}"/>
              </a:ext>
            </a:extLst>
          </p:cNvPr>
          <p:cNvSpPr/>
          <p:nvPr/>
        </p:nvSpPr>
        <p:spPr>
          <a:xfrm>
            <a:off x="5326765" y="3356430"/>
            <a:ext cx="5141709" cy="5624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t>判例</a:t>
            </a:r>
            <a:r>
              <a:rPr lang="en" altLang="ja-JP" dirty="0"/>
              <a:t>Embedding</a:t>
            </a:r>
            <a:r>
              <a:rPr lang="ja-JP" altLang="en-US"/>
              <a:t>との類似度（</a:t>
            </a:r>
            <a:r>
              <a:rPr lang="en" altLang="ja-JP" dirty="0"/>
              <a:t>Legal Similarity</a:t>
            </a:r>
            <a:r>
              <a:rPr lang="ja-JP" altLang="en"/>
              <a:t>）</a:t>
            </a:r>
            <a:endParaRPr kumimoji="1" lang="ja-JP" altLang="en-US"/>
          </a:p>
        </p:txBody>
      </p:sp>
      <p:cxnSp>
        <p:nvCxnSpPr>
          <p:cNvPr id="49" name="カギ線コネクタ 48">
            <a:extLst>
              <a:ext uri="{FF2B5EF4-FFF2-40B4-BE49-F238E27FC236}">
                <a16:creationId xmlns:a16="http://schemas.microsoft.com/office/drawing/2014/main" id="{9415BB08-365B-E66D-9180-473634585D1B}"/>
              </a:ext>
            </a:extLst>
          </p:cNvPr>
          <p:cNvCxnSpPr>
            <a:cxnSpLocks/>
          </p:cNvCxnSpPr>
          <p:nvPr/>
        </p:nvCxnSpPr>
        <p:spPr>
          <a:xfrm>
            <a:off x="3858441" y="3220357"/>
            <a:ext cx="1665029" cy="114157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58" name="角丸四角形 57">
            <a:extLst>
              <a:ext uri="{FF2B5EF4-FFF2-40B4-BE49-F238E27FC236}">
                <a16:creationId xmlns:a16="http://schemas.microsoft.com/office/drawing/2014/main" id="{0634A113-535B-9FC8-6EDC-2DD774ACBA33}"/>
              </a:ext>
            </a:extLst>
          </p:cNvPr>
          <p:cNvSpPr/>
          <p:nvPr/>
        </p:nvSpPr>
        <p:spPr>
          <a:xfrm>
            <a:off x="5523470" y="4042315"/>
            <a:ext cx="5141709" cy="5624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証拠信頼度</a:t>
            </a:r>
            <a:r>
              <a:rPr kumimoji="1" lang="en-US" altLang="ja-JP" dirty="0"/>
              <a:t>(E</a:t>
            </a:r>
            <a:r>
              <a:rPr lang="en-US" altLang="ja-JP" dirty="0"/>
              <a:t>vidence Score</a:t>
            </a:r>
            <a:r>
              <a:rPr kumimoji="1" lang="en-US" altLang="ja-JP" dirty="0"/>
              <a:t>)</a:t>
            </a:r>
            <a:endParaRPr kumimoji="1" lang="ja-JP" altLang="en-US"/>
          </a:p>
        </p:txBody>
      </p:sp>
      <p:sp>
        <p:nvSpPr>
          <p:cNvPr id="63" name="角丸四角形 62">
            <a:extLst>
              <a:ext uri="{FF2B5EF4-FFF2-40B4-BE49-F238E27FC236}">
                <a16:creationId xmlns:a16="http://schemas.microsoft.com/office/drawing/2014/main" id="{2843E029-17BB-41B4-EC8D-C27D0AC6974D}"/>
              </a:ext>
            </a:extLst>
          </p:cNvPr>
          <p:cNvSpPr/>
          <p:nvPr/>
        </p:nvSpPr>
        <p:spPr>
          <a:xfrm>
            <a:off x="6096000" y="5013248"/>
            <a:ext cx="5670049" cy="9318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 altLang="ja-JP" dirty="0"/>
              <a:t> </a:t>
            </a:r>
            <a:r>
              <a:rPr lang="en" altLang="ja-JP" dirty="0"/>
              <a:t>HSIE = g(HSI, Legal Similarity, Evidence Score) </a:t>
            </a:r>
            <a:r>
              <a:rPr lang="ja-JP" altLang="en"/>
              <a:t>（</a:t>
            </a:r>
            <a:r>
              <a:rPr lang="ja-JP" altLang="en-US"/>
              <a:t>最終：ハラスメント構造 </a:t>
            </a:r>
            <a:r>
              <a:rPr lang="en-US" altLang="ja-JP" dirty="0"/>
              <a:t>× </a:t>
            </a:r>
            <a:r>
              <a:rPr lang="ja-JP" altLang="en-US"/>
              <a:t>法律的強度）</a:t>
            </a:r>
            <a:endParaRPr lang="en-US" altLang="ja-JP" dirty="0"/>
          </a:p>
        </p:txBody>
      </p:sp>
      <p:cxnSp>
        <p:nvCxnSpPr>
          <p:cNvPr id="65" name="カギ線コネクタ 64">
            <a:extLst>
              <a:ext uri="{FF2B5EF4-FFF2-40B4-BE49-F238E27FC236}">
                <a16:creationId xmlns:a16="http://schemas.microsoft.com/office/drawing/2014/main" id="{AA77D6E4-BC63-70A4-10DC-D50FB324ED89}"/>
              </a:ext>
            </a:extLst>
          </p:cNvPr>
          <p:cNvCxnSpPr>
            <a:cxnSpLocks/>
          </p:cNvCxnSpPr>
          <p:nvPr/>
        </p:nvCxnSpPr>
        <p:spPr>
          <a:xfrm>
            <a:off x="6802163" y="1875346"/>
            <a:ext cx="4740345" cy="3090355"/>
          </a:xfrm>
          <a:prstGeom prst="bentConnector3">
            <a:avLst>
              <a:gd name="adj1" fmla="val 9954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直線コネクタ 72">
            <a:extLst>
              <a:ext uri="{FF2B5EF4-FFF2-40B4-BE49-F238E27FC236}">
                <a16:creationId xmlns:a16="http://schemas.microsoft.com/office/drawing/2014/main" id="{00446608-EF5F-AD76-6764-8820D0AB3DAD}"/>
              </a:ext>
            </a:extLst>
          </p:cNvPr>
          <p:cNvCxnSpPr>
            <a:stCxn id="42" idx="3"/>
          </p:cNvCxnSpPr>
          <p:nvPr/>
        </p:nvCxnSpPr>
        <p:spPr>
          <a:xfrm>
            <a:off x="10468474" y="3637644"/>
            <a:ext cx="107403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8B2792B5-DC51-A860-E06F-8A33F05A05B0}"/>
              </a:ext>
            </a:extLst>
          </p:cNvPr>
          <p:cNvCxnSpPr>
            <a:cxnSpLocks/>
          </p:cNvCxnSpPr>
          <p:nvPr/>
        </p:nvCxnSpPr>
        <p:spPr>
          <a:xfrm>
            <a:off x="10665179" y="4323529"/>
            <a:ext cx="877329" cy="0"/>
          </a:xfrm>
          <a:prstGeom prst="line">
            <a:avLst/>
          </a:prstGeom>
        </p:spPr>
        <p:style>
          <a:lnRef idx="1">
            <a:schemeClr val="accent1"/>
          </a:lnRef>
          <a:fillRef idx="0">
            <a:schemeClr val="accent1"/>
          </a:fillRef>
          <a:effectRef idx="0">
            <a:schemeClr val="accent1"/>
          </a:effectRef>
          <a:fontRef idx="minor">
            <a:schemeClr val="tx1"/>
          </a:fontRef>
        </p:style>
      </p:cxnSp>
      <p:sp>
        <p:nvSpPr>
          <p:cNvPr id="80" name="角丸四角形 79">
            <a:extLst>
              <a:ext uri="{FF2B5EF4-FFF2-40B4-BE49-F238E27FC236}">
                <a16:creationId xmlns:a16="http://schemas.microsoft.com/office/drawing/2014/main" id="{8D928291-A893-3F5B-AD05-C4B33DC4BAB5}"/>
              </a:ext>
            </a:extLst>
          </p:cNvPr>
          <p:cNvSpPr/>
          <p:nvPr/>
        </p:nvSpPr>
        <p:spPr>
          <a:xfrm>
            <a:off x="373441" y="6099098"/>
            <a:ext cx="6366736" cy="4844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 altLang="ja-JP" sz="1800" dirty="0"/>
              <a:t>Legal Risk Level</a:t>
            </a:r>
            <a:r>
              <a:rPr lang="ja-JP" altLang="en" sz="1800"/>
              <a:t>（</a:t>
            </a:r>
            <a:r>
              <a:rPr lang="ja-JP" altLang="en-US" sz="1800"/>
              <a:t>総合法的リスクランク</a:t>
            </a:r>
            <a:r>
              <a:rPr lang="en-US" altLang="ja-JP" sz="1800" dirty="0"/>
              <a:t>)</a:t>
            </a:r>
            <a:r>
              <a:rPr lang="ja-JP" altLang="en-US"/>
              <a:t>として利用可能</a:t>
            </a:r>
            <a:endParaRPr kumimoji="1" lang="ja-JP" altLang="en-US"/>
          </a:p>
        </p:txBody>
      </p:sp>
      <p:cxnSp>
        <p:nvCxnSpPr>
          <p:cNvPr id="87" name="カギ線コネクタ 86">
            <a:extLst>
              <a:ext uri="{FF2B5EF4-FFF2-40B4-BE49-F238E27FC236}">
                <a16:creationId xmlns:a16="http://schemas.microsoft.com/office/drawing/2014/main" id="{445861C8-CD8B-61FA-3472-439F2EA396B2}"/>
              </a:ext>
            </a:extLst>
          </p:cNvPr>
          <p:cNvCxnSpPr>
            <a:stCxn id="63" idx="2"/>
            <a:endCxn id="80" idx="3"/>
          </p:cNvCxnSpPr>
          <p:nvPr/>
        </p:nvCxnSpPr>
        <p:spPr>
          <a:xfrm rot="5400000">
            <a:off x="7637491" y="5047770"/>
            <a:ext cx="396221" cy="219084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7819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角丸四角形 14">
            <a:extLst>
              <a:ext uri="{FF2B5EF4-FFF2-40B4-BE49-F238E27FC236}">
                <a16:creationId xmlns:a16="http://schemas.microsoft.com/office/drawing/2014/main" id="{DFC7F0B5-43E0-CD3F-366C-A137DE18E424}"/>
              </a:ext>
            </a:extLst>
          </p:cNvPr>
          <p:cNvSpPr/>
          <p:nvPr/>
        </p:nvSpPr>
        <p:spPr>
          <a:xfrm>
            <a:off x="3545993" y="3762103"/>
            <a:ext cx="6486282" cy="2803289"/>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B5CAD139-5BB3-F2A4-5320-A1690E50CC28}"/>
              </a:ext>
            </a:extLst>
          </p:cNvPr>
          <p:cNvSpPr/>
          <p:nvPr/>
        </p:nvSpPr>
        <p:spPr>
          <a:xfrm>
            <a:off x="4310743" y="1254210"/>
            <a:ext cx="5721532" cy="2174790"/>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E1026E33-CFEA-45D9-D698-A63D89836119}"/>
              </a:ext>
            </a:extLst>
          </p:cNvPr>
          <p:cNvSpPr>
            <a:spLocks noGrp="1"/>
          </p:cNvSpPr>
          <p:nvPr>
            <p:ph type="title"/>
          </p:nvPr>
        </p:nvSpPr>
        <p:spPr>
          <a:xfrm>
            <a:off x="838200" y="292608"/>
            <a:ext cx="10515600" cy="1892300"/>
          </a:xfrm>
        </p:spPr>
        <p:txBody>
          <a:bodyPr>
            <a:normAutofit/>
          </a:bodyPr>
          <a:lstStyle/>
          <a:p>
            <a:r>
              <a:rPr lang="en-US" altLang="ja-JP" dirty="0"/>
              <a:t>2</a:t>
            </a:r>
            <a:r>
              <a:rPr kumimoji="1" lang="en-US" altLang="ja-JP" dirty="0"/>
              <a:t> </a:t>
            </a:r>
            <a:r>
              <a:rPr kumimoji="1" lang="ja-JP" altLang="en-US"/>
              <a:t>技術挑戦の核心</a:t>
            </a:r>
            <a:r>
              <a:rPr lang="ja-JP" altLang="en" b="1"/>
              <a:t>（</a:t>
            </a:r>
            <a:r>
              <a:rPr lang="en" altLang="ja-JP" b="1" dirty="0"/>
              <a:t>Core Challenge</a:t>
            </a:r>
            <a:r>
              <a:rPr lang="ja-JP" altLang="en" b="1"/>
              <a:t>）</a:t>
            </a:r>
            <a:br>
              <a:rPr lang="en-US" altLang="ja-JP" b="1" dirty="0"/>
            </a:br>
            <a:r>
              <a:rPr lang="en-US" altLang="ja-JP" sz="2800" b="1" dirty="0"/>
              <a:t>HSIE</a:t>
            </a:r>
            <a:r>
              <a:rPr lang="ja-JP" altLang="en-US" sz="2800" b="1"/>
              <a:t>の最終出力</a:t>
            </a:r>
            <a:br>
              <a:rPr lang="en-US" altLang="ja-JP" b="1" dirty="0"/>
            </a:br>
            <a:endParaRPr kumimoji="1" lang="ja-JP" altLang="en-US" sz="2800"/>
          </a:p>
        </p:txBody>
      </p:sp>
      <p:sp>
        <p:nvSpPr>
          <p:cNvPr id="5" name="テキスト ボックス 4">
            <a:extLst>
              <a:ext uri="{FF2B5EF4-FFF2-40B4-BE49-F238E27FC236}">
                <a16:creationId xmlns:a16="http://schemas.microsoft.com/office/drawing/2014/main" id="{73D6B9AF-026F-2805-0E6F-2549A232E065}"/>
              </a:ext>
            </a:extLst>
          </p:cNvPr>
          <p:cNvSpPr txBox="1"/>
          <p:nvPr/>
        </p:nvSpPr>
        <p:spPr>
          <a:xfrm>
            <a:off x="4518042" y="1372109"/>
            <a:ext cx="6104238" cy="1938992"/>
          </a:xfrm>
          <a:prstGeom prst="rect">
            <a:avLst/>
          </a:prstGeom>
          <a:noFill/>
        </p:spPr>
        <p:txBody>
          <a:bodyPr wrap="square">
            <a:spAutoFit/>
          </a:bodyPr>
          <a:lstStyle/>
          <a:p>
            <a:r>
              <a:rPr lang="en" altLang="ja-JP" sz="2000" b="1" dirty="0"/>
              <a:t>HSIE = {</a:t>
            </a:r>
          </a:p>
          <a:p>
            <a:pPr>
              <a:buFont typeface="+mj-lt"/>
              <a:buAutoNum type="arabicPeriod"/>
            </a:pPr>
            <a:r>
              <a:rPr lang="en" altLang="ja-JP" sz="2000" dirty="0"/>
              <a:t>HSI</a:t>
            </a:r>
            <a:r>
              <a:rPr lang="ja-JP" altLang="en" sz="2000"/>
              <a:t>（</a:t>
            </a:r>
            <a:r>
              <a:rPr lang="ja-JP" altLang="en-US" sz="2000"/>
              <a:t>行動の攻撃性・支配構造の強度）</a:t>
            </a:r>
          </a:p>
          <a:p>
            <a:pPr>
              <a:buFont typeface="+mj-lt"/>
              <a:buAutoNum type="arabicPeriod"/>
            </a:pPr>
            <a:r>
              <a:rPr lang="en" altLang="ja-JP" sz="2000" dirty="0"/>
              <a:t>Legal Similarity</a:t>
            </a:r>
            <a:r>
              <a:rPr lang="ja-JP" altLang="en" sz="2000"/>
              <a:t>（</a:t>
            </a:r>
            <a:r>
              <a:rPr lang="ja-JP" altLang="en-US" sz="2000"/>
              <a:t>類似判例スコア）</a:t>
            </a:r>
          </a:p>
          <a:p>
            <a:pPr>
              <a:buFont typeface="+mj-lt"/>
              <a:buAutoNum type="arabicPeriod"/>
            </a:pPr>
            <a:r>
              <a:rPr lang="en" altLang="ja-JP" sz="2000" dirty="0"/>
              <a:t>Evidence Score</a:t>
            </a:r>
            <a:r>
              <a:rPr lang="ja-JP" altLang="en" sz="2000"/>
              <a:t>（</a:t>
            </a:r>
            <a:r>
              <a:rPr lang="ja-JP" altLang="en-US" sz="2000"/>
              <a:t>証拠信頼度）</a:t>
            </a:r>
            <a:br>
              <a:rPr lang="ja-JP" altLang="en-US" sz="2000"/>
            </a:br>
            <a:r>
              <a:rPr lang="en-US" altLang="ja-JP" sz="2000" dirty="0"/>
              <a:t>→</a:t>
            </a:r>
            <a:r>
              <a:rPr lang="en" altLang="ja-JP" sz="2000" dirty="0"/>
              <a:t> Legal Risk Level</a:t>
            </a:r>
            <a:r>
              <a:rPr lang="ja-JP" altLang="en" sz="2000"/>
              <a:t>（</a:t>
            </a:r>
            <a:r>
              <a:rPr lang="ja-JP" altLang="en-US" sz="2000"/>
              <a:t>総合法的リスクランク</a:t>
            </a:r>
            <a:r>
              <a:rPr lang="en-US" altLang="ja-JP" sz="2000" dirty="0"/>
              <a:t>)</a:t>
            </a:r>
          </a:p>
          <a:p>
            <a:r>
              <a:rPr lang="en-US" altLang="ja-JP" sz="2000" dirty="0"/>
              <a:t>}</a:t>
            </a:r>
          </a:p>
        </p:txBody>
      </p:sp>
      <p:sp>
        <p:nvSpPr>
          <p:cNvPr id="9" name="テキスト ボックス 8">
            <a:extLst>
              <a:ext uri="{FF2B5EF4-FFF2-40B4-BE49-F238E27FC236}">
                <a16:creationId xmlns:a16="http://schemas.microsoft.com/office/drawing/2014/main" id="{B30D5378-201F-4C8C-26FF-C9185A7F9FEC}"/>
              </a:ext>
            </a:extLst>
          </p:cNvPr>
          <p:cNvSpPr txBox="1"/>
          <p:nvPr/>
        </p:nvSpPr>
        <p:spPr>
          <a:xfrm>
            <a:off x="838200" y="4191105"/>
            <a:ext cx="2707793" cy="523220"/>
          </a:xfrm>
          <a:prstGeom prst="rect">
            <a:avLst/>
          </a:prstGeom>
          <a:noFill/>
        </p:spPr>
        <p:txBody>
          <a:bodyPr wrap="none" rtlCol="0">
            <a:spAutoFit/>
          </a:bodyPr>
          <a:lstStyle/>
          <a:p>
            <a:r>
              <a:rPr kumimoji="1" lang="en-US" altLang="ja-JP" sz="2800" dirty="0"/>
              <a:t>UI</a:t>
            </a:r>
            <a:r>
              <a:rPr kumimoji="1" lang="ja-JP" altLang="en-US" sz="2800"/>
              <a:t>出力イメージ</a:t>
            </a:r>
            <a:endParaRPr kumimoji="1" lang="en-US" altLang="ja-JP" sz="2800" dirty="0"/>
          </a:p>
        </p:txBody>
      </p:sp>
      <p:sp>
        <p:nvSpPr>
          <p:cNvPr id="12" name="テキスト ボックス 11">
            <a:extLst>
              <a:ext uri="{FF2B5EF4-FFF2-40B4-BE49-F238E27FC236}">
                <a16:creationId xmlns:a16="http://schemas.microsoft.com/office/drawing/2014/main" id="{32820B85-3C62-A3AD-CBBE-8C9C7C86A8EE}"/>
              </a:ext>
            </a:extLst>
          </p:cNvPr>
          <p:cNvSpPr txBox="1"/>
          <p:nvPr/>
        </p:nvSpPr>
        <p:spPr>
          <a:xfrm>
            <a:off x="3931921" y="3980069"/>
            <a:ext cx="6100354" cy="2308324"/>
          </a:xfrm>
          <a:prstGeom prst="rect">
            <a:avLst/>
          </a:prstGeom>
          <a:noFill/>
        </p:spPr>
        <p:txBody>
          <a:bodyPr wrap="square">
            <a:spAutoFit/>
          </a:bodyPr>
          <a:lstStyle/>
          <a:p>
            <a:r>
              <a:rPr lang="ja-JP" altLang="en-US"/>
              <a:t>【HSIE 出力】</a:t>
            </a:r>
          </a:p>
          <a:p>
            <a:r>
              <a:rPr lang="ja-JP" altLang="en-US"/>
              <a:t>HSI（攻撃構造強度）：78/100  </a:t>
            </a:r>
          </a:p>
          <a:p>
            <a:r>
              <a:rPr lang="ja-JP" altLang="en-US"/>
              <a:t>Legal Similarity（判例類似度）：0.82  </a:t>
            </a:r>
          </a:p>
          <a:p>
            <a:r>
              <a:rPr lang="ja-JP" altLang="en-US"/>
              <a:t>Evidence Score（証拠信頼度）：64/100  </a:t>
            </a:r>
          </a:p>
          <a:p>
            <a:r>
              <a:rPr lang="ja-JP" altLang="en-US"/>
              <a:t>─────────────────────────</a:t>
            </a:r>
          </a:p>
          <a:p>
            <a:r>
              <a:rPr lang="ja-JP" altLang="en-US"/>
              <a:t>総合法的リスク：Severe（重大なリスク）</a:t>
            </a:r>
          </a:p>
          <a:p>
            <a:r>
              <a:rPr lang="ja-JP" altLang="en-US"/>
              <a:t>近い判例：3件（パワハラ・人格否定系）</a:t>
            </a:r>
          </a:p>
          <a:p>
            <a:r>
              <a:rPr lang="ja-JP" altLang="en-US"/>
              <a:t>判例ID例：H27-労-112 / H23-労-58 / R2-労-14</a:t>
            </a:r>
          </a:p>
        </p:txBody>
      </p:sp>
    </p:spTree>
    <p:extLst>
      <p:ext uri="{BB962C8B-B14F-4D97-AF65-F5344CB8AC3E}">
        <p14:creationId xmlns:p14="http://schemas.microsoft.com/office/powerpoint/2010/main" val="2923867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角丸四角形 8">
            <a:extLst>
              <a:ext uri="{FF2B5EF4-FFF2-40B4-BE49-F238E27FC236}">
                <a16:creationId xmlns:a16="http://schemas.microsoft.com/office/drawing/2014/main" id="{01B2D9CA-491F-DCEC-D66F-CA60AEDC30E3}"/>
              </a:ext>
            </a:extLst>
          </p:cNvPr>
          <p:cNvSpPr/>
          <p:nvPr/>
        </p:nvSpPr>
        <p:spPr>
          <a:xfrm>
            <a:off x="76200" y="1551144"/>
            <a:ext cx="5886450" cy="2091215"/>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タイトル 1">
            <a:extLst>
              <a:ext uri="{FF2B5EF4-FFF2-40B4-BE49-F238E27FC236}">
                <a16:creationId xmlns:a16="http://schemas.microsoft.com/office/drawing/2014/main" id="{2EF3409F-1AE5-7CAA-9244-E2769ABF103D}"/>
              </a:ext>
            </a:extLst>
          </p:cNvPr>
          <p:cNvSpPr txBox="1">
            <a:spLocks/>
          </p:cNvSpPr>
          <p:nvPr/>
        </p:nvSpPr>
        <p:spPr>
          <a:xfrm>
            <a:off x="552450" y="22558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dirty="0"/>
              <a:t>2</a:t>
            </a:r>
            <a:r>
              <a:rPr kumimoji="1" lang="en-US" altLang="ja-JP" dirty="0"/>
              <a:t> </a:t>
            </a:r>
            <a:r>
              <a:rPr kumimoji="1" lang="ja-JP" altLang="en-US"/>
              <a:t>技術挑戦の核心</a:t>
            </a:r>
            <a:r>
              <a:rPr lang="ja-JP" altLang="en" b="1"/>
              <a:t>（</a:t>
            </a:r>
            <a:r>
              <a:rPr lang="en" altLang="ja-JP" b="1" dirty="0"/>
              <a:t>Core Challenge)</a:t>
            </a:r>
            <a:br>
              <a:rPr lang="en-US" altLang="ja-JP" b="1" dirty="0"/>
            </a:br>
            <a:r>
              <a:rPr lang="ja-JP" altLang="en-US"/>
              <a:t>技術挑戦詳細</a:t>
            </a:r>
            <a:endParaRPr lang="ja-JP" altLang="en-US" sz="2800"/>
          </a:p>
        </p:txBody>
      </p:sp>
      <p:graphicFrame>
        <p:nvGraphicFramePr>
          <p:cNvPr id="8" name="図表 7">
            <a:extLst>
              <a:ext uri="{FF2B5EF4-FFF2-40B4-BE49-F238E27FC236}">
                <a16:creationId xmlns:a16="http://schemas.microsoft.com/office/drawing/2014/main" id="{416F94A4-CB11-547A-F440-605DE79E30E0}"/>
              </a:ext>
            </a:extLst>
          </p:cNvPr>
          <p:cNvGraphicFramePr/>
          <p:nvPr>
            <p:extLst>
              <p:ext uri="{D42A27DB-BD31-4B8C-83A1-F6EECF244321}">
                <p14:modId xmlns:p14="http://schemas.microsoft.com/office/powerpoint/2010/main" val="1696830524"/>
              </p:ext>
            </p:extLst>
          </p:nvPr>
        </p:nvGraphicFramePr>
        <p:xfrm>
          <a:off x="209550" y="1551144"/>
          <a:ext cx="5600700" cy="20912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角丸四角形 12">
            <a:extLst>
              <a:ext uri="{FF2B5EF4-FFF2-40B4-BE49-F238E27FC236}">
                <a16:creationId xmlns:a16="http://schemas.microsoft.com/office/drawing/2014/main" id="{922C2990-DEE4-412E-35CB-5D0C81974579}"/>
              </a:ext>
            </a:extLst>
          </p:cNvPr>
          <p:cNvSpPr/>
          <p:nvPr/>
        </p:nvSpPr>
        <p:spPr>
          <a:xfrm>
            <a:off x="6096000" y="1551144"/>
            <a:ext cx="5886450" cy="2091215"/>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38" name="図表 37">
            <a:extLst>
              <a:ext uri="{FF2B5EF4-FFF2-40B4-BE49-F238E27FC236}">
                <a16:creationId xmlns:a16="http://schemas.microsoft.com/office/drawing/2014/main" id="{BEA50285-3CCC-FFCA-46E2-AB2E7E412BA0}"/>
              </a:ext>
            </a:extLst>
          </p:cNvPr>
          <p:cNvGraphicFramePr/>
          <p:nvPr>
            <p:extLst>
              <p:ext uri="{D42A27DB-BD31-4B8C-83A1-F6EECF244321}">
                <p14:modId xmlns:p14="http://schemas.microsoft.com/office/powerpoint/2010/main" val="2318941513"/>
              </p:ext>
            </p:extLst>
          </p:nvPr>
        </p:nvGraphicFramePr>
        <p:xfrm>
          <a:off x="6248400" y="1551143"/>
          <a:ext cx="5600700" cy="209121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9" name="角丸四角形 38">
            <a:extLst>
              <a:ext uri="{FF2B5EF4-FFF2-40B4-BE49-F238E27FC236}">
                <a16:creationId xmlns:a16="http://schemas.microsoft.com/office/drawing/2014/main" id="{692C73A0-D5E4-D353-15EC-BDF396EF8735}"/>
              </a:ext>
            </a:extLst>
          </p:cNvPr>
          <p:cNvSpPr/>
          <p:nvPr/>
        </p:nvSpPr>
        <p:spPr>
          <a:xfrm>
            <a:off x="6200416" y="3882426"/>
            <a:ext cx="5886450" cy="2091215"/>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42" name="図表 41">
            <a:extLst>
              <a:ext uri="{FF2B5EF4-FFF2-40B4-BE49-F238E27FC236}">
                <a16:creationId xmlns:a16="http://schemas.microsoft.com/office/drawing/2014/main" id="{02EFE754-C941-3055-3B04-A1220CCCF874}"/>
              </a:ext>
            </a:extLst>
          </p:cNvPr>
          <p:cNvGraphicFramePr/>
          <p:nvPr>
            <p:extLst>
              <p:ext uri="{D42A27DB-BD31-4B8C-83A1-F6EECF244321}">
                <p14:modId xmlns:p14="http://schemas.microsoft.com/office/powerpoint/2010/main" val="1282050923"/>
              </p:ext>
            </p:extLst>
          </p:nvPr>
        </p:nvGraphicFramePr>
        <p:xfrm>
          <a:off x="6343291" y="3882425"/>
          <a:ext cx="5600700" cy="2091215"/>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6" name="角丸四角形 5">
            <a:extLst>
              <a:ext uri="{FF2B5EF4-FFF2-40B4-BE49-F238E27FC236}">
                <a16:creationId xmlns:a16="http://schemas.microsoft.com/office/drawing/2014/main" id="{FFCBBC8A-59D3-D3E7-BFB3-727BEE9A1FE5}"/>
              </a:ext>
            </a:extLst>
          </p:cNvPr>
          <p:cNvSpPr/>
          <p:nvPr/>
        </p:nvSpPr>
        <p:spPr>
          <a:xfrm>
            <a:off x="180616" y="3882425"/>
            <a:ext cx="5886450" cy="2091215"/>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7" name="図表 6">
            <a:extLst>
              <a:ext uri="{FF2B5EF4-FFF2-40B4-BE49-F238E27FC236}">
                <a16:creationId xmlns:a16="http://schemas.microsoft.com/office/drawing/2014/main" id="{375F7583-DC23-D0C1-1840-094429C102CB}"/>
              </a:ext>
            </a:extLst>
          </p:cNvPr>
          <p:cNvGraphicFramePr/>
          <p:nvPr>
            <p:extLst>
              <p:ext uri="{D42A27DB-BD31-4B8C-83A1-F6EECF244321}">
                <p14:modId xmlns:p14="http://schemas.microsoft.com/office/powerpoint/2010/main" val="4151178135"/>
              </p:ext>
            </p:extLst>
          </p:nvPr>
        </p:nvGraphicFramePr>
        <p:xfrm>
          <a:off x="313966" y="3882425"/>
          <a:ext cx="5600700" cy="2091215"/>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Tree>
    <p:extLst>
      <p:ext uri="{BB962C8B-B14F-4D97-AF65-F5344CB8AC3E}">
        <p14:creationId xmlns:p14="http://schemas.microsoft.com/office/powerpoint/2010/main" val="351945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2EF3409F-1AE5-7CAA-9244-E2769ABF103D}"/>
              </a:ext>
            </a:extLst>
          </p:cNvPr>
          <p:cNvSpPr txBox="1">
            <a:spLocks/>
          </p:cNvSpPr>
          <p:nvPr/>
        </p:nvSpPr>
        <p:spPr>
          <a:xfrm>
            <a:off x="552450" y="22558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dirty="0"/>
              <a:t>2</a:t>
            </a:r>
            <a:r>
              <a:rPr kumimoji="1" lang="en-US" altLang="ja-JP" dirty="0"/>
              <a:t> </a:t>
            </a:r>
            <a:r>
              <a:rPr kumimoji="1" lang="ja-JP" altLang="en-US"/>
              <a:t>技術挑戦の核心</a:t>
            </a:r>
            <a:r>
              <a:rPr lang="ja-JP" altLang="en" b="1"/>
              <a:t>（</a:t>
            </a:r>
            <a:r>
              <a:rPr lang="en" altLang="ja-JP" b="1" dirty="0"/>
              <a:t>Core Challenge)</a:t>
            </a:r>
            <a:br>
              <a:rPr lang="en-US" altLang="ja-JP" b="1" dirty="0"/>
            </a:br>
            <a:r>
              <a:rPr lang="ja-JP" altLang="en-US"/>
              <a:t>技術挑戦詳細</a:t>
            </a:r>
            <a:r>
              <a:rPr lang="en-US" altLang="ja-JP" dirty="0"/>
              <a:t>(1.</a:t>
            </a:r>
            <a:r>
              <a:rPr lang="ja-JP" altLang="en-US"/>
              <a:t>音声攻撃性モデル</a:t>
            </a:r>
            <a:r>
              <a:rPr lang="en-US" altLang="ja-JP" dirty="0"/>
              <a:t>)</a:t>
            </a:r>
            <a:endParaRPr lang="ja-JP" altLang="en-US" sz="2800"/>
          </a:p>
        </p:txBody>
      </p:sp>
      <p:graphicFrame>
        <p:nvGraphicFramePr>
          <p:cNvPr id="11" name="図表 10">
            <a:extLst>
              <a:ext uri="{FF2B5EF4-FFF2-40B4-BE49-F238E27FC236}">
                <a16:creationId xmlns:a16="http://schemas.microsoft.com/office/drawing/2014/main" id="{06696FE9-28D3-093C-819C-D792B5FF1468}"/>
              </a:ext>
            </a:extLst>
          </p:cNvPr>
          <p:cNvGraphicFramePr/>
          <p:nvPr>
            <p:extLst>
              <p:ext uri="{D42A27DB-BD31-4B8C-83A1-F6EECF244321}">
                <p14:modId xmlns:p14="http://schemas.microsoft.com/office/powerpoint/2010/main" val="1999124701"/>
              </p:ext>
            </p:extLst>
          </p:nvPr>
        </p:nvGraphicFramePr>
        <p:xfrm>
          <a:off x="552450" y="1551143"/>
          <a:ext cx="10853487" cy="53068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17397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2EF3409F-1AE5-7CAA-9244-E2769ABF103D}"/>
              </a:ext>
            </a:extLst>
          </p:cNvPr>
          <p:cNvSpPr txBox="1">
            <a:spLocks/>
          </p:cNvSpPr>
          <p:nvPr/>
        </p:nvSpPr>
        <p:spPr>
          <a:xfrm>
            <a:off x="552450" y="22558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dirty="0"/>
              <a:t>2</a:t>
            </a:r>
            <a:r>
              <a:rPr kumimoji="1" lang="en-US" altLang="ja-JP" dirty="0"/>
              <a:t> </a:t>
            </a:r>
            <a:r>
              <a:rPr kumimoji="1" lang="ja-JP" altLang="en-US"/>
              <a:t>技術挑戦の核心</a:t>
            </a:r>
            <a:r>
              <a:rPr lang="ja-JP" altLang="en" b="1"/>
              <a:t>（</a:t>
            </a:r>
            <a:r>
              <a:rPr lang="en" altLang="ja-JP" b="1" dirty="0"/>
              <a:t>Core Challenge)</a:t>
            </a:r>
            <a:br>
              <a:rPr lang="en-US" altLang="ja-JP" b="1" dirty="0"/>
            </a:br>
            <a:r>
              <a:rPr lang="ja-JP" altLang="en-US"/>
              <a:t>技術挑戦詳細</a:t>
            </a:r>
            <a:r>
              <a:rPr lang="en-US" altLang="ja-JP" dirty="0"/>
              <a:t>(2.</a:t>
            </a:r>
            <a:r>
              <a:rPr lang="ja-JP" altLang="en-US"/>
              <a:t>会話支配構造モデル</a:t>
            </a:r>
            <a:r>
              <a:rPr lang="en-US" altLang="ja-JP" dirty="0"/>
              <a:t>)</a:t>
            </a:r>
            <a:endParaRPr lang="ja-JP" altLang="en-US" sz="2800"/>
          </a:p>
        </p:txBody>
      </p:sp>
      <p:graphicFrame>
        <p:nvGraphicFramePr>
          <p:cNvPr id="5" name="図表 4">
            <a:extLst>
              <a:ext uri="{FF2B5EF4-FFF2-40B4-BE49-F238E27FC236}">
                <a16:creationId xmlns:a16="http://schemas.microsoft.com/office/drawing/2014/main" id="{1A15E194-FF9A-F580-5919-4A4558CB48CD}"/>
              </a:ext>
            </a:extLst>
          </p:cNvPr>
          <p:cNvGraphicFramePr/>
          <p:nvPr>
            <p:extLst>
              <p:ext uri="{D42A27DB-BD31-4B8C-83A1-F6EECF244321}">
                <p14:modId xmlns:p14="http://schemas.microsoft.com/office/powerpoint/2010/main" val="463084873"/>
              </p:ext>
            </p:extLst>
          </p:nvPr>
        </p:nvGraphicFramePr>
        <p:xfrm>
          <a:off x="896470" y="1551143"/>
          <a:ext cx="9843247" cy="53068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49954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2EF3409F-1AE5-7CAA-9244-E2769ABF103D}"/>
              </a:ext>
            </a:extLst>
          </p:cNvPr>
          <p:cNvSpPr txBox="1">
            <a:spLocks/>
          </p:cNvSpPr>
          <p:nvPr/>
        </p:nvSpPr>
        <p:spPr>
          <a:xfrm>
            <a:off x="552450" y="22558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dirty="0"/>
              <a:t>2</a:t>
            </a:r>
            <a:r>
              <a:rPr kumimoji="1" lang="en-US" altLang="ja-JP" dirty="0"/>
              <a:t> </a:t>
            </a:r>
            <a:r>
              <a:rPr kumimoji="1" lang="ja-JP" altLang="en-US"/>
              <a:t>技術挑戦の核心</a:t>
            </a:r>
            <a:r>
              <a:rPr lang="ja-JP" altLang="en" b="1"/>
              <a:t>（</a:t>
            </a:r>
            <a:r>
              <a:rPr lang="en" altLang="ja-JP" b="1" dirty="0"/>
              <a:t>Core Challenge)</a:t>
            </a:r>
            <a:br>
              <a:rPr lang="en-US" altLang="ja-JP" b="1" dirty="0"/>
            </a:br>
            <a:r>
              <a:rPr lang="ja-JP" altLang="en-US"/>
              <a:t>技術挑戦詳細</a:t>
            </a:r>
            <a:r>
              <a:rPr lang="en-US" altLang="ja-JP" dirty="0"/>
              <a:t>(3.</a:t>
            </a:r>
            <a:r>
              <a:rPr lang="ja-JP" altLang="en-US"/>
              <a:t>言語攻撃性モデル</a:t>
            </a:r>
            <a:r>
              <a:rPr lang="en-US" altLang="ja-JP" dirty="0"/>
              <a:t>)</a:t>
            </a:r>
            <a:endParaRPr lang="ja-JP" altLang="en-US" sz="2800"/>
          </a:p>
        </p:txBody>
      </p:sp>
      <p:graphicFrame>
        <p:nvGraphicFramePr>
          <p:cNvPr id="6" name="図表 5">
            <a:extLst>
              <a:ext uri="{FF2B5EF4-FFF2-40B4-BE49-F238E27FC236}">
                <a16:creationId xmlns:a16="http://schemas.microsoft.com/office/drawing/2014/main" id="{8276D652-1F25-6DE2-7803-E1B425562E98}"/>
              </a:ext>
            </a:extLst>
          </p:cNvPr>
          <p:cNvGraphicFramePr/>
          <p:nvPr>
            <p:extLst>
              <p:ext uri="{D42A27DB-BD31-4B8C-83A1-F6EECF244321}">
                <p14:modId xmlns:p14="http://schemas.microsoft.com/office/powerpoint/2010/main" val="1087788415"/>
              </p:ext>
            </p:extLst>
          </p:nvPr>
        </p:nvGraphicFramePr>
        <p:xfrm>
          <a:off x="1123949" y="1551143"/>
          <a:ext cx="10110107" cy="5081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47692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2EF3409F-1AE5-7CAA-9244-E2769ABF103D}"/>
              </a:ext>
            </a:extLst>
          </p:cNvPr>
          <p:cNvSpPr txBox="1">
            <a:spLocks/>
          </p:cNvSpPr>
          <p:nvPr/>
        </p:nvSpPr>
        <p:spPr>
          <a:xfrm>
            <a:off x="247650" y="0"/>
            <a:ext cx="13493750" cy="197575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dirty="0"/>
              <a:t>2</a:t>
            </a:r>
            <a:r>
              <a:rPr kumimoji="1" lang="en-US" altLang="ja-JP" dirty="0"/>
              <a:t> </a:t>
            </a:r>
            <a:r>
              <a:rPr kumimoji="1" lang="ja-JP" altLang="en-US"/>
              <a:t>技術挑戦の核心</a:t>
            </a:r>
            <a:r>
              <a:rPr lang="ja-JP" altLang="en" b="1"/>
              <a:t>（</a:t>
            </a:r>
            <a:r>
              <a:rPr lang="en" altLang="ja-JP" b="1" dirty="0"/>
              <a:t>Core Challenge)</a:t>
            </a:r>
            <a:br>
              <a:rPr lang="en-US" altLang="ja-JP" b="1" dirty="0"/>
            </a:br>
            <a:r>
              <a:rPr lang="ja-JP" altLang="en-US"/>
              <a:t>技術挑戦詳細</a:t>
            </a:r>
            <a:r>
              <a:rPr lang="en-US" altLang="ja-JP" dirty="0"/>
              <a:t>(4.</a:t>
            </a:r>
            <a:r>
              <a:rPr lang="en" altLang="ja-JP" dirty="0"/>
              <a:t> NLP × </a:t>
            </a:r>
            <a:r>
              <a:rPr lang="ja-JP" altLang="en-US"/>
              <a:t>法律推論</a:t>
            </a:r>
            <a:r>
              <a:rPr lang="en-US" altLang="ja-JP" dirty="0"/>
              <a:t> </a:t>
            </a:r>
            <a:r>
              <a:rPr lang="ja-JP" altLang="en"/>
              <a:t>→ </a:t>
            </a:r>
            <a:r>
              <a:rPr lang="en" altLang="ja-JP" dirty="0"/>
              <a:t>HSIE </a:t>
            </a:r>
            <a:r>
              <a:rPr lang="ja-JP" altLang="en-US"/>
              <a:t>生成</a:t>
            </a:r>
            <a:r>
              <a:rPr lang="en-US" altLang="ja-JP" dirty="0"/>
              <a:t>)</a:t>
            </a:r>
            <a:endParaRPr lang="ja-JP" altLang="en-US" sz="2800"/>
          </a:p>
        </p:txBody>
      </p:sp>
      <p:graphicFrame>
        <p:nvGraphicFramePr>
          <p:cNvPr id="5" name="図表 4">
            <a:extLst>
              <a:ext uri="{FF2B5EF4-FFF2-40B4-BE49-F238E27FC236}">
                <a16:creationId xmlns:a16="http://schemas.microsoft.com/office/drawing/2014/main" id="{35A217A0-B8FF-9D83-36F9-5CAC1E369396}"/>
              </a:ext>
            </a:extLst>
          </p:cNvPr>
          <p:cNvGraphicFramePr/>
          <p:nvPr>
            <p:extLst>
              <p:ext uri="{D42A27DB-BD31-4B8C-83A1-F6EECF244321}">
                <p14:modId xmlns:p14="http://schemas.microsoft.com/office/powerpoint/2010/main" val="1867900478"/>
              </p:ext>
            </p:extLst>
          </p:nvPr>
        </p:nvGraphicFramePr>
        <p:xfrm>
          <a:off x="719528" y="1600200"/>
          <a:ext cx="10807908" cy="51153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7774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角丸四角形 4">
            <a:extLst>
              <a:ext uri="{FF2B5EF4-FFF2-40B4-BE49-F238E27FC236}">
                <a16:creationId xmlns:a16="http://schemas.microsoft.com/office/drawing/2014/main" id="{38011C3F-E59A-D6C6-45B1-55D0F1DAC359}"/>
              </a:ext>
            </a:extLst>
          </p:cNvPr>
          <p:cNvSpPr/>
          <p:nvPr/>
        </p:nvSpPr>
        <p:spPr>
          <a:xfrm>
            <a:off x="1549400" y="1690688"/>
            <a:ext cx="8051800" cy="4541172"/>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E1026E33-CFEA-45D9-D698-A63D89836119}"/>
              </a:ext>
            </a:extLst>
          </p:cNvPr>
          <p:cNvSpPr>
            <a:spLocks noGrp="1"/>
          </p:cNvSpPr>
          <p:nvPr>
            <p:ph type="title"/>
          </p:nvPr>
        </p:nvSpPr>
        <p:spPr/>
        <p:txBody>
          <a:bodyPr/>
          <a:lstStyle/>
          <a:p>
            <a:r>
              <a:rPr lang="en-US" altLang="ja-JP" dirty="0"/>
              <a:t>2</a:t>
            </a:r>
            <a:r>
              <a:rPr kumimoji="1" lang="en-US" altLang="ja-JP" dirty="0"/>
              <a:t> </a:t>
            </a:r>
            <a:r>
              <a:rPr kumimoji="1" lang="ja-JP" altLang="en-US"/>
              <a:t>技術挑戦の核心</a:t>
            </a:r>
            <a:r>
              <a:rPr lang="ja-JP" altLang="en" b="1"/>
              <a:t>（</a:t>
            </a:r>
            <a:r>
              <a:rPr lang="en" altLang="ja-JP" b="1" dirty="0"/>
              <a:t>Core Challenge</a:t>
            </a:r>
            <a:r>
              <a:rPr lang="ja-JP" altLang="en" b="1"/>
              <a:t>）</a:t>
            </a:r>
            <a:br>
              <a:rPr lang="en-US" altLang="ja-JP" b="1" dirty="0"/>
            </a:br>
            <a:r>
              <a:rPr lang="ja-JP" altLang="en-US" sz="3200"/>
              <a:t>先行研究との比較</a:t>
            </a:r>
            <a:r>
              <a:rPr lang="en-US" altLang="ja-JP" sz="3200" dirty="0"/>
              <a:t>(</a:t>
            </a:r>
            <a:r>
              <a:rPr lang="ja-JP" altLang="en-US" sz="3200"/>
              <a:t>簡単に</a:t>
            </a:r>
            <a:r>
              <a:rPr lang="en-US" altLang="ja-JP" sz="3200" dirty="0"/>
              <a:t>)</a:t>
            </a:r>
            <a:endParaRPr kumimoji="1" lang="ja-JP" altLang="en-US" sz="3200"/>
          </a:p>
        </p:txBody>
      </p:sp>
      <p:graphicFrame>
        <p:nvGraphicFramePr>
          <p:cNvPr id="4" name="図表 3">
            <a:extLst>
              <a:ext uri="{FF2B5EF4-FFF2-40B4-BE49-F238E27FC236}">
                <a16:creationId xmlns:a16="http://schemas.microsoft.com/office/drawing/2014/main" id="{FA0E61E9-0E83-9E15-AFAD-19FB302C889E}"/>
              </a:ext>
            </a:extLst>
          </p:cNvPr>
          <p:cNvGraphicFramePr/>
          <p:nvPr>
            <p:extLst>
              <p:ext uri="{D42A27DB-BD31-4B8C-83A1-F6EECF244321}">
                <p14:modId xmlns:p14="http://schemas.microsoft.com/office/powerpoint/2010/main" val="589700464"/>
              </p:ext>
            </p:extLst>
          </p:nvPr>
        </p:nvGraphicFramePr>
        <p:xfrm>
          <a:off x="1930400" y="1704976"/>
          <a:ext cx="7484390" cy="45268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17902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84B014B1-FA0A-3CDD-DEE8-7C2522EA9183}"/>
              </a:ext>
            </a:extLst>
          </p:cNvPr>
          <p:cNvSpPr/>
          <p:nvPr/>
        </p:nvSpPr>
        <p:spPr>
          <a:xfrm>
            <a:off x="1142999" y="1690688"/>
            <a:ext cx="9454244" cy="3534456"/>
          </a:xfrm>
          <a:prstGeom prst="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E1026E33-CFEA-45D9-D698-A63D89836119}"/>
              </a:ext>
            </a:extLst>
          </p:cNvPr>
          <p:cNvSpPr>
            <a:spLocks noGrp="1"/>
          </p:cNvSpPr>
          <p:nvPr>
            <p:ph type="title"/>
          </p:nvPr>
        </p:nvSpPr>
        <p:spPr/>
        <p:txBody>
          <a:bodyPr/>
          <a:lstStyle/>
          <a:p>
            <a:r>
              <a:rPr lang="en-US" altLang="ja-JP" dirty="0"/>
              <a:t>2</a:t>
            </a:r>
            <a:r>
              <a:rPr kumimoji="1" lang="en-US" altLang="ja-JP" dirty="0"/>
              <a:t> </a:t>
            </a:r>
            <a:r>
              <a:rPr kumimoji="1" lang="ja-JP" altLang="en-US"/>
              <a:t>技術挑戦の核心</a:t>
            </a:r>
            <a:r>
              <a:rPr lang="ja-JP" altLang="en" b="1"/>
              <a:t>（</a:t>
            </a:r>
            <a:r>
              <a:rPr lang="en" altLang="ja-JP" b="1" dirty="0"/>
              <a:t>Core Challenge</a:t>
            </a:r>
            <a:r>
              <a:rPr lang="ja-JP" altLang="en" b="1"/>
              <a:t>）</a:t>
            </a:r>
            <a:br>
              <a:rPr lang="en-US" altLang="ja-JP" b="1" dirty="0"/>
            </a:br>
            <a:r>
              <a:rPr lang="ja-JP" altLang="en-US" sz="3200"/>
              <a:t>先行研究との比較</a:t>
            </a:r>
            <a:r>
              <a:rPr lang="en-US" altLang="ja-JP" sz="3200" dirty="0"/>
              <a:t>(</a:t>
            </a:r>
            <a:r>
              <a:rPr lang="ja-JP" altLang="en-US" sz="3200"/>
              <a:t>詳細に</a:t>
            </a:r>
            <a:r>
              <a:rPr lang="en-US" altLang="ja-JP" sz="3200" dirty="0"/>
              <a:t>)</a:t>
            </a:r>
            <a:endParaRPr kumimoji="1" lang="ja-JP" altLang="en-US" sz="3200"/>
          </a:p>
        </p:txBody>
      </p:sp>
      <p:graphicFrame>
        <p:nvGraphicFramePr>
          <p:cNvPr id="3" name="表 2">
            <a:extLst>
              <a:ext uri="{FF2B5EF4-FFF2-40B4-BE49-F238E27FC236}">
                <a16:creationId xmlns:a16="http://schemas.microsoft.com/office/drawing/2014/main" id="{09C79DC0-B581-DB10-672C-67527122A2D9}"/>
              </a:ext>
            </a:extLst>
          </p:cNvPr>
          <p:cNvGraphicFramePr>
            <a:graphicFrameLocks noGrp="1"/>
          </p:cNvGraphicFramePr>
          <p:nvPr>
            <p:extLst>
              <p:ext uri="{D42A27DB-BD31-4B8C-83A1-F6EECF244321}">
                <p14:modId xmlns:p14="http://schemas.microsoft.com/office/powerpoint/2010/main" val="943572940"/>
              </p:ext>
            </p:extLst>
          </p:nvPr>
        </p:nvGraphicFramePr>
        <p:xfrm>
          <a:off x="1142999" y="1690690"/>
          <a:ext cx="9454244" cy="3534454"/>
        </p:xfrm>
        <a:graphic>
          <a:graphicData uri="http://schemas.openxmlformats.org/drawingml/2006/table">
            <a:tbl>
              <a:tblPr/>
              <a:tblGrid>
                <a:gridCol w="2363561">
                  <a:extLst>
                    <a:ext uri="{9D8B030D-6E8A-4147-A177-3AD203B41FA5}">
                      <a16:colId xmlns:a16="http://schemas.microsoft.com/office/drawing/2014/main" val="4251382288"/>
                    </a:ext>
                  </a:extLst>
                </a:gridCol>
                <a:gridCol w="2363561">
                  <a:extLst>
                    <a:ext uri="{9D8B030D-6E8A-4147-A177-3AD203B41FA5}">
                      <a16:colId xmlns:a16="http://schemas.microsoft.com/office/drawing/2014/main" val="3016284688"/>
                    </a:ext>
                  </a:extLst>
                </a:gridCol>
                <a:gridCol w="2363561">
                  <a:extLst>
                    <a:ext uri="{9D8B030D-6E8A-4147-A177-3AD203B41FA5}">
                      <a16:colId xmlns:a16="http://schemas.microsoft.com/office/drawing/2014/main" val="1797737912"/>
                    </a:ext>
                  </a:extLst>
                </a:gridCol>
                <a:gridCol w="2363561">
                  <a:extLst>
                    <a:ext uri="{9D8B030D-6E8A-4147-A177-3AD203B41FA5}">
                      <a16:colId xmlns:a16="http://schemas.microsoft.com/office/drawing/2014/main" val="1261850352"/>
                    </a:ext>
                  </a:extLst>
                </a:gridCol>
              </a:tblGrid>
              <a:tr h="266034">
                <a:tc>
                  <a:txBody>
                    <a:bodyPr/>
                    <a:lstStyle/>
                    <a:p>
                      <a:r>
                        <a:rPr lang="ja-JP" altLang="en-US" sz="900"/>
                        <a:t>技術領域</a:t>
                      </a:r>
                    </a:p>
                  </a:txBody>
                  <a:tcPr marL="46789" marR="46789" marT="23394" marB="23394" anchor="ctr">
                    <a:lnL>
                      <a:noFill/>
                    </a:lnL>
                    <a:lnR>
                      <a:noFill/>
                    </a:lnR>
                    <a:lnT>
                      <a:noFill/>
                    </a:lnT>
                    <a:lnB>
                      <a:noFill/>
                    </a:lnB>
                  </a:tcPr>
                </a:tc>
                <a:tc>
                  <a:txBody>
                    <a:bodyPr/>
                    <a:lstStyle/>
                    <a:p>
                      <a:r>
                        <a:rPr lang="ja-JP" altLang="en-US" sz="900"/>
                        <a:t>既存研究（過去の到達点）</a:t>
                      </a:r>
                    </a:p>
                  </a:txBody>
                  <a:tcPr marL="46789" marR="46789" marT="23394" marB="23394" anchor="ctr">
                    <a:lnL>
                      <a:noFill/>
                    </a:lnL>
                    <a:lnR>
                      <a:noFill/>
                    </a:lnR>
                    <a:lnT>
                      <a:noFill/>
                    </a:lnT>
                    <a:lnB>
                      <a:noFill/>
                    </a:lnB>
                  </a:tcPr>
                </a:tc>
                <a:tc>
                  <a:txBody>
                    <a:bodyPr/>
                    <a:lstStyle/>
                    <a:p>
                      <a:r>
                        <a:rPr lang="ja-JP" altLang="en-US" sz="900"/>
                        <a:t>自身の研究（本提案）</a:t>
                      </a:r>
                    </a:p>
                  </a:txBody>
                  <a:tcPr marL="46789" marR="46789" marT="23394" marB="23394" anchor="ctr">
                    <a:lnL>
                      <a:noFill/>
                    </a:lnL>
                    <a:lnR>
                      <a:noFill/>
                    </a:lnR>
                    <a:lnT>
                      <a:noFill/>
                    </a:lnT>
                    <a:lnB>
                      <a:noFill/>
                    </a:lnB>
                  </a:tcPr>
                </a:tc>
                <a:tc>
                  <a:txBody>
                    <a:bodyPr/>
                    <a:lstStyle/>
                    <a:p>
                      <a:r>
                        <a:rPr lang="ja-JP" altLang="en-US" sz="900"/>
                        <a:t>差分（世界初ポイント）</a:t>
                      </a:r>
                    </a:p>
                  </a:txBody>
                  <a:tcPr marL="46789" marR="46789" marT="23394" marB="23394" anchor="ctr">
                    <a:lnL>
                      <a:noFill/>
                    </a:lnL>
                    <a:lnR>
                      <a:noFill/>
                    </a:lnR>
                    <a:lnT>
                      <a:noFill/>
                    </a:lnT>
                    <a:lnB>
                      <a:noFill/>
                    </a:lnB>
                  </a:tcPr>
                </a:tc>
                <a:extLst>
                  <a:ext uri="{0D108BD9-81ED-4DB2-BD59-A6C34878D82A}">
                    <a16:rowId xmlns:a16="http://schemas.microsoft.com/office/drawing/2014/main" val="896012724"/>
                  </a:ext>
                </a:extLst>
              </a:tr>
              <a:tr h="722093">
                <a:tc>
                  <a:txBody>
                    <a:bodyPr/>
                    <a:lstStyle/>
                    <a:p>
                      <a:r>
                        <a:rPr lang="ja-JP" altLang="en-US" sz="900" b="1"/>
                        <a:t>①音声攻撃性（</a:t>
                      </a:r>
                      <a:r>
                        <a:rPr lang="en" sz="900" b="1" dirty="0"/>
                        <a:t>Acoustic Aggression）</a:t>
                      </a:r>
                      <a:endParaRPr lang="en" sz="900" dirty="0"/>
                    </a:p>
                  </a:txBody>
                  <a:tcPr marL="46789" marR="46789" marT="23394" marB="23394" anchor="ctr">
                    <a:lnL>
                      <a:noFill/>
                    </a:lnL>
                    <a:lnR>
                      <a:noFill/>
                    </a:lnR>
                    <a:lnT>
                      <a:noFill/>
                    </a:lnT>
                    <a:lnB>
                      <a:noFill/>
                    </a:lnB>
                  </a:tcPr>
                </a:tc>
                <a:tc>
                  <a:txBody>
                    <a:bodyPr/>
                    <a:lstStyle/>
                    <a:p>
                      <a:r>
                        <a:rPr lang="ja-JP" altLang="en-US" sz="900"/>
                        <a:t>・怒り</a:t>
                      </a:r>
                      <a:r>
                        <a:rPr lang="en-US" altLang="ja-JP" sz="900"/>
                        <a:t>/</a:t>
                      </a:r>
                      <a:r>
                        <a:rPr lang="ja-JP" altLang="en-US" sz="900"/>
                        <a:t>感情分類（</a:t>
                      </a:r>
                      <a:r>
                        <a:rPr lang="en" sz="900"/>
                        <a:t>Anger Detection）・Emotion </a:t>
                      </a:r>
                      <a:r>
                        <a:rPr lang="ja-JP" altLang="en-US" sz="900"/>
                        <a:t>認識（</a:t>
                      </a:r>
                      <a:r>
                        <a:rPr lang="en" sz="900"/>
                        <a:t>happy/sad/angry）・</a:t>
                      </a:r>
                      <a:r>
                        <a:rPr lang="ja-JP" altLang="en-US" sz="900"/>
                        <a:t>暴言検出は「言語」側に依存</a:t>
                      </a:r>
                    </a:p>
                  </a:txBody>
                  <a:tcPr marL="46789" marR="46789" marT="23394" marB="23394" anchor="ctr">
                    <a:lnL>
                      <a:noFill/>
                    </a:lnL>
                    <a:lnR>
                      <a:noFill/>
                    </a:lnR>
                    <a:lnT>
                      <a:noFill/>
                    </a:lnT>
                    <a:lnB>
                      <a:noFill/>
                    </a:lnB>
                  </a:tcPr>
                </a:tc>
                <a:tc>
                  <a:txBody>
                    <a:bodyPr/>
                    <a:lstStyle/>
                    <a:p>
                      <a:r>
                        <a:rPr lang="ja-JP" altLang="en-US" sz="900"/>
                        <a:t>・怒鳴り・威圧・抑揚変化・音圧変動など </a:t>
                      </a:r>
                      <a:r>
                        <a:rPr lang="ja-JP" altLang="en-US" sz="900" b="1"/>
                        <a:t>攻撃性を音響だけで多次元スコア化</a:t>
                      </a:r>
                      <a:r>
                        <a:rPr lang="en-US" altLang="ja-JP" sz="900" b="1"/>
                        <a:t>(</a:t>
                      </a:r>
                      <a:r>
                        <a:rPr lang="en" sz="900" b="1"/>
                        <a:t>A-score)</a:t>
                      </a:r>
                      <a:r>
                        <a:rPr lang="en" sz="900"/>
                        <a:t>・</a:t>
                      </a:r>
                      <a:r>
                        <a:rPr lang="ja-JP" altLang="en-US" sz="900"/>
                        <a:t>短時間攻撃ピークの推定</a:t>
                      </a:r>
                    </a:p>
                  </a:txBody>
                  <a:tcPr marL="46789" marR="46789" marT="23394" marB="23394" anchor="ctr">
                    <a:lnL>
                      <a:noFill/>
                    </a:lnL>
                    <a:lnR>
                      <a:noFill/>
                    </a:lnR>
                    <a:lnT>
                      <a:noFill/>
                    </a:lnT>
                    <a:lnB>
                      <a:noFill/>
                    </a:lnB>
                  </a:tcPr>
                </a:tc>
                <a:tc>
                  <a:txBody>
                    <a:bodyPr/>
                    <a:lstStyle/>
                    <a:p>
                      <a:r>
                        <a:rPr lang="ja-JP" altLang="en-US" sz="900" b="1"/>
                        <a:t>「怒り」ではなく“攻撃性そのもの”を音声特徴で推定する研究は存在しない</a:t>
                      </a:r>
                      <a:endParaRPr lang="ja-JP" altLang="en-US" sz="900"/>
                    </a:p>
                  </a:txBody>
                  <a:tcPr marL="46789" marR="46789" marT="23394" marB="23394" anchor="ctr">
                    <a:lnL>
                      <a:noFill/>
                    </a:lnL>
                    <a:lnR>
                      <a:noFill/>
                    </a:lnR>
                    <a:lnT>
                      <a:noFill/>
                    </a:lnT>
                    <a:lnB>
                      <a:noFill/>
                    </a:lnB>
                  </a:tcPr>
                </a:tc>
                <a:extLst>
                  <a:ext uri="{0D108BD9-81ED-4DB2-BD59-A6C34878D82A}">
                    <a16:rowId xmlns:a16="http://schemas.microsoft.com/office/drawing/2014/main" val="1234335686"/>
                  </a:ext>
                </a:extLst>
              </a:tr>
              <a:tr h="608078">
                <a:tc>
                  <a:txBody>
                    <a:bodyPr/>
                    <a:lstStyle/>
                    <a:p>
                      <a:r>
                        <a:rPr lang="ja-JP" altLang="en-US" sz="900" b="1"/>
                        <a:t>②会話支配構造（</a:t>
                      </a:r>
                      <a:r>
                        <a:rPr lang="en" sz="900" b="1"/>
                        <a:t>Dominance Structure）</a:t>
                      </a:r>
                      <a:endParaRPr lang="en" sz="900"/>
                    </a:p>
                  </a:txBody>
                  <a:tcPr marL="46789" marR="46789" marT="23394" marB="23394" anchor="ctr">
                    <a:lnL>
                      <a:noFill/>
                    </a:lnL>
                    <a:lnR>
                      <a:noFill/>
                    </a:lnR>
                    <a:lnT>
                      <a:noFill/>
                    </a:lnT>
                    <a:lnB>
                      <a:noFill/>
                    </a:lnB>
                  </a:tcPr>
                </a:tc>
                <a:tc>
                  <a:txBody>
                    <a:bodyPr/>
                    <a:lstStyle/>
                    <a:p>
                      <a:r>
                        <a:rPr lang="en" sz="900"/>
                        <a:t>・Conversation Analysis（</a:t>
                      </a:r>
                      <a:r>
                        <a:rPr lang="ja-JP" altLang="en-US" sz="900"/>
                        <a:t>学術）・話者交替の研究・割り込み・ターンテイクの観察（定性的）</a:t>
                      </a:r>
                    </a:p>
                  </a:txBody>
                  <a:tcPr marL="46789" marR="46789" marT="23394" marB="23394" anchor="ctr">
                    <a:lnL>
                      <a:noFill/>
                    </a:lnL>
                    <a:lnR>
                      <a:noFill/>
                    </a:lnR>
                    <a:lnT>
                      <a:noFill/>
                    </a:lnT>
                    <a:lnB>
                      <a:noFill/>
                    </a:lnB>
                  </a:tcPr>
                </a:tc>
                <a:tc>
                  <a:txBody>
                    <a:bodyPr/>
                    <a:lstStyle/>
                    <a:p>
                      <a:r>
                        <a:rPr lang="ja-JP" altLang="en-US" sz="900"/>
                        <a:t>・発話占有率・遮断・割り込み連鎖を定量化・対話中の“力の非対称性”を </a:t>
                      </a:r>
                      <a:r>
                        <a:rPr lang="ja-JP" altLang="en-US" sz="900" b="1"/>
                        <a:t>支配指数</a:t>
                      </a:r>
                      <a:r>
                        <a:rPr lang="en-US" altLang="ja-JP" sz="900" b="1"/>
                        <a:t>(</a:t>
                      </a:r>
                      <a:r>
                        <a:rPr lang="en" sz="900" b="1"/>
                        <a:t>D-index)</a:t>
                      </a:r>
                      <a:r>
                        <a:rPr lang="en" sz="900"/>
                        <a:t> </a:t>
                      </a:r>
                      <a:r>
                        <a:rPr lang="ja-JP" altLang="en-US" sz="900"/>
                        <a:t>として算出</a:t>
                      </a:r>
                    </a:p>
                  </a:txBody>
                  <a:tcPr marL="46789" marR="46789" marT="23394" marB="23394" anchor="ctr">
                    <a:lnL>
                      <a:noFill/>
                    </a:lnL>
                    <a:lnR>
                      <a:noFill/>
                    </a:lnR>
                    <a:lnT>
                      <a:noFill/>
                    </a:lnT>
                    <a:lnB>
                      <a:noFill/>
                    </a:lnB>
                  </a:tcPr>
                </a:tc>
                <a:tc>
                  <a:txBody>
                    <a:bodyPr/>
                    <a:lstStyle/>
                    <a:p>
                      <a:r>
                        <a:rPr lang="ja-JP" altLang="en-US" sz="900" b="1"/>
                        <a:t>支配構造そのものをリアルタイムで数値化した研究は存在しない</a:t>
                      </a:r>
                      <a:endParaRPr lang="ja-JP" altLang="en-US" sz="900"/>
                    </a:p>
                  </a:txBody>
                  <a:tcPr marL="46789" marR="46789" marT="23394" marB="23394" anchor="ctr">
                    <a:lnL>
                      <a:noFill/>
                    </a:lnL>
                    <a:lnR>
                      <a:noFill/>
                    </a:lnR>
                    <a:lnT>
                      <a:noFill/>
                    </a:lnT>
                    <a:lnB>
                      <a:noFill/>
                    </a:lnB>
                  </a:tcPr>
                </a:tc>
                <a:extLst>
                  <a:ext uri="{0D108BD9-81ED-4DB2-BD59-A6C34878D82A}">
                    <a16:rowId xmlns:a16="http://schemas.microsoft.com/office/drawing/2014/main" val="76377172"/>
                  </a:ext>
                </a:extLst>
              </a:tr>
              <a:tr h="608078">
                <a:tc>
                  <a:txBody>
                    <a:bodyPr/>
                    <a:lstStyle/>
                    <a:p>
                      <a:r>
                        <a:rPr lang="ja-JP" altLang="en-US" sz="900" b="1"/>
                        <a:t>③言語攻撃性（</a:t>
                      </a:r>
                      <a:r>
                        <a:rPr lang="en" sz="900" b="1" dirty="0"/>
                        <a:t>Linguistic Aggression）</a:t>
                      </a:r>
                      <a:endParaRPr lang="en" sz="900" dirty="0"/>
                    </a:p>
                  </a:txBody>
                  <a:tcPr marL="46789" marR="46789" marT="23394" marB="23394" anchor="ctr">
                    <a:lnL>
                      <a:noFill/>
                    </a:lnL>
                    <a:lnR>
                      <a:noFill/>
                    </a:lnR>
                    <a:lnT>
                      <a:noFill/>
                    </a:lnT>
                    <a:lnB>
                      <a:noFill/>
                    </a:lnB>
                  </a:tcPr>
                </a:tc>
                <a:tc>
                  <a:txBody>
                    <a:bodyPr/>
                    <a:lstStyle/>
                    <a:p>
                      <a:r>
                        <a:rPr lang="ja-JP" altLang="en-US" sz="900"/>
                        <a:t>・暴言辞書ベースの </a:t>
                      </a:r>
                      <a:r>
                        <a:rPr lang="en" sz="900" dirty="0"/>
                        <a:t>toxicity・</a:t>
                      </a:r>
                      <a:r>
                        <a:rPr lang="ja-JP" altLang="en-US" sz="900"/>
                        <a:t>悪口分類・侮辱カテゴリ判定・英語中心で日本語弱い</a:t>
                      </a:r>
                    </a:p>
                  </a:txBody>
                  <a:tcPr marL="46789" marR="46789" marT="23394" marB="23394" anchor="ctr">
                    <a:lnL>
                      <a:noFill/>
                    </a:lnL>
                    <a:lnR>
                      <a:noFill/>
                    </a:lnR>
                    <a:lnT>
                      <a:noFill/>
                    </a:lnT>
                    <a:lnB>
                      <a:noFill/>
                    </a:lnB>
                  </a:tcPr>
                </a:tc>
                <a:tc>
                  <a:txBody>
                    <a:bodyPr/>
                    <a:lstStyle/>
                    <a:p>
                      <a:r>
                        <a:rPr lang="ja-JP" altLang="en-US" sz="900"/>
                        <a:t>・人格否定・脅迫・業務権限の濫用・隠れ命令など</a:t>
                      </a:r>
                      <a:r>
                        <a:rPr lang="ja-JP" altLang="en-US" sz="900" b="1"/>
                        <a:t>日本語特有の攻撃構造を時系列でスコア化</a:t>
                      </a:r>
                      <a:r>
                        <a:rPr lang="en-US" altLang="ja-JP" sz="900" b="1"/>
                        <a:t>(</a:t>
                      </a:r>
                      <a:r>
                        <a:rPr lang="en" sz="900" b="1"/>
                        <a:t>L-score)</a:t>
                      </a:r>
                      <a:endParaRPr lang="en" sz="900"/>
                    </a:p>
                  </a:txBody>
                  <a:tcPr marL="46789" marR="46789" marT="23394" marB="23394" anchor="ctr">
                    <a:lnL>
                      <a:noFill/>
                    </a:lnL>
                    <a:lnR>
                      <a:noFill/>
                    </a:lnR>
                    <a:lnT>
                      <a:noFill/>
                    </a:lnT>
                    <a:lnB>
                      <a:noFill/>
                    </a:lnB>
                  </a:tcPr>
                </a:tc>
                <a:tc>
                  <a:txBody>
                    <a:bodyPr/>
                    <a:lstStyle/>
                    <a:p>
                      <a:r>
                        <a:rPr lang="ja-JP" altLang="en-US" sz="900" b="1"/>
                        <a:t>単語ではなく“文脈構造＋ターゲティング”で攻撃性を推論するモデルは未研究</a:t>
                      </a:r>
                      <a:endParaRPr lang="ja-JP" altLang="en-US" sz="900"/>
                    </a:p>
                  </a:txBody>
                  <a:tcPr marL="46789" marR="46789" marT="23394" marB="23394" anchor="ctr">
                    <a:lnL>
                      <a:noFill/>
                    </a:lnL>
                    <a:lnR>
                      <a:noFill/>
                    </a:lnR>
                    <a:lnT>
                      <a:noFill/>
                    </a:lnT>
                    <a:lnB>
                      <a:noFill/>
                    </a:lnB>
                  </a:tcPr>
                </a:tc>
                <a:extLst>
                  <a:ext uri="{0D108BD9-81ED-4DB2-BD59-A6C34878D82A}">
                    <a16:rowId xmlns:a16="http://schemas.microsoft.com/office/drawing/2014/main" val="1598870572"/>
                  </a:ext>
                </a:extLst>
              </a:tr>
              <a:tr h="722093">
                <a:tc>
                  <a:txBody>
                    <a:bodyPr/>
                    <a:lstStyle/>
                    <a:p>
                      <a:r>
                        <a:rPr lang="ja-JP" altLang="en-US" sz="900" b="1"/>
                        <a:t>④法律</a:t>
                      </a:r>
                      <a:r>
                        <a:rPr lang="en" sz="900" b="1"/>
                        <a:t>NLP（Law × NLP）</a:t>
                      </a:r>
                      <a:endParaRPr lang="en" sz="900"/>
                    </a:p>
                  </a:txBody>
                  <a:tcPr marL="46789" marR="46789" marT="23394" marB="23394" anchor="ctr">
                    <a:lnL>
                      <a:noFill/>
                    </a:lnL>
                    <a:lnR>
                      <a:noFill/>
                    </a:lnR>
                    <a:lnT>
                      <a:noFill/>
                    </a:lnT>
                    <a:lnB>
                      <a:noFill/>
                    </a:lnB>
                  </a:tcPr>
                </a:tc>
                <a:tc>
                  <a:txBody>
                    <a:bodyPr/>
                    <a:lstStyle/>
                    <a:p>
                      <a:r>
                        <a:rPr lang="ja-JP" altLang="en-US" sz="900"/>
                        <a:t>・判例検索（キーワード</a:t>
                      </a:r>
                      <a:r>
                        <a:rPr lang="en-US" altLang="ja-JP" sz="900"/>
                        <a:t>/</a:t>
                      </a:r>
                      <a:r>
                        <a:rPr lang="en" sz="900"/>
                        <a:t>embedding）・</a:t>
                      </a:r>
                      <a:r>
                        <a:rPr lang="ja-JP" altLang="en-US" sz="900"/>
                        <a:t>要旨生成・</a:t>
                      </a:r>
                      <a:r>
                        <a:rPr lang="en" sz="900"/>
                        <a:t>AI</a:t>
                      </a:r>
                      <a:r>
                        <a:rPr lang="ja-JP" altLang="en-US" sz="900"/>
                        <a:t>裁判予測研究（海外）</a:t>
                      </a:r>
                    </a:p>
                  </a:txBody>
                  <a:tcPr marL="46789" marR="46789" marT="23394" marB="23394" anchor="ctr">
                    <a:lnL>
                      <a:noFill/>
                    </a:lnL>
                    <a:lnR>
                      <a:noFill/>
                    </a:lnR>
                    <a:lnT>
                      <a:noFill/>
                    </a:lnT>
                    <a:lnB>
                      <a:noFill/>
                    </a:lnB>
                  </a:tcPr>
                </a:tc>
                <a:tc>
                  <a:txBody>
                    <a:bodyPr/>
                    <a:lstStyle/>
                    <a:p>
                      <a:r>
                        <a:rPr lang="en" sz="900"/>
                        <a:t>・HSI（</a:t>
                      </a:r>
                      <a:r>
                        <a:rPr lang="ja-JP" altLang="en-US" sz="900"/>
                        <a:t>人間関係の力学）を重みとした </a:t>
                      </a:r>
                      <a:r>
                        <a:rPr lang="ja-JP" altLang="en-US" sz="900" b="1"/>
                        <a:t>「ハラスメント判例」への類似度検索</a:t>
                      </a:r>
                      <a:r>
                        <a:rPr lang="ja-JP" altLang="en-US" sz="900"/>
                        <a:t>・</a:t>
                      </a:r>
                      <a:r>
                        <a:rPr lang="en" sz="900"/>
                        <a:t>Evidence Score </a:t>
                      </a:r>
                      <a:r>
                        <a:rPr lang="ja-JP" altLang="en-US" sz="900"/>
                        <a:t>により“法的強さ”を定量化</a:t>
                      </a:r>
                    </a:p>
                  </a:txBody>
                  <a:tcPr marL="46789" marR="46789" marT="23394" marB="23394" anchor="ctr">
                    <a:lnL>
                      <a:noFill/>
                    </a:lnL>
                    <a:lnR>
                      <a:noFill/>
                    </a:lnR>
                    <a:lnT>
                      <a:noFill/>
                    </a:lnT>
                    <a:lnB>
                      <a:noFill/>
                    </a:lnB>
                  </a:tcPr>
                </a:tc>
                <a:tc>
                  <a:txBody>
                    <a:bodyPr/>
                    <a:lstStyle/>
                    <a:p>
                      <a:r>
                        <a:rPr lang="en" sz="900" b="1" dirty="0"/>
                        <a:t>HSI（</a:t>
                      </a:r>
                      <a:r>
                        <a:rPr lang="ja-JP" altLang="en-US" sz="900" b="1"/>
                        <a:t>人間関係スコア）と判例</a:t>
                      </a:r>
                      <a:r>
                        <a:rPr lang="en" sz="900" b="1" dirty="0"/>
                        <a:t>NLP</a:t>
                      </a:r>
                      <a:r>
                        <a:rPr lang="ja-JP" altLang="en-US" sz="900" b="1"/>
                        <a:t>を統合した</a:t>
                      </a:r>
                      <a:r>
                        <a:rPr lang="en" sz="900" b="1" dirty="0"/>
                        <a:t>HSIE</a:t>
                      </a:r>
                      <a:r>
                        <a:rPr lang="ja-JP" altLang="en-US" sz="900" b="1"/>
                        <a:t>は世界初</a:t>
                      </a:r>
                      <a:endParaRPr lang="ja-JP" altLang="en-US" sz="900"/>
                    </a:p>
                  </a:txBody>
                  <a:tcPr marL="46789" marR="46789" marT="23394" marB="23394" anchor="ctr">
                    <a:lnL>
                      <a:noFill/>
                    </a:lnL>
                    <a:lnR>
                      <a:noFill/>
                    </a:lnR>
                    <a:lnT>
                      <a:noFill/>
                    </a:lnT>
                    <a:lnB>
                      <a:noFill/>
                    </a:lnB>
                  </a:tcPr>
                </a:tc>
                <a:extLst>
                  <a:ext uri="{0D108BD9-81ED-4DB2-BD59-A6C34878D82A}">
                    <a16:rowId xmlns:a16="http://schemas.microsoft.com/office/drawing/2014/main" val="3463386661"/>
                  </a:ext>
                </a:extLst>
              </a:tr>
              <a:tr h="608078">
                <a:tc>
                  <a:txBody>
                    <a:bodyPr/>
                    <a:lstStyle/>
                    <a:p>
                      <a:r>
                        <a:rPr lang="ja-JP" altLang="en-US" sz="900" b="1"/>
                        <a:t>⑤総合統合（</a:t>
                      </a:r>
                      <a:r>
                        <a:rPr lang="en" sz="900" b="1"/>
                        <a:t>HSI → HSIE）</a:t>
                      </a:r>
                      <a:endParaRPr lang="en" sz="900"/>
                    </a:p>
                  </a:txBody>
                  <a:tcPr marL="46789" marR="46789" marT="23394" marB="23394" anchor="ctr">
                    <a:lnL>
                      <a:noFill/>
                    </a:lnL>
                    <a:lnR>
                      <a:noFill/>
                    </a:lnR>
                    <a:lnT>
                      <a:noFill/>
                    </a:lnT>
                    <a:lnB>
                      <a:noFill/>
                    </a:lnB>
                  </a:tcPr>
                </a:tc>
                <a:tc>
                  <a:txBody>
                    <a:bodyPr/>
                    <a:lstStyle/>
                    <a:p>
                      <a:r>
                        <a:rPr lang="ja-JP" altLang="en-US" sz="900"/>
                        <a:t>・音声分析や感情認識は単体で存在・法律</a:t>
                      </a:r>
                      <a:r>
                        <a:rPr lang="en" sz="900"/>
                        <a:t>AI</a:t>
                      </a:r>
                      <a:r>
                        <a:rPr lang="ja-JP" altLang="en-US" sz="900"/>
                        <a:t>も単体で存在</a:t>
                      </a:r>
                    </a:p>
                  </a:txBody>
                  <a:tcPr marL="46789" marR="46789" marT="23394" marB="23394" anchor="ctr">
                    <a:lnL>
                      <a:noFill/>
                    </a:lnL>
                    <a:lnR>
                      <a:noFill/>
                    </a:lnR>
                    <a:lnT>
                      <a:noFill/>
                    </a:lnT>
                    <a:lnB>
                      <a:noFill/>
                    </a:lnB>
                  </a:tcPr>
                </a:tc>
                <a:tc>
                  <a:txBody>
                    <a:bodyPr/>
                    <a:lstStyle/>
                    <a:p>
                      <a:r>
                        <a:rPr lang="ja-JP" altLang="en-US" sz="900"/>
                        <a:t>・音声</a:t>
                      </a:r>
                      <a:r>
                        <a:rPr lang="en-US" altLang="ja-JP" sz="900"/>
                        <a:t>×</a:t>
                      </a:r>
                      <a:r>
                        <a:rPr lang="ja-JP" altLang="en-US" sz="900"/>
                        <a:t>会話構造</a:t>
                      </a:r>
                      <a:r>
                        <a:rPr lang="en-US" altLang="ja-JP" sz="900"/>
                        <a:t>×</a:t>
                      </a:r>
                      <a:r>
                        <a:rPr lang="ja-JP" altLang="en-US" sz="900"/>
                        <a:t>言語</a:t>
                      </a:r>
                      <a:r>
                        <a:rPr lang="en-US" altLang="ja-JP" sz="900"/>
                        <a:t>×</a:t>
                      </a:r>
                      <a:r>
                        <a:rPr lang="ja-JP" altLang="en-US" sz="900"/>
                        <a:t>法律</a:t>
                      </a:r>
                      <a:r>
                        <a:rPr lang="en" sz="900"/>
                        <a:t>NLP</a:t>
                      </a:r>
                      <a:r>
                        <a:rPr lang="ja-JP" altLang="en-US" sz="900"/>
                        <a:t>を統合し </a:t>
                      </a:r>
                      <a:r>
                        <a:rPr lang="ja-JP" altLang="en-US" sz="900" b="1"/>
                        <a:t>ハラスメント構造を数学化（</a:t>
                      </a:r>
                      <a:r>
                        <a:rPr lang="en" sz="900" b="1"/>
                        <a:t>HSI）</a:t>
                      </a:r>
                      <a:r>
                        <a:rPr lang="ja-JP" altLang="en-US" sz="900" b="1"/>
                        <a:t>し、判例にマッピング（</a:t>
                      </a:r>
                      <a:r>
                        <a:rPr lang="en" sz="900" b="1"/>
                        <a:t>HSIE）</a:t>
                      </a:r>
                      <a:endParaRPr lang="en" sz="900"/>
                    </a:p>
                  </a:txBody>
                  <a:tcPr marL="46789" marR="46789" marT="23394" marB="23394" anchor="ctr">
                    <a:lnL>
                      <a:noFill/>
                    </a:lnL>
                    <a:lnR>
                      <a:noFill/>
                    </a:lnR>
                    <a:lnT>
                      <a:noFill/>
                    </a:lnT>
                    <a:lnB>
                      <a:noFill/>
                    </a:lnB>
                  </a:tcPr>
                </a:tc>
                <a:tc>
                  <a:txBody>
                    <a:bodyPr/>
                    <a:lstStyle/>
                    <a:p>
                      <a:r>
                        <a:rPr lang="ja-JP" altLang="en-US" sz="900" b="1"/>
                        <a:t>人間関係の力学 → 法律判断 までの一気通貫モデルは過去に前例なし</a:t>
                      </a:r>
                      <a:endParaRPr lang="ja-JP" altLang="en-US" sz="900"/>
                    </a:p>
                  </a:txBody>
                  <a:tcPr marL="46789" marR="46789" marT="23394" marB="23394" anchor="ctr">
                    <a:lnL>
                      <a:noFill/>
                    </a:lnL>
                    <a:lnR>
                      <a:noFill/>
                    </a:lnR>
                    <a:lnT>
                      <a:noFill/>
                    </a:lnT>
                    <a:lnB>
                      <a:noFill/>
                    </a:lnB>
                  </a:tcPr>
                </a:tc>
                <a:extLst>
                  <a:ext uri="{0D108BD9-81ED-4DB2-BD59-A6C34878D82A}">
                    <a16:rowId xmlns:a16="http://schemas.microsoft.com/office/drawing/2014/main" val="760718630"/>
                  </a:ext>
                </a:extLst>
              </a:tr>
            </a:tbl>
          </a:graphicData>
        </a:graphic>
      </p:graphicFrame>
      <p:cxnSp>
        <p:nvCxnSpPr>
          <p:cNvPr id="8" name="直線コネクタ 7">
            <a:extLst>
              <a:ext uri="{FF2B5EF4-FFF2-40B4-BE49-F238E27FC236}">
                <a16:creationId xmlns:a16="http://schemas.microsoft.com/office/drawing/2014/main" id="{F4524E3B-04C0-8E9F-1436-57A96BB9DB4E}"/>
              </a:ext>
            </a:extLst>
          </p:cNvPr>
          <p:cNvCxnSpPr>
            <a:cxnSpLocks/>
          </p:cNvCxnSpPr>
          <p:nvPr/>
        </p:nvCxnSpPr>
        <p:spPr>
          <a:xfrm>
            <a:off x="1142999" y="2057400"/>
            <a:ext cx="94542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5D3F40DB-2FE5-6EE6-524C-532F11C725D0}"/>
              </a:ext>
            </a:extLst>
          </p:cNvPr>
          <p:cNvCxnSpPr>
            <a:cxnSpLocks/>
          </p:cNvCxnSpPr>
          <p:nvPr/>
        </p:nvCxnSpPr>
        <p:spPr>
          <a:xfrm>
            <a:off x="1142999" y="2658035"/>
            <a:ext cx="94542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91614C35-A9B0-C742-98DE-C5B8F5111845}"/>
              </a:ext>
            </a:extLst>
          </p:cNvPr>
          <p:cNvCxnSpPr>
            <a:cxnSpLocks/>
          </p:cNvCxnSpPr>
          <p:nvPr/>
        </p:nvCxnSpPr>
        <p:spPr>
          <a:xfrm>
            <a:off x="1142999" y="3379694"/>
            <a:ext cx="94542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D5138A93-227C-A705-5E1E-CD8FB222C10B}"/>
              </a:ext>
            </a:extLst>
          </p:cNvPr>
          <p:cNvCxnSpPr>
            <a:cxnSpLocks/>
          </p:cNvCxnSpPr>
          <p:nvPr/>
        </p:nvCxnSpPr>
        <p:spPr>
          <a:xfrm>
            <a:off x="1142999" y="3890683"/>
            <a:ext cx="94542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27E2F0AA-D637-5510-D7BF-B3B9925604FA}"/>
              </a:ext>
            </a:extLst>
          </p:cNvPr>
          <p:cNvCxnSpPr>
            <a:cxnSpLocks/>
          </p:cNvCxnSpPr>
          <p:nvPr/>
        </p:nvCxnSpPr>
        <p:spPr>
          <a:xfrm>
            <a:off x="1142999" y="4580965"/>
            <a:ext cx="94542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3765BB03-4CE9-2EA1-DCCC-9BF8EE316A1D}"/>
              </a:ext>
            </a:extLst>
          </p:cNvPr>
          <p:cNvCxnSpPr/>
          <p:nvPr/>
        </p:nvCxnSpPr>
        <p:spPr>
          <a:xfrm>
            <a:off x="3388659" y="1690688"/>
            <a:ext cx="0" cy="35344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80F779A7-E9D4-CA6B-D499-B3A1196CB272}"/>
              </a:ext>
            </a:extLst>
          </p:cNvPr>
          <p:cNvCxnSpPr/>
          <p:nvPr/>
        </p:nvCxnSpPr>
        <p:spPr>
          <a:xfrm>
            <a:off x="5853953" y="1690688"/>
            <a:ext cx="0" cy="35344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B602154B-E46F-50AA-797E-911893C757A8}"/>
              </a:ext>
            </a:extLst>
          </p:cNvPr>
          <p:cNvCxnSpPr/>
          <p:nvPr/>
        </p:nvCxnSpPr>
        <p:spPr>
          <a:xfrm>
            <a:off x="8202706" y="1690688"/>
            <a:ext cx="0" cy="3534456"/>
          </a:xfrm>
          <a:prstGeom prst="line">
            <a:avLst/>
          </a:prstGeom>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71E7A766-0CC3-ABF6-1F91-9B31C02E214C}"/>
              </a:ext>
            </a:extLst>
          </p:cNvPr>
          <p:cNvSpPr txBox="1"/>
          <p:nvPr/>
        </p:nvSpPr>
        <p:spPr>
          <a:xfrm>
            <a:off x="3388659" y="5453760"/>
            <a:ext cx="6051657" cy="923330"/>
          </a:xfrm>
          <a:prstGeom prst="rect">
            <a:avLst/>
          </a:prstGeom>
          <a:noFill/>
        </p:spPr>
        <p:txBody>
          <a:bodyPr wrap="square" rtlCol="0">
            <a:spAutoFit/>
          </a:bodyPr>
          <a:lstStyle/>
          <a:p>
            <a:r>
              <a:rPr lang="ja-JP" altLang="en-US"/>
              <a:t>既存研究は「怒っているかどうか」しか見ていない。</a:t>
            </a:r>
            <a:br>
              <a:rPr lang="ja-JP" altLang="en-US"/>
            </a:br>
            <a:r>
              <a:rPr lang="ja-JP" altLang="en-US"/>
              <a:t>私の研究は “加害構造そのもの” を数学的にモデル化し、</a:t>
            </a:r>
            <a:br>
              <a:rPr lang="ja-JP" altLang="en-US"/>
            </a:br>
            <a:r>
              <a:rPr lang="ja-JP" altLang="en-US"/>
              <a:t>さらに法律判例に接続させる点が世界初である。</a:t>
            </a:r>
            <a:endParaRPr kumimoji="1" lang="ja-JP" altLang="en-US"/>
          </a:p>
        </p:txBody>
      </p:sp>
      <p:sp>
        <p:nvSpPr>
          <p:cNvPr id="21" name="右矢印 20">
            <a:extLst>
              <a:ext uri="{FF2B5EF4-FFF2-40B4-BE49-F238E27FC236}">
                <a16:creationId xmlns:a16="http://schemas.microsoft.com/office/drawing/2014/main" id="{A7529ABB-AF8A-6E76-484D-1C3DBC2449AF}"/>
              </a:ext>
            </a:extLst>
          </p:cNvPr>
          <p:cNvSpPr/>
          <p:nvPr/>
        </p:nvSpPr>
        <p:spPr>
          <a:xfrm>
            <a:off x="2510118" y="5449260"/>
            <a:ext cx="735106" cy="4661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99037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角丸四角形 13">
            <a:extLst>
              <a:ext uri="{FF2B5EF4-FFF2-40B4-BE49-F238E27FC236}">
                <a16:creationId xmlns:a16="http://schemas.microsoft.com/office/drawing/2014/main" id="{D599BEC6-1032-261C-8895-4D5B44C03F8F}"/>
              </a:ext>
            </a:extLst>
          </p:cNvPr>
          <p:cNvSpPr/>
          <p:nvPr/>
        </p:nvSpPr>
        <p:spPr>
          <a:xfrm>
            <a:off x="704850" y="1181100"/>
            <a:ext cx="10096500" cy="4349559"/>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E1026E33-CFEA-45D9-D698-A63D89836119}"/>
              </a:ext>
            </a:extLst>
          </p:cNvPr>
          <p:cNvSpPr>
            <a:spLocks noGrp="1"/>
          </p:cNvSpPr>
          <p:nvPr>
            <p:ph type="title"/>
          </p:nvPr>
        </p:nvSpPr>
        <p:spPr/>
        <p:txBody>
          <a:bodyPr/>
          <a:lstStyle/>
          <a:p>
            <a:r>
              <a:rPr lang="en-US" altLang="ja-JP" dirty="0"/>
              <a:t>2</a:t>
            </a:r>
            <a:r>
              <a:rPr kumimoji="1" lang="en-US" altLang="ja-JP" dirty="0"/>
              <a:t> </a:t>
            </a:r>
            <a:r>
              <a:rPr kumimoji="1" lang="ja-JP" altLang="en-US"/>
              <a:t>技術挑戦の核心</a:t>
            </a:r>
            <a:r>
              <a:rPr lang="ja-JP" altLang="en" b="1"/>
              <a:t>（</a:t>
            </a:r>
            <a:r>
              <a:rPr lang="en" altLang="ja-JP" b="1" dirty="0"/>
              <a:t>Core Challenge</a:t>
            </a:r>
            <a:r>
              <a:rPr lang="ja-JP" altLang="en" b="1"/>
              <a:t>）</a:t>
            </a:r>
            <a:br>
              <a:rPr lang="en-US" altLang="ja-JP" b="1" dirty="0"/>
            </a:br>
            <a:endParaRPr kumimoji="1" lang="ja-JP" altLang="en-US" sz="2800"/>
          </a:p>
        </p:txBody>
      </p:sp>
      <p:graphicFrame>
        <p:nvGraphicFramePr>
          <p:cNvPr id="8" name="図表 7">
            <a:extLst>
              <a:ext uri="{FF2B5EF4-FFF2-40B4-BE49-F238E27FC236}">
                <a16:creationId xmlns:a16="http://schemas.microsoft.com/office/drawing/2014/main" id="{FD9632FA-90B6-FD72-428A-D7B26F26E357}"/>
              </a:ext>
            </a:extLst>
          </p:cNvPr>
          <p:cNvGraphicFramePr/>
          <p:nvPr/>
        </p:nvGraphicFramePr>
        <p:xfrm>
          <a:off x="1981200" y="1885951"/>
          <a:ext cx="8496300" cy="3644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テキスト ボックス 11">
            <a:extLst>
              <a:ext uri="{FF2B5EF4-FFF2-40B4-BE49-F238E27FC236}">
                <a16:creationId xmlns:a16="http://schemas.microsoft.com/office/drawing/2014/main" id="{799D1EB0-F12E-135F-EAB6-65F1936DDD49}"/>
              </a:ext>
            </a:extLst>
          </p:cNvPr>
          <p:cNvSpPr txBox="1"/>
          <p:nvPr/>
        </p:nvSpPr>
        <p:spPr>
          <a:xfrm>
            <a:off x="1047750" y="1327341"/>
            <a:ext cx="7162800" cy="523220"/>
          </a:xfrm>
          <a:prstGeom prst="rect">
            <a:avLst/>
          </a:prstGeom>
          <a:noFill/>
        </p:spPr>
        <p:txBody>
          <a:bodyPr wrap="square">
            <a:spAutoFit/>
          </a:bodyPr>
          <a:lstStyle/>
          <a:p>
            <a:r>
              <a:rPr lang="en" altLang="ja-JP" sz="2800" b="1" dirty="0"/>
              <a:t>Why This Is New</a:t>
            </a:r>
            <a:r>
              <a:rPr lang="ja-JP" altLang="en" sz="2800" b="1"/>
              <a:t>（</a:t>
            </a:r>
            <a:r>
              <a:rPr lang="ja-JP" altLang="en-US" sz="2800" b="1"/>
              <a:t>世界初の挑戦点</a:t>
            </a:r>
            <a:r>
              <a:rPr lang="ja-JP" altLang="en-US" sz="2800"/>
              <a:t>）</a:t>
            </a:r>
          </a:p>
        </p:txBody>
      </p:sp>
      <p:sp>
        <p:nvSpPr>
          <p:cNvPr id="17" name="右矢印 16">
            <a:extLst>
              <a:ext uri="{FF2B5EF4-FFF2-40B4-BE49-F238E27FC236}">
                <a16:creationId xmlns:a16="http://schemas.microsoft.com/office/drawing/2014/main" id="{B47FFBB0-5E4C-09FB-9D2A-2463F40288E9}"/>
              </a:ext>
            </a:extLst>
          </p:cNvPr>
          <p:cNvSpPr/>
          <p:nvPr/>
        </p:nvSpPr>
        <p:spPr>
          <a:xfrm>
            <a:off x="342900" y="5851334"/>
            <a:ext cx="990600" cy="4953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48EC8A08-C752-C55F-C861-2A10FD706681}"/>
              </a:ext>
            </a:extLst>
          </p:cNvPr>
          <p:cNvSpPr txBox="1"/>
          <p:nvPr/>
        </p:nvSpPr>
        <p:spPr>
          <a:xfrm>
            <a:off x="1333500" y="5851334"/>
            <a:ext cx="10540065" cy="523220"/>
          </a:xfrm>
          <a:prstGeom prst="rect">
            <a:avLst/>
          </a:prstGeom>
          <a:noFill/>
        </p:spPr>
        <p:txBody>
          <a:bodyPr wrap="none" rtlCol="0">
            <a:spAutoFit/>
          </a:bodyPr>
          <a:lstStyle/>
          <a:p>
            <a:r>
              <a:rPr lang="ja-JP" altLang="en-US" sz="2800" b="1"/>
              <a:t>既存商用サービスとは根本的に異なる“技術研究”そのものである</a:t>
            </a:r>
            <a:endParaRPr kumimoji="1" lang="ja-JP" altLang="en-US" sz="2800" b="1"/>
          </a:p>
        </p:txBody>
      </p:sp>
    </p:spTree>
    <p:extLst>
      <p:ext uri="{BB962C8B-B14F-4D97-AF65-F5344CB8AC3E}">
        <p14:creationId xmlns:p14="http://schemas.microsoft.com/office/powerpoint/2010/main" val="202115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DCD910E3-3AB3-DD1C-2163-96F29AD66450}"/>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dirty="0"/>
              <a:t>4</a:t>
            </a:r>
            <a:r>
              <a:rPr lang="en" altLang="ja-JP" dirty="0"/>
              <a:t> </a:t>
            </a:r>
            <a:r>
              <a:rPr lang="ja-JP" altLang="en-US"/>
              <a:t>評価指標</a:t>
            </a:r>
            <a:br>
              <a:rPr lang="en-US" altLang="ja-JP" b="1" dirty="0"/>
            </a:br>
            <a:endParaRPr lang="ja-JP" altLang="en-US" sz="2800"/>
          </a:p>
        </p:txBody>
      </p:sp>
      <p:sp>
        <p:nvSpPr>
          <p:cNvPr id="4" name="角丸四角形 3">
            <a:extLst>
              <a:ext uri="{FF2B5EF4-FFF2-40B4-BE49-F238E27FC236}">
                <a16:creationId xmlns:a16="http://schemas.microsoft.com/office/drawing/2014/main" id="{04084224-B0CD-748A-74EE-762A055DAE52}"/>
              </a:ext>
            </a:extLst>
          </p:cNvPr>
          <p:cNvSpPr/>
          <p:nvPr/>
        </p:nvSpPr>
        <p:spPr>
          <a:xfrm>
            <a:off x="827314" y="1494970"/>
            <a:ext cx="8403772" cy="4901616"/>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BC308898-E8E0-4A12-DEA0-E0D5091D2F92}"/>
              </a:ext>
            </a:extLst>
          </p:cNvPr>
          <p:cNvCxnSpPr/>
          <p:nvPr/>
        </p:nvCxnSpPr>
        <p:spPr>
          <a:xfrm>
            <a:off x="827314" y="2230244"/>
            <a:ext cx="84037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BCC6BF99-935F-BDED-FD31-28D175F9C056}"/>
              </a:ext>
            </a:extLst>
          </p:cNvPr>
          <p:cNvCxnSpPr/>
          <p:nvPr/>
        </p:nvCxnSpPr>
        <p:spPr>
          <a:xfrm>
            <a:off x="827314" y="3022724"/>
            <a:ext cx="84037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4FE89159-FFA3-4106-795F-12DCC3DAD2A1}"/>
              </a:ext>
            </a:extLst>
          </p:cNvPr>
          <p:cNvCxnSpPr/>
          <p:nvPr/>
        </p:nvCxnSpPr>
        <p:spPr>
          <a:xfrm>
            <a:off x="827314" y="3906644"/>
            <a:ext cx="84037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4AE6A4AA-0802-BB4A-2B02-2218746C32C6}"/>
              </a:ext>
            </a:extLst>
          </p:cNvPr>
          <p:cNvCxnSpPr/>
          <p:nvPr/>
        </p:nvCxnSpPr>
        <p:spPr>
          <a:xfrm>
            <a:off x="827314" y="4747892"/>
            <a:ext cx="84037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660320B9-3858-E41E-D050-CFC2A660B69E}"/>
              </a:ext>
            </a:extLst>
          </p:cNvPr>
          <p:cNvCxnSpPr>
            <a:cxnSpLocks/>
          </p:cNvCxnSpPr>
          <p:nvPr/>
        </p:nvCxnSpPr>
        <p:spPr>
          <a:xfrm>
            <a:off x="2926080" y="1494971"/>
            <a:ext cx="34833" cy="49016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F98EE733-3FC7-7B03-D316-1EDF775052DB}"/>
              </a:ext>
            </a:extLst>
          </p:cNvPr>
          <p:cNvCxnSpPr>
            <a:cxnSpLocks/>
          </p:cNvCxnSpPr>
          <p:nvPr/>
        </p:nvCxnSpPr>
        <p:spPr>
          <a:xfrm>
            <a:off x="7388352" y="1494971"/>
            <a:ext cx="0" cy="4901615"/>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B3A0362E-B7EE-FE19-AD10-333FAB6E7D15}"/>
              </a:ext>
            </a:extLst>
          </p:cNvPr>
          <p:cNvCxnSpPr/>
          <p:nvPr/>
        </p:nvCxnSpPr>
        <p:spPr>
          <a:xfrm>
            <a:off x="827314" y="5642517"/>
            <a:ext cx="8403772"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627A8034-710A-D3A4-CDCC-CA551BAD1B04}"/>
              </a:ext>
            </a:extLst>
          </p:cNvPr>
          <p:cNvSpPr txBox="1"/>
          <p:nvPr/>
        </p:nvSpPr>
        <p:spPr>
          <a:xfrm>
            <a:off x="990600" y="2515347"/>
            <a:ext cx="2133594" cy="369332"/>
          </a:xfrm>
          <a:prstGeom prst="rect">
            <a:avLst/>
          </a:prstGeom>
          <a:noFill/>
        </p:spPr>
        <p:txBody>
          <a:bodyPr wrap="square">
            <a:spAutoFit/>
          </a:bodyPr>
          <a:lstStyle/>
          <a:p>
            <a:r>
              <a:rPr lang="ja-JP" altLang="en-US"/>
              <a:t>音声攻撃性推定</a:t>
            </a:r>
          </a:p>
        </p:txBody>
      </p:sp>
      <p:sp>
        <p:nvSpPr>
          <p:cNvPr id="20" name="テキスト ボックス 19">
            <a:extLst>
              <a:ext uri="{FF2B5EF4-FFF2-40B4-BE49-F238E27FC236}">
                <a16:creationId xmlns:a16="http://schemas.microsoft.com/office/drawing/2014/main" id="{5CF10882-6FA6-E99A-3826-C289C7E0BFC9}"/>
              </a:ext>
            </a:extLst>
          </p:cNvPr>
          <p:cNvSpPr txBox="1"/>
          <p:nvPr/>
        </p:nvSpPr>
        <p:spPr>
          <a:xfrm>
            <a:off x="990600" y="1701094"/>
            <a:ext cx="1552305" cy="369332"/>
          </a:xfrm>
          <a:prstGeom prst="rect">
            <a:avLst/>
          </a:prstGeom>
          <a:noFill/>
        </p:spPr>
        <p:txBody>
          <a:bodyPr wrap="square">
            <a:spAutoFit/>
          </a:bodyPr>
          <a:lstStyle/>
          <a:p>
            <a:r>
              <a:rPr lang="ja-JP" altLang="en-US"/>
              <a:t>技術項目</a:t>
            </a:r>
          </a:p>
        </p:txBody>
      </p:sp>
      <p:sp>
        <p:nvSpPr>
          <p:cNvPr id="22" name="テキスト ボックス 21">
            <a:extLst>
              <a:ext uri="{FF2B5EF4-FFF2-40B4-BE49-F238E27FC236}">
                <a16:creationId xmlns:a16="http://schemas.microsoft.com/office/drawing/2014/main" id="{9CC9CF80-709D-2CA4-5D5A-64B609810A5E}"/>
              </a:ext>
            </a:extLst>
          </p:cNvPr>
          <p:cNvSpPr txBox="1"/>
          <p:nvPr/>
        </p:nvSpPr>
        <p:spPr>
          <a:xfrm>
            <a:off x="4489750" y="1679889"/>
            <a:ext cx="1055869" cy="369331"/>
          </a:xfrm>
          <a:prstGeom prst="rect">
            <a:avLst/>
          </a:prstGeom>
          <a:noFill/>
        </p:spPr>
        <p:txBody>
          <a:bodyPr wrap="square">
            <a:spAutoFit/>
          </a:bodyPr>
          <a:lstStyle/>
          <a:p>
            <a:r>
              <a:rPr lang="ja-JP" altLang="en-US"/>
              <a:t>指標</a:t>
            </a:r>
          </a:p>
        </p:txBody>
      </p:sp>
      <p:sp>
        <p:nvSpPr>
          <p:cNvPr id="24" name="テキスト ボックス 23">
            <a:extLst>
              <a:ext uri="{FF2B5EF4-FFF2-40B4-BE49-F238E27FC236}">
                <a16:creationId xmlns:a16="http://schemas.microsoft.com/office/drawing/2014/main" id="{5C05B52D-6C3E-F916-8309-954C9D2AA31D}"/>
              </a:ext>
            </a:extLst>
          </p:cNvPr>
          <p:cNvSpPr txBox="1"/>
          <p:nvPr/>
        </p:nvSpPr>
        <p:spPr>
          <a:xfrm>
            <a:off x="8015588" y="1677941"/>
            <a:ext cx="1020643" cy="369332"/>
          </a:xfrm>
          <a:prstGeom prst="rect">
            <a:avLst/>
          </a:prstGeom>
          <a:noFill/>
        </p:spPr>
        <p:txBody>
          <a:bodyPr wrap="square">
            <a:spAutoFit/>
          </a:bodyPr>
          <a:lstStyle/>
          <a:p>
            <a:r>
              <a:rPr lang="ja-JP" altLang="en-US"/>
              <a:t>目標値</a:t>
            </a:r>
          </a:p>
        </p:txBody>
      </p:sp>
      <p:sp>
        <p:nvSpPr>
          <p:cNvPr id="26" name="テキスト ボックス 25">
            <a:extLst>
              <a:ext uri="{FF2B5EF4-FFF2-40B4-BE49-F238E27FC236}">
                <a16:creationId xmlns:a16="http://schemas.microsoft.com/office/drawing/2014/main" id="{F2DF1A3F-6A8C-EE52-9A9D-C67E4FCD45DD}"/>
              </a:ext>
            </a:extLst>
          </p:cNvPr>
          <p:cNvSpPr txBox="1"/>
          <p:nvPr/>
        </p:nvSpPr>
        <p:spPr>
          <a:xfrm>
            <a:off x="4489750" y="2515347"/>
            <a:ext cx="1473847" cy="369332"/>
          </a:xfrm>
          <a:prstGeom prst="rect">
            <a:avLst/>
          </a:prstGeom>
          <a:noFill/>
        </p:spPr>
        <p:txBody>
          <a:bodyPr wrap="square">
            <a:spAutoFit/>
          </a:bodyPr>
          <a:lstStyle/>
          <a:p>
            <a:r>
              <a:rPr lang="en" altLang="ja-JP" dirty="0"/>
              <a:t>F1-score</a:t>
            </a:r>
          </a:p>
        </p:txBody>
      </p:sp>
      <p:sp>
        <p:nvSpPr>
          <p:cNvPr id="28" name="テキスト ボックス 27">
            <a:extLst>
              <a:ext uri="{FF2B5EF4-FFF2-40B4-BE49-F238E27FC236}">
                <a16:creationId xmlns:a16="http://schemas.microsoft.com/office/drawing/2014/main" id="{DD9A481F-4504-17D0-3FC4-70C4F6833B1A}"/>
              </a:ext>
            </a:extLst>
          </p:cNvPr>
          <p:cNvSpPr txBox="1"/>
          <p:nvPr/>
        </p:nvSpPr>
        <p:spPr>
          <a:xfrm>
            <a:off x="8004972" y="2541158"/>
            <a:ext cx="1226114" cy="369332"/>
          </a:xfrm>
          <a:prstGeom prst="rect">
            <a:avLst/>
          </a:prstGeom>
          <a:noFill/>
        </p:spPr>
        <p:txBody>
          <a:bodyPr wrap="square">
            <a:spAutoFit/>
          </a:bodyPr>
          <a:lstStyle/>
          <a:p>
            <a:r>
              <a:rPr lang="ja-JP" altLang="en-US"/>
              <a:t>≥ </a:t>
            </a:r>
            <a:r>
              <a:rPr lang="en-US" altLang="ja-JP" dirty="0"/>
              <a:t>0.75</a:t>
            </a:r>
          </a:p>
        </p:txBody>
      </p:sp>
      <p:sp>
        <p:nvSpPr>
          <p:cNvPr id="30" name="テキスト ボックス 29">
            <a:extLst>
              <a:ext uri="{FF2B5EF4-FFF2-40B4-BE49-F238E27FC236}">
                <a16:creationId xmlns:a16="http://schemas.microsoft.com/office/drawing/2014/main" id="{40CB8A52-A678-DB0A-3554-71F1B359F933}"/>
              </a:ext>
            </a:extLst>
          </p:cNvPr>
          <p:cNvSpPr txBox="1"/>
          <p:nvPr/>
        </p:nvSpPr>
        <p:spPr>
          <a:xfrm>
            <a:off x="4209206" y="3326587"/>
            <a:ext cx="2561145" cy="369332"/>
          </a:xfrm>
          <a:prstGeom prst="rect">
            <a:avLst/>
          </a:prstGeom>
          <a:noFill/>
        </p:spPr>
        <p:txBody>
          <a:bodyPr wrap="square">
            <a:spAutoFit/>
          </a:bodyPr>
          <a:lstStyle/>
          <a:p>
            <a:r>
              <a:rPr lang="ja-JP" altLang="en-US"/>
              <a:t>専門家評価との相関 </a:t>
            </a:r>
            <a:r>
              <a:rPr lang="en" altLang="ja-JP" dirty="0"/>
              <a:t>r</a:t>
            </a:r>
          </a:p>
        </p:txBody>
      </p:sp>
      <p:sp>
        <p:nvSpPr>
          <p:cNvPr id="32" name="テキスト ボックス 31">
            <a:extLst>
              <a:ext uri="{FF2B5EF4-FFF2-40B4-BE49-F238E27FC236}">
                <a16:creationId xmlns:a16="http://schemas.microsoft.com/office/drawing/2014/main" id="{4E463929-283D-22C8-667D-24785B3C8421}"/>
              </a:ext>
            </a:extLst>
          </p:cNvPr>
          <p:cNvSpPr txBox="1"/>
          <p:nvPr/>
        </p:nvSpPr>
        <p:spPr>
          <a:xfrm>
            <a:off x="7988523" y="3401524"/>
            <a:ext cx="1299304" cy="369332"/>
          </a:xfrm>
          <a:prstGeom prst="rect">
            <a:avLst/>
          </a:prstGeom>
          <a:noFill/>
        </p:spPr>
        <p:txBody>
          <a:bodyPr wrap="square">
            <a:spAutoFit/>
          </a:bodyPr>
          <a:lstStyle/>
          <a:p>
            <a:r>
              <a:rPr lang="ja-JP" altLang="en-US"/>
              <a:t>≥ </a:t>
            </a:r>
            <a:r>
              <a:rPr lang="en-US" altLang="ja-JP" dirty="0"/>
              <a:t>0.7</a:t>
            </a:r>
          </a:p>
        </p:txBody>
      </p:sp>
      <p:sp>
        <p:nvSpPr>
          <p:cNvPr id="34" name="テキスト ボックス 33">
            <a:extLst>
              <a:ext uri="{FF2B5EF4-FFF2-40B4-BE49-F238E27FC236}">
                <a16:creationId xmlns:a16="http://schemas.microsoft.com/office/drawing/2014/main" id="{704E663A-8A59-17B4-58B9-63C8D5C7E97A}"/>
              </a:ext>
            </a:extLst>
          </p:cNvPr>
          <p:cNvSpPr txBox="1"/>
          <p:nvPr/>
        </p:nvSpPr>
        <p:spPr>
          <a:xfrm>
            <a:off x="988719" y="4878552"/>
            <a:ext cx="2602486" cy="669906"/>
          </a:xfrm>
          <a:prstGeom prst="rect">
            <a:avLst/>
          </a:prstGeom>
          <a:noFill/>
        </p:spPr>
        <p:txBody>
          <a:bodyPr wrap="square">
            <a:spAutoFit/>
          </a:bodyPr>
          <a:lstStyle/>
          <a:p>
            <a:r>
              <a:rPr lang="en-US" altLang="ja-JP" dirty="0"/>
              <a:t>NLP×</a:t>
            </a:r>
            <a:r>
              <a:rPr lang="ja-JP" altLang="en-US"/>
              <a:t>法律推論</a:t>
            </a:r>
            <a:endParaRPr lang="en-US" altLang="ja-JP" dirty="0"/>
          </a:p>
          <a:p>
            <a:r>
              <a:rPr lang="ja-JP" altLang="en-US"/>
              <a:t>判例</a:t>
            </a:r>
            <a:r>
              <a:rPr lang="en-US" altLang="ja-JP" dirty="0"/>
              <a:t>(</a:t>
            </a:r>
            <a:r>
              <a:rPr lang="ja-JP" altLang="en-US"/>
              <a:t>マッチング</a:t>
            </a:r>
            <a:r>
              <a:rPr lang="en-US" altLang="ja-JP" dirty="0"/>
              <a:t>)</a:t>
            </a:r>
            <a:endParaRPr lang="ja-JP" altLang="en-US"/>
          </a:p>
        </p:txBody>
      </p:sp>
      <p:sp>
        <p:nvSpPr>
          <p:cNvPr id="36" name="テキスト ボックス 35">
            <a:extLst>
              <a:ext uri="{FF2B5EF4-FFF2-40B4-BE49-F238E27FC236}">
                <a16:creationId xmlns:a16="http://schemas.microsoft.com/office/drawing/2014/main" id="{E0CC3603-BBC4-4174-2626-4E227BF09F93}"/>
              </a:ext>
            </a:extLst>
          </p:cNvPr>
          <p:cNvSpPr txBox="1"/>
          <p:nvPr/>
        </p:nvSpPr>
        <p:spPr>
          <a:xfrm>
            <a:off x="4489750" y="5095194"/>
            <a:ext cx="2279127" cy="369332"/>
          </a:xfrm>
          <a:prstGeom prst="rect">
            <a:avLst/>
          </a:prstGeom>
          <a:noFill/>
        </p:spPr>
        <p:txBody>
          <a:bodyPr wrap="square">
            <a:spAutoFit/>
          </a:bodyPr>
          <a:lstStyle/>
          <a:p>
            <a:r>
              <a:rPr lang="en" altLang="ja-JP" dirty="0"/>
              <a:t>Top-5 Accuracy</a:t>
            </a:r>
          </a:p>
        </p:txBody>
      </p:sp>
      <p:sp>
        <p:nvSpPr>
          <p:cNvPr id="38" name="テキスト ボックス 37">
            <a:extLst>
              <a:ext uri="{FF2B5EF4-FFF2-40B4-BE49-F238E27FC236}">
                <a16:creationId xmlns:a16="http://schemas.microsoft.com/office/drawing/2014/main" id="{B5A54DDB-FC4E-05E7-C9E3-B9F4CCD8C595}"/>
              </a:ext>
            </a:extLst>
          </p:cNvPr>
          <p:cNvSpPr txBox="1"/>
          <p:nvPr/>
        </p:nvSpPr>
        <p:spPr>
          <a:xfrm>
            <a:off x="7996568" y="5083749"/>
            <a:ext cx="996681" cy="369332"/>
          </a:xfrm>
          <a:prstGeom prst="rect">
            <a:avLst/>
          </a:prstGeom>
          <a:noFill/>
        </p:spPr>
        <p:txBody>
          <a:bodyPr wrap="square">
            <a:spAutoFit/>
          </a:bodyPr>
          <a:lstStyle/>
          <a:p>
            <a:r>
              <a:rPr lang="ja-JP" altLang="en-US"/>
              <a:t>≥ </a:t>
            </a:r>
            <a:r>
              <a:rPr lang="en-US" altLang="ja-JP" dirty="0"/>
              <a:t>0.7</a:t>
            </a:r>
          </a:p>
        </p:txBody>
      </p:sp>
      <p:sp>
        <p:nvSpPr>
          <p:cNvPr id="40" name="テキスト ボックス 39">
            <a:extLst>
              <a:ext uri="{FF2B5EF4-FFF2-40B4-BE49-F238E27FC236}">
                <a16:creationId xmlns:a16="http://schemas.microsoft.com/office/drawing/2014/main" id="{AEDEC467-B4AC-E887-ABBA-8AAF94940924}"/>
              </a:ext>
            </a:extLst>
          </p:cNvPr>
          <p:cNvSpPr txBox="1"/>
          <p:nvPr/>
        </p:nvSpPr>
        <p:spPr>
          <a:xfrm>
            <a:off x="1018372" y="5852154"/>
            <a:ext cx="1845281" cy="369332"/>
          </a:xfrm>
          <a:prstGeom prst="rect">
            <a:avLst/>
          </a:prstGeom>
          <a:noFill/>
        </p:spPr>
        <p:txBody>
          <a:bodyPr wrap="square">
            <a:spAutoFit/>
          </a:bodyPr>
          <a:lstStyle/>
          <a:p>
            <a:r>
              <a:rPr lang="en" altLang="ja-JP" dirty="0"/>
              <a:t>HSI</a:t>
            </a:r>
            <a:r>
              <a:rPr lang="ja-JP" altLang="en-US"/>
              <a:t>総合モデル</a:t>
            </a:r>
            <a:endParaRPr lang="en-US" altLang="ja-JP" dirty="0"/>
          </a:p>
        </p:txBody>
      </p:sp>
      <p:sp>
        <p:nvSpPr>
          <p:cNvPr id="42" name="テキスト ボックス 41">
            <a:extLst>
              <a:ext uri="{FF2B5EF4-FFF2-40B4-BE49-F238E27FC236}">
                <a16:creationId xmlns:a16="http://schemas.microsoft.com/office/drawing/2014/main" id="{9EF91C68-2727-31DE-2977-7D66CD0BEE06}"/>
              </a:ext>
            </a:extLst>
          </p:cNvPr>
          <p:cNvSpPr txBox="1"/>
          <p:nvPr/>
        </p:nvSpPr>
        <p:spPr>
          <a:xfrm>
            <a:off x="4489750" y="5909096"/>
            <a:ext cx="1775610" cy="373798"/>
          </a:xfrm>
          <a:prstGeom prst="rect">
            <a:avLst/>
          </a:prstGeom>
          <a:noFill/>
        </p:spPr>
        <p:txBody>
          <a:bodyPr wrap="square">
            <a:spAutoFit/>
          </a:bodyPr>
          <a:lstStyle/>
          <a:p>
            <a:r>
              <a:rPr lang="en" altLang="ja-JP" dirty="0"/>
              <a:t>Cohen’s </a:t>
            </a:r>
            <a:r>
              <a:rPr lang="el-GR" altLang="ja-JP" dirty="0"/>
              <a:t>κ</a:t>
            </a:r>
          </a:p>
        </p:txBody>
      </p:sp>
      <p:sp>
        <p:nvSpPr>
          <p:cNvPr id="44" name="テキスト ボックス 43">
            <a:extLst>
              <a:ext uri="{FF2B5EF4-FFF2-40B4-BE49-F238E27FC236}">
                <a16:creationId xmlns:a16="http://schemas.microsoft.com/office/drawing/2014/main" id="{93921A6F-8078-DF53-C3C1-792E2383C26D}"/>
              </a:ext>
            </a:extLst>
          </p:cNvPr>
          <p:cNvSpPr txBox="1"/>
          <p:nvPr/>
        </p:nvSpPr>
        <p:spPr>
          <a:xfrm>
            <a:off x="7996568" y="5898705"/>
            <a:ext cx="1381898" cy="369332"/>
          </a:xfrm>
          <a:prstGeom prst="rect">
            <a:avLst/>
          </a:prstGeom>
          <a:noFill/>
        </p:spPr>
        <p:txBody>
          <a:bodyPr wrap="square">
            <a:spAutoFit/>
          </a:bodyPr>
          <a:lstStyle/>
          <a:p>
            <a:r>
              <a:rPr lang="ja-JP" altLang="en-US"/>
              <a:t>≥ </a:t>
            </a:r>
            <a:r>
              <a:rPr lang="en-US" altLang="ja-JP" dirty="0"/>
              <a:t>0.6</a:t>
            </a:r>
          </a:p>
        </p:txBody>
      </p:sp>
      <p:sp>
        <p:nvSpPr>
          <p:cNvPr id="46" name="テキスト ボックス 45">
            <a:extLst>
              <a:ext uri="{FF2B5EF4-FFF2-40B4-BE49-F238E27FC236}">
                <a16:creationId xmlns:a16="http://schemas.microsoft.com/office/drawing/2014/main" id="{15E3EC6D-CB56-49D6-77F7-C3BEC3814A68}"/>
              </a:ext>
            </a:extLst>
          </p:cNvPr>
          <p:cNvSpPr txBox="1"/>
          <p:nvPr/>
        </p:nvSpPr>
        <p:spPr>
          <a:xfrm>
            <a:off x="974449" y="3376866"/>
            <a:ext cx="1682867" cy="369332"/>
          </a:xfrm>
          <a:prstGeom prst="rect">
            <a:avLst/>
          </a:prstGeom>
          <a:noFill/>
        </p:spPr>
        <p:txBody>
          <a:bodyPr wrap="square">
            <a:spAutoFit/>
          </a:bodyPr>
          <a:lstStyle/>
          <a:p>
            <a:r>
              <a:rPr lang="ja-JP" altLang="en-US"/>
              <a:t>支配構造推定</a:t>
            </a:r>
          </a:p>
        </p:txBody>
      </p:sp>
      <p:sp>
        <p:nvSpPr>
          <p:cNvPr id="48" name="テキスト ボックス 47">
            <a:extLst>
              <a:ext uri="{FF2B5EF4-FFF2-40B4-BE49-F238E27FC236}">
                <a16:creationId xmlns:a16="http://schemas.microsoft.com/office/drawing/2014/main" id="{1DA219B8-F2FA-5A9B-2312-E23B2A82A3BB}"/>
              </a:ext>
            </a:extLst>
          </p:cNvPr>
          <p:cNvSpPr txBox="1"/>
          <p:nvPr/>
        </p:nvSpPr>
        <p:spPr>
          <a:xfrm>
            <a:off x="988719" y="4117370"/>
            <a:ext cx="1845281" cy="369332"/>
          </a:xfrm>
          <a:prstGeom prst="rect">
            <a:avLst/>
          </a:prstGeom>
          <a:noFill/>
        </p:spPr>
        <p:txBody>
          <a:bodyPr wrap="square">
            <a:spAutoFit/>
          </a:bodyPr>
          <a:lstStyle/>
          <a:p>
            <a:r>
              <a:rPr lang="ja-JP" altLang="en-US"/>
              <a:t>言語攻撃性</a:t>
            </a:r>
            <a:endParaRPr lang="en-US" altLang="ja-JP" dirty="0"/>
          </a:p>
        </p:txBody>
      </p:sp>
      <p:sp>
        <p:nvSpPr>
          <p:cNvPr id="49" name="テキスト ボックス 48">
            <a:extLst>
              <a:ext uri="{FF2B5EF4-FFF2-40B4-BE49-F238E27FC236}">
                <a16:creationId xmlns:a16="http://schemas.microsoft.com/office/drawing/2014/main" id="{99797530-ECC9-85FA-B92E-BCBF4B72A3A3}"/>
              </a:ext>
            </a:extLst>
          </p:cNvPr>
          <p:cNvSpPr txBox="1"/>
          <p:nvPr/>
        </p:nvSpPr>
        <p:spPr>
          <a:xfrm>
            <a:off x="4463179" y="4142602"/>
            <a:ext cx="1132041" cy="369332"/>
          </a:xfrm>
          <a:prstGeom prst="rect">
            <a:avLst/>
          </a:prstGeom>
          <a:noFill/>
        </p:spPr>
        <p:txBody>
          <a:bodyPr wrap="none" rtlCol="0">
            <a:spAutoFit/>
          </a:bodyPr>
          <a:lstStyle/>
          <a:p>
            <a:r>
              <a:rPr lang="en" altLang="ja-JP" dirty="0"/>
              <a:t>F1-score</a:t>
            </a:r>
            <a:endParaRPr kumimoji="1" lang="ja-JP" altLang="en-US"/>
          </a:p>
        </p:txBody>
      </p:sp>
      <p:sp>
        <p:nvSpPr>
          <p:cNvPr id="51" name="テキスト ボックス 50">
            <a:extLst>
              <a:ext uri="{FF2B5EF4-FFF2-40B4-BE49-F238E27FC236}">
                <a16:creationId xmlns:a16="http://schemas.microsoft.com/office/drawing/2014/main" id="{F5CEC32E-94C2-4146-74BE-3B77E4468DCE}"/>
              </a:ext>
            </a:extLst>
          </p:cNvPr>
          <p:cNvSpPr txBox="1"/>
          <p:nvPr/>
        </p:nvSpPr>
        <p:spPr>
          <a:xfrm>
            <a:off x="7979909" y="4194004"/>
            <a:ext cx="996681" cy="369332"/>
          </a:xfrm>
          <a:prstGeom prst="rect">
            <a:avLst/>
          </a:prstGeom>
          <a:noFill/>
        </p:spPr>
        <p:txBody>
          <a:bodyPr wrap="square">
            <a:spAutoFit/>
          </a:bodyPr>
          <a:lstStyle/>
          <a:p>
            <a:r>
              <a:rPr lang="ja-JP" altLang="en-US"/>
              <a:t>≥ </a:t>
            </a:r>
            <a:r>
              <a:rPr lang="en-US" altLang="ja-JP" dirty="0"/>
              <a:t>0.7</a:t>
            </a:r>
          </a:p>
        </p:txBody>
      </p:sp>
    </p:spTree>
    <p:extLst>
      <p:ext uri="{BB962C8B-B14F-4D97-AF65-F5344CB8AC3E}">
        <p14:creationId xmlns:p14="http://schemas.microsoft.com/office/powerpoint/2010/main" val="24457857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角丸四角形 22">
            <a:extLst>
              <a:ext uri="{FF2B5EF4-FFF2-40B4-BE49-F238E27FC236}">
                <a16:creationId xmlns:a16="http://schemas.microsoft.com/office/drawing/2014/main" id="{9A637599-A83D-ECA4-6F9F-8DFF36A02D73}"/>
              </a:ext>
            </a:extLst>
          </p:cNvPr>
          <p:cNvSpPr/>
          <p:nvPr/>
        </p:nvSpPr>
        <p:spPr>
          <a:xfrm>
            <a:off x="685800" y="1203158"/>
            <a:ext cx="10515600" cy="5449392"/>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a:extLst>
              <a:ext uri="{FF2B5EF4-FFF2-40B4-BE49-F238E27FC236}">
                <a16:creationId xmlns:a16="http://schemas.microsoft.com/office/drawing/2014/main" id="{DCD910E3-3AB3-DD1C-2163-96F29AD66450}"/>
              </a:ext>
            </a:extLst>
          </p:cNvPr>
          <p:cNvSpPr txBox="1">
            <a:spLocks/>
          </p:cNvSpPr>
          <p:nvPr/>
        </p:nvSpPr>
        <p:spPr>
          <a:xfrm>
            <a:off x="990600" y="20545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dirty="0"/>
              <a:t>4</a:t>
            </a:r>
            <a:r>
              <a:rPr lang="en" altLang="ja-JP" dirty="0"/>
              <a:t> </a:t>
            </a:r>
            <a:r>
              <a:rPr lang="ja-JP" altLang="en-US"/>
              <a:t>評価指標</a:t>
            </a:r>
            <a:r>
              <a:rPr lang="en-US" altLang="ja-JP" dirty="0"/>
              <a:t>(</a:t>
            </a:r>
            <a:r>
              <a:rPr lang="ja-JP" altLang="en-US"/>
              <a:t>設定理由</a:t>
            </a:r>
            <a:r>
              <a:rPr lang="en-US" altLang="ja-JP" dirty="0"/>
              <a:t>)</a:t>
            </a:r>
            <a:br>
              <a:rPr lang="en-US" altLang="ja-JP" b="1" dirty="0"/>
            </a:br>
            <a:endParaRPr lang="ja-JP" altLang="en-US" sz="2800"/>
          </a:p>
        </p:txBody>
      </p:sp>
      <p:graphicFrame>
        <p:nvGraphicFramePr>
          <p:cNvPr id="14" name="図表 13">
            <a:extLst>
              <a:ext uri="{FF2B5EF4-FFF2-40B4-BE49-F238E27FC236}">
                <a16:creationId xmlns:a16="http://schemas.microsoft.com/office/drawing/2014/main" id="{B6242821-66B1-C09F-0B6E-EDA95E781D4A}"/>
              </a:ext>
            </a:extLst>
          </p:cNvPr>
          <p:cNvGraphicFramePr/>
          <p:nvPr>
            <p:extLst>
              <p:ext uri="{D42A27DB-BD31-4B8C-83A1-F6EECF244321}">
                <p14:modId xmlns:p14="http://schemas.microsoft.com/office/powerpoint/2010/main" val="1814619067"/>
              </p:ext>
            </p:extLst>
          </p:nvPr>
        </p:nvGraphicFramePr>
        <p:xfrm>
          <a:off x="990600" y="1988352"/>
          <a:ext cx="10210800" cy="8635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5" name="図表 14">
            <a:extLst>
              <a:ext uri="{FF2B5EF4-FFF2-40B4-BE49-F238E27FC236}">
                <a16:creationId xmlns:a16="http://schemas.microsoft.com/office/drawing/2014/main" id="{EE924E04-C6D3-A782-E993-3215866B23C3}"/>
              </a:ext>
            </a:extLst>
          </p:cNvPr>
          <p:cNvGraphicFramePr/>
          <p:nvPr>
            <p:extLst>
              <p:ext uri="{D42A27DB-BD31-4B8C-83A1-F6EECF244321}">
                <p14:modId xmlns:p14="http://schemas.microsoft.com/office/powerpoint/2010/main" val="3548109242"/>
              </p:ext>
            </p:extLst>
          </p:nvPr>
        </p:nvGraphicFramePr>
        <p:xfrm>
          <a:off x="990600" y="2817064"/>
          <a:ext cx="10210800" cy="81831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7" name="図表 16">
            <a:extLst>
              <a:ext uri="{FF2B5EF4-FFF2-40B4-BE49-F238E27FC236}">
                <a16:creationId xmlns:a16="http://schemas.microsoft.com/office/drawing/2014/main" id="{48A3629B-AFB6-BA94-2EF5-68E255D0C0B2}"/>
              </a:ext>
            </a:extLst>
          </p:cNvPr>
          <p:cNvGraphicFramePr/>
          <p:nvPr>
            <p:extLst>
              <p:ext uri="{D42A27DB-BD31-4B8C-83A1-F6EECF244321}">
                <p14:modId xmlns:p14="http://schemas.microsoft.com/office/powerpoint/2010/main" val="4084863550"/>
              </p:ext>
            </p:extLst>
          </p:nvPr>
        </p:nvGraphicFramePr>
        <p:xfrm>
          <a:off x="990600" y="4669426"/>
          <a:ext cx="10210800" cy="107704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8" name="図表 17">
            <a:extLst>
              <a:ext uri="{FF2B5EF4-FFF2-40B4-BE49-F238E27FC236}">
                <a16:creationId xmlns:a16="http://schemas.microsoft.com/office/drawing/2014/main" id="{CE371629-9647-95D0-B5B8-42B1194FECD3}"/>
              </a:ext>
            </a:extLst>
          </p:cNvPr>
          <p:cNvGraphicFramePr/>
          <p:nvPr>
            <p:extLst>
              <p:ext uri="{D42A27DB-BD31-4B8C-83A1-F6EECF244321}">
                <p14:modId xmlns:p14="http://schemas.microsoft.com/office/powerpoint/2010/main" val="899053429"/>
              </p:ext>
            </p:extLst>
          </p:nvPr>
        </p:nvGraphicFramePr>
        <p:xfrm>
          <a:off x="990600" y="5709696"/>
          <a:ext cx="10210800" cy="107704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19" name="テキスト ボックス 18">
            <a:extLst>
              <a:ext uri="{FF2B5EF4-FFF2-40B4-BE49-F238E27FC236}">
                <a16:creationId xmlns:a16="http://schemas.microsoft.com/office/drawing/2014/main" id="{70BB805E-520D-76FD-F7D3-8C838F6295A6}"/>
              </a:ext>
            </a:extLst>
          </p:cNvPr>
          <p:cNvSpPr txBox="1"/>
          <p:nvPr/>
        </p:nvSpPr>
        <p:spPr>
          <a:xfrm>
            <a:off x="990600" y="1392500"/>
            <a:ext cx="1415772" cy="461665"/>
          </a:xfrm>
          <a:prstGeom prst="rect">
            <a:avLst/>
          </a:prstGeom>
          <a:noFill/>
        </p:spPr>
        <p:txBody>
          <a:bodyPr wrap="none" rtlCol="0">
            <a:spAutoFit/>
          </a:bodyPr>
          <a:lstStyle/>
          <a:p>
            <a:r>
              <a:rPr kumimoji="1" lang="ja-JP" altLang="en-US" sz="2400"/>
              <a:t>技術項目</a:t>
            </a:r>
          </a:p>
        </p:txBody>
      </p:sp>
      <p:sp>
        <p:nvSpPr>
          <p:cNvPr id="20" name="テキスト ボックス 19">
            <a:extLst>
              <a:ext uri="{FF2B5EF4-FFF2-40B4-BE49-F238E27FC236}">
                <a16:creationId xmlns:a16="http://schemas.microsoft.com/office/drawing/2014/main" id="{182A1939-42EA-EDB4-07D0-114E3F6283CF}"/>
              </a:ext>
            </a:extLst>
          </p:cNvPr>
          <p:cNvSpPr txBox="1"/>
          <p:nvPr/>
        </p:nvSpPr>
        <p:spPr>
          <a:xfrm>
            <a:off x="2708694" y="1392500"/>
            <a:ext cx="800219" cy="461665"/>
          </a:xfrm>
          <a:prstGeom prst="rect">
            <a:avLst/>
          </a:prstGeom>
          <a:noFill/>
        </p:spPr>
        <p:txBody>
          <a:bodyPr wrap="none" rtlCol="0">
            <a:spAutoFit/>
          </a:bodyPr>
          <a:lstStyle/>
          <a:p>
            <a:r>
              <a:rPr kumimoji="1" lang="ja-JP" altLang="en-US" sz="2400"/>
              <a:t>指標</a:t>
            </a:r>
          </a:p>
        </p:txBody>
      </p:sp>
      <p:sp>
        <p:nvSpPr>
          <p:cNvPr id="22" name="テキスト ボックス 21">
            <a:extLst>
              <a:ext uri="{FF2B5EF4-FFF2-40B4-BE49-F238E27FC236}">
                <a16:creationId xmlns:a16="http://schemas.microsoft.com/office/drawing/2014/main" id="{E1B9B071-B0A1-E8A1-A3CA-7F26B4D69AAA}"/>
              </a:ext>
            </a:extLst>
          </p:cNvPr>
          <p:cNvSpPr txBox="1"/>
          <p:nvPr/>
        </p:nvSpPr>
        <p:spPr>
          <a:xfrm>
            <a:off x="4281357" y="1381423"/>
            <a:ext cx="1415772" cy="461665"/>
          </a:xfrm>
          <a:prstGeom prst="rect">
            <a:avLst/>
          </a:prstGeom>
          <a:noFill/>
        </p:spPr>
        <p:txBody>
          <a:bodyPr wrap="none" rtlCol="0">
            <a:spAutoFit/>
          </a:bodyPr>
          <a:lstStyle/>
          <a:p>
            <a:r>
              <a:rPr kumimoji="1" lang="ja-JP" altLang="en-US" sz="2400"/>
              <a:t>選定理由</a:t>
            </a:r>
          </a:p>
        </p:txBody>
      </p:sp>
      <p:graphicFrame>
        <p:nvGraphicFramePr>
          <p:cNvPr id="2" name="図表 1">
            <a:extLst>
              <a:ext uri="{FF2B5EF4-FFF2-40B4-BE49-F238E27FC236}">
                <a16:creationId xmlns:a16="http://schemas.microsoft.com/office/drawing/2014/main" id="{51C9D56E-23EC-60AB-EE69-1AC8F015AFFD}"/>
              </a:ext>
            </a:extLst>
          </p:cNvPr>
          <p:cNvGraphicFramePr/>
          <p:nvPr>
            <p:extLst>
              <p:ext uri="{D42A27DB-BD31-4B8C-83A1-F6EECF244321}">
                <p14:modId xmlns:p14="http://schemas.microsoft.com/office/powerpoint/2010/main" val="3035931698"/>
              </p:ext>
            </p:extLst>
          </p:nvPr>
        </p:nvGraphicFramePr>
        <p:xfrm>
          <a:off x="990600" y="3613883"/>
          <a:ext cx="10210800" cy="1077041"/>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spTree>
    <p:extLst>
      <p:ext uri="{BB962C8B-B14F-4D97-AF65-F5344CB8AC3E}">
        <p14:creationId xmlns:p14="http://schemas.microsoft.com/office/powerpoint/2010/main" val="2256973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角丸四角形 6">
            <a:extLst>
              <a:ext uri="{FF2B5EF4-FFF2-40B4-BE49-F238E27FC236}">
                <a16:creationId xmlns:a16="http://schemas.microsoft.com/office/drawing/2014/main" id="{C1B465CA-7D11-14BC-2647-33F41D34757C}"/>
              </a:ext>
            </a:extLst>
          </p:cNvPr>
          <p:cNvSpPr/>
          <p:nvPr/>
        </p:nvSpPr>
        <p:spPr>
          <a:xfrm>
            <a:off x="647766" y="1252401"/>
            <a:ext cx="10848109" cy="2813761"/>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E1026E33-CFEA-45D9-D698-A63D89836119}"/>
              </a:ext>
            </a:extLst>
          </p:cNvPr>
          <p:cNvSpPr>
            <a:spLocks noGrp="1"/>
          </p:cNvSpPr>
          <p:nvPr>
            <p:ph type="title"/>
          </p:nvPr>
        </p:nvSpPr>
        <p:spPr>
          <a:xfrm>
            <a:off x="293384" y="133815"/>
            <a:ext cx="12285192" cy="1325563"/>
          </a:xfrm>
        </p:spPr>
        <p:txBody>
          <a:bodyPr>
            <a:normAutofit/>
          </a:bodyPr>
          <a:lstStyle/>
          <a:p>
            <a:r>
              <a:rPr lang="en-US" altLang="ja-JP" dirty="0"/>
              <a:t>5 </a:t>
            </a:r>
            <a:r>
              <a:rPr lang="ja-JP" altLang="en-US"/>
              <a:t>技術実現ロードマップ</a:t>
            </a:r>
            <a:r>
              <a:rPr lang="en-US" altLang="ja-JP" dirty="0"/>
              <a:t>(</a:t>
            </a:r>
            <a:r>
              <a:rPr lang="en" altLang="ja-JP" dirty="0"/>
              <a:t>Technical Roadmap</a:t>
            </a:r>
            <a:r>
              <a:rPr lang="ja-JP" altLang="en"/>
              <a:t>）</a:t>
            </a:r>
            <a:endParaRPr kumimoji="1" lang="ja-JP" altLang="en-US"/>
          </a:p>
        </p:txBody>
      </p:sp>
      <p:sp>
        <p:nvSpPr>
          <p:cNvPr id="5" name="テキスト ボックス 4">
            <a:extLst>
              <a:ext uri="{FF2B5EF4-FFF2-40B4-BE49-F238E27FC236}">
                <a16:creationId xmlns:a16="http://schemas.microsoft.com/office/drawing/2014/main" id="{383A09E5-0288-FFAC-A47D-25DE05773B01}"/>
              </a:ext>
            </a:extLst>
          </p:cNvPr>
          <p:cNvSpPr txBox="1"/>
          <p:nvPr/>
        </p:nvSpPr>
        <p:spPr>
          <a:xfrm>
            <a:off x="661622" y="1378907"/>
            <a:ext cx="6012872" cy="646095"/>
          </a:xfrm>
          <a:prstGeom prst="rect">
            <a:avLst/>
          </a:prstGeom>
          <a:noFill/>
        </p:spPr>
        <p:txBody>
          <a:bodyPr wrap="square" rtlCol="0">
            <a:spAutoFit/>
          </a:bodyPr>
          <a:lstStyle/>
          <a:p>
            <a:r>
              <a:rPr kumimoji="1" lang="ja-JP" altLang="en-US" sz="3600"/>
              <a:t>核心開発対象</a:t>
            </a:r>
            <a:r>
              <a:rPr kumimoji="1" lang="en-US" altLang="ja-JP" sz="3600" dirty="0"/>
              <a:t>(Main Target)</a:t>
            </a:r>
          </a:p>
        </p:txBody>
      </p:sp>
      <p:sp>
        <p:nvSpPr>
          <p:cNvPr id="6" name="テキスト ボックス 5">
            <a:extLst>
              <a:ext uri="{FF2B5EF4-FFF2-40B4-BE49-F238E27FC236}">
                <a16:creationId xmlns:a16="http://schemas.microsoft.com/office/drawing/2014/main" id="{A101B666-D835-2EFE-D1B0-2D8A9491BF37}"/>
              </a:ext>
            </a:extLst>
          </p:cNvPr>
          <p:cNvSpPr txBox="1"/>
          <p:nvPr/>
        </p:nvSpPr>
        <p:spPr>
          <a:xfrm>
            <a:off x="647768" y="2212591"/>
            <a:ext cx="10848108" cy="2092881"/>
          </a:xfrm>
          <a:prstGeom prst="rect">
            <a:avLst/>
          </a:prstGeom>
          <a:noFill/>
        </p:spPr>
        <p:txBody>
          <a:bodyPr wrap="square" rtlCol="0">
            <a:spAutoFit/>
          </a:bodyPr>
          <a:lstStyle/>
          <a:p>
            <a:r>
              <a:rPr lang="ja-JP" altLang="en-US" sz="2800"/>
              <a:t>音声的攻撃生</a:t>
            </a:r>
            <a:r>
              <a:rPr lang="en-US" altLang="ja-JP" sz="2800" dirty="0"/>
              <a:t>+</a:t>
            </a:r>
            <a:r>
              <a:rPr lang="ja-JP" altLang="en-US" sz="2800"/>
              <a:t>会話構造</a:t>
            </a:r>
            <a:r>
              <a:rPr lang="en-US" altLang="ja-JP" sz="2800" dirty="0"/>
              <a:t>+</a:t>
            </a:r>
            <a:r>
              <a:rPr lang="ja-JP" altLang="en-US" sz="2800"/>
              <a:t>言語特徴を統合し、法律・判例と掛け合わせる</a:t>
            </a:r>
            <a:endParaRPr lang="en-US" altLang="ja-JP" sz="2800" dirty="0"/>
          </a:p>
          <a:p>
            <a:r>
              <a:rPr lang="ja-JP" altLang="en-US" sz="2800"/>
              <a:t>新規アルゴリズム</a:t>
            </a:r>
            <a:r>
              <a:rPr lang="ja-JP" altLang="en-US" sz="2800" b="1"/>
              <a:t>「</a:t>
            </a:r>
            <a:r>
              <a:rPr lang="en-US" altLang="ja-JP" sz="2800" b="1" dirty="0"/>
              <a:t>HISE</a:t>
            </a:r>
          </a:p>
          <a:p>
            <a:r>
              <a:rPr lang="en-US" altLang="ja-JP" sz="2800" b="1" dirty="0"/>
              <a:t>(Harassment Structure Index Evidence)</a:t>
            </a:r>
            <a:r>
              <a:rPr lang="ja-JP" altLang="en-US" sz="2800" b="1"/>
              <a:t>」</a:t>
            </a:r>
            <a:r>
              <a:rPr lang="ja-JP" altLang="en-US" sz="2800"/>
              <a:t>の開発</a:t>
            </a:r>
            <a:endParaRPr kumimoji="1" lang="en-US" altLang="ja-JP" sz="2800" dirty="0"/>
          </a:p>
          <a:p>
            <a:endParaRPr kumimoji="1" lang="ja-JP" altLang="en-US"/>
          </a:p>
        </p:txBody>
      </p:sp>
      <p:sp>
        <p:nvSpPr>
          <p:cNvPr id="9" name="角丸四角形 8">
            <a:extLst>
              <a:ext uri="{FF2B5EF4-FFF2-40B4-BE49-F238E27FC236}">
                <a16:creationId xmlns:a16="http://schemas.microsoft.com/office/drawing/2014/main" id="{AB41E488-3CD9-596F-692A-9B2BE45AF0CE}"/>
              </a:ext>
            </a:extLst>
          </p:cNvPr>
          <p:cNvSpPr/>
          <p:nvPr/>
        </p:nvSpPr>
        <p:spPr>
          <a:xfrm>
            <a:off x="665017" y="5058684"/>
            <a:ext cx="10848109" cy="1656381"/>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50DA5484-2B84-C253-6D51-D1610D622CCA}"/>
              </a:ext>
            </a:extLst>
          </p:cNvPr>
          <p:cNvSpPr txBox="1"/>
          <p:nvPr/>
        </p:nvSpPr>
        <p:spPr>
          <a:xfrm>
            <a:off x="647766" y="5186705"/>
            <a:ext cx="7758545" cy="584775"/>
          </a:xfrm>
          <a:prstGeom prst="rect">
            <a:avLst/>
          </a:prstGeom>
          <a:noFill/>
        </p:spPr>
        <p:txBody>
          <a:bodyPr wrap="square" rtlCol="0">
            <a:spAutoFit/>
          </a:bodyPr>
          <a:lstStyle/>
          <a:p>
            <a:r>
              <a:rPr lang="ja-JP" altLang="en-US" sz="3200"/>
              <a:t>将来：応用アウトプット</a:t>
            </a:r>
            <a:r>
              <a:rPr kumimoji="1" lang="en-US" altLang="ja-JP" sz="3200" dirty="0"/>
              <a:t>(Prototype)</a:t>
            </a:r>
          </a:p>
        </p:txBody>
      </p:sp>
      <p:sp>
        <p:nvSpPr>
          <p:cNvPr id="11" name="テキスト ボックス 10">
            <a:extLst>
              <a:ext uri="{FF2B5EF4-FFF2-40B4-BE49-F238E27FC236}">
                <a16:creationId xmlns:a16="http://schemas.microsoft.com/office/drawing/2014/main" id="{24B90FF9-6AA6-BB20-7261-CAB2D59B3E1E}"/>
              </a:ext>
            </a:extLst>
          </p:cNvPr>
          <p:cNvSpPr txBox="1"/>
          <p:nvPr/>
        </p:nvSpPr>
        <p:spPr>
          <a:xfrm>
            <a:off x="647766" y="5857307"/>
            <a:ext cx="11018546" cy="830997"/>
          </a:xfrm>
          <a:prstGeom prst="rect">
            <a:avLst/>
          </a:prstGeom>
          <a:noFill/>
        </p:spPr>
        <p:txBody>
          <a:bodyPr wrap="square" rtlCol="0">
            <a:spAutoFit/>
          </a:bodyPr>
          <a:lstStyle/>
          <a:p>
            <a:r>
              <a:rPr lang="ja-JP" altLang="en-US" sz="2400"/>
              <a:t>このモデルに基づくリアルタイム解析デモ</a:t>
            </a:r>
            <a:endParaRPr lang="en-US" altLang="ja-JP" sz="2400" dirty="0"/>
          </a:p>
          <a:p>
            <a:r>
              <a:rPr lang="en-US" altLang="ja-JP" sz="2400" b="1" dirty="0"/>
              <a:t>(</a:t>
            </a:r>
            <a:r>
              <a:rPr kumimoji="1" lang="ja-JP" altLang="en-US" sz="2400" b="1"/>
              <a:t>世界初のハラスメントリアルタイム解析プラットフォーム</a:t>
            </a:r>
            <a:r>
              <a:rPr kumimoji="1" lang="en-US" altLang="ja-JP" sz="2400" b="1" dirty="0"/>
              <a:t>)</a:t>
            </a:r>
            <a:r>
              <a:rPr kumimoji="1" lang="ja-JP" altLang="en-US" sz="2400" b="1"/>
              <a:t>の構築</a:t>
            </a:r>
            <a:endParaRPr kumimoji="1" lang="en-US" altLang="ja-JP" sz="2400" b="1" dirty="0"/>
          </a:p>
        </p:txBody>
      </p:sp>
      <p:sp>
        <p:nvSpPr>
          <p:cNvPr id="12" name="下矢印 11">
            <a:extLst>
              <a:ext uri="{FF2B5EF4-FFF2-40B4-BE49-F238E27FC236}">
                <a16:creationId xmlns:a16="http://schemas.microsoft.com/office/drawing/2014/main" id="{24D7ADE9-692D-3C49-2129-7F25E22989FF}"/>
              </a:ext>
            </a:extLst>
          </p:cNvPr>
          <p:cNvSpPr/>
          <p:nvPr/>
        </p:nvSpPr>
        <p:spPr>
          <a:xfrm>
            <a:off x="5550335" y="4151989"/>
            <a:ext cx="885645" cy="69011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48519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026E33-CFEA-45D9-D698-A63D89836119}"/>
              </a:ext>
            </a:extLst>
          </p:cNvPr>
          <p:cNvSpPr>
            <a:spLocks noGrp="1"/>
          </p:cNvSpPr>
          <p:nvPr>
            <p:ph type="title"/>
          </p:nvPr>
        </p:nvSpPr>
        <p:spPr>
          <a:xfrm>
            <a:off x="293384" y="133815"/>
            <a:ext cx="12285192" cy="1325563"/>
          </a:xfrm>
        </p:spPr>
        <p:txBody>
          <a:bodyPr>
            <a:normAutofit/>
          </a:bodyPr>
          <a:lstStyle/>
          <a:p>
            <a:r>
              <a:rPr lang="en-US" altLang="ja-JP" dirty="0"/>
              <a:t>5 </a:t>
            </a:r>
            <a:r>
              <a:rPr lang="ja-JP" altLang="en-US"/>
              <a:t>技術実現ロードマップ</a:t>
            </a:r>
            <a:r>
              <a:rPr lang="en-US" altLang="ja-JP" dirty="0"/>
              <a:t>(</a:t>
            </a:r>
            <a:r>
              <a:rPr lang="en" altLang="ja-JP" dirty="0"/>
              <a:t>Technical Roadmap</a:t>
            </a:r>
            <a:r>
              <a:rPr lang="ja-JP" altLang="en"/>
              <a:t>）</a:t>
            </a:r>
            <a:endParaRPr kumimoji="1" lang="ja-JP" altLang="en-US"/>
          </a:p>
        </p:txBody>
      </p:sp>
      <p:graphicFrame>
        <p:nvGraphicFramePr>
          <p:cNvPr id="4" name="図表 3">
            <a:extLst>
              <a:ext uri="{FF2B5EF4-FFF2-40B4-BE49-F238E27FC236}">
                <a16:creationId xmlns:a16="http://schemas.microsoft.com/office/drawing/2014/main" id="{FC8A24D5-21D1-5FCE-3111-1C928540F603}"/>
              </a:ext>
            </a:extLst>
          </p:cNvPr>
          <p:cNvGraphicFramePr/>
          <p:nvPr>
            <p:extLst>
              <p:ext uri="{D42A27DB-BD31-4B8C-83A1-F6EECF244321}">
                <p14:modId xmlns:p14="http://schemas.microsoft.com/office/powerpoint/2010/main" val="3943411504"/>
              </p:ext>
            </p:extLst>
          </p:nvPr>
        </p:nvGraphicFramePr>
        <p:xfrm>
          <a:off x="442913" y="1459380"/>
          <a:ext cx="11129962" cy="5758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13" name="直線コネクタ 12">
            <a:extLst>
              <a:ext uri="{FF2B5EF4-FFF2-40B4-BE49-F238E27FC236}">
                <a16:creationId xmlns:a16="http://schemas.microsoft.com/office/drawing/2014/main" id="{079ED35E-66B3-6BE4-EF5C-C6889B8D9352}"/>
              </a:ext>
            </a:extLst>
          </p:cNvPr>
          <p:cNvCxnSpPr>
            <a:cxnSpLocks/>
          </p:cNvCxnSpPr>
          <p:nvPr/>
        </p:nvCxnSpPr>
        <p:spPr>
          <a:xfrm>
            <a:off x="442913" y="1459378"/>
            <a:ext cx="0" cy="43041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D702F917-F3D9-2BCB-72D8-0153629009F9}"/>
              </a:ext>
            </a:extLst>
          </p:cNvPr>
          <p:cNvCxnSpPr>
            <a:cxnSpLocks/>
          </p:cNvCxnSpPr>
          <p:nvPr/>
        </p:nvCxnSpPr>
        <p:spPr>
          <a:xfrm>
            <a:off x="3216593" y="1459378"/>
            <a:ext cx="0" cy="43041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C8A94DCD-E0E2-164B-A10E-3AC59E27B67B}"/>
              </a:ext>
            </a:extLst>
          </p:cNvPr>
          <p:cNvCxnSpPr>
            <a:cxnSpLocks/>
          </p:cNvCxnSpPr>
          <p:nvPr/>
        </p:nvCxnSpPr>
        <p:spPr>
          <a:xfrm>
            <a:off x="432753" y="5763491"/>
            <a:ext cx="108305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EAC9A381-6B5F-6F73-C3A0-2B3D9BE290D4}"/>
              </a:ext>
            </a:extLst>
          </p:cNvPr>
          <p:cNvCxnSpPr>
            <a:cxnSpLocks/>
          </p:cNvCxnSpPr>
          <p:nvPr/>
        </p:nvCxnSpPr>
        <p:spPr>
          <a:xfrm>
            <a:off x="5848033" y="1459378"/>
            <a:ext cx="0" cy="43041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7B74A97D-C10E-872D-12CD-5236355E9FBE}"/>
              </a:ext>
            </a:extLst>
          </p:cNvPr>
          <p:cNvCxnSpPr>
            <a:cxnSpLocks/>
          </p:cNvCxnSpPr>
          <p:nvPr/>
        </p:nvCxnSpPr>
        <p:spPr>
          <a:xfrm>
            <a:off x="8469313" y="1459378"/>
            <a:ext cx="0" cy="430411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1E5C5750-7123-0EDF-FA98-D7E287C90C7A}"/>
              </a:ext>
            </a:extLst>
          </p:cNvPr>
          <p:cNvCxnSpPr>
            <a:cxnSpLocks/>
          </p:cNvCxnSpPr>
          <p:nvPr/>
        </p:nvCxnSpPr>
        <p:spPr>
          <a:xfrm>
            <a:off x="11273473" y="1459378"/>
            <a:ext cx="0" cy="4304113"/>
          </a:xfrm>
          <a:prstGeom prst="line">
            <a:avLst/>
          </a:prstGeom>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BAA16490-06E7-104F-41A9-A48013B57A3A}"/>
              </a:ext>
            </a:extLst>
          </p:cNvPr>
          <p:cNvSpPr txBox="1"/>
          <p:nvPr/>
        </p:nvSpPr>
        <p:spPr>
          <a:xfrm>
            <a:off x="563522" y="2103426"/>
            <a:ext cx="2532463" cy="3170099"/>
          </a:xfrm>
          <a:prstGeom prst="rect">
            <a:avLst/>
          </a:prstGeom>
          <a:noFill/>
        </p:spPr>
        <p:txBody>
          <a:bodyPr wrap="square" rtlCol="0">
            <a:spAutoFit/>
          </a:bodyPr>
          <a:lstStyle/>
          <a:p>
            <a:r>
              <a:rPr lang="en" altLang="ja-JP" sz="1600" b="1" dirty="0"/>
              <a:t>PoC</a:t>
            </a:r>
            <a:r>
              <a:rPr lang="ja-JP" altLang="en-US" sz="1600" b="1"/>
              <a:t>開発</a:t>
            </a:r>
            <a:endParaRPr lang="en-US" altLang="ja-JP" sz="1600" b="1" dirty="0"/>
          </a:p>
          <a:p>
            <a:endParaRPr lang="en-US" altLang="ja-JP" sz="1400" b="1" dirty="0"/>
          </a:p>
          <a:p>
            <a:r>
              <a:rPr lang="ja-JP" altLang="en-US" sz="1400"/>
              <a:t>・</a:t>
            </a:r>
            <a:r>
              <a:rPr lang="en" altLang="ja-JP" sz="1400" dirty="0"/>
              <a:t>Whisper Tiny </a:t>
            </a:r>
            <a:r>
              <a:rPr lang="ja-JP" altLang="en-US" sz="1400"/>
              <a:t>を </a:t>
            </a:r>
            <a:r>
              <a:rPr lang="en-US" altLang="ja-JP" sz="1400" b="1" dirty="0"/>
              <a:t>4</a:t>
            </a:r>
            <a:r>
              <a:rPr lang="en" altLang="ja-JP" sz="1400" b="1" dirty="0"/>
              <a:t>bit</a:t>
            </a:r>
            <a:r>
              <a:rPr lang="ja-JP" altLang="en-US" sz="1400" b="1"/>
              <a:t>量子化</a:t>
            </a:r>
            <a:r>
              <a:rPr lang="ja-JP" altLang="en-US" sz="1400"/>
              <a:t>し端末上で高速</a:t>
            </a:r>
            <a:r>
              <a:rPr lang="en" altLang="ja-JP" sz="1400" dirty="0"/>
              <a:t>ASR</a:t>
            </a:r>
          </a:p>
          <a:p>
            <a:endParaRPr lang="en" altLang="ja-JP" sz="1400" dirty="0"/>
          </a:p>
          <a:p>
            <a:r>
              <a:rPr lang="ja-JP" altLang="en-US" sz="1400"/>
              <a:t>・音響特徴抽出（</a:t>
            </a:r>
            <a:r>
              <a:rPr lang="en-US" altLang="ja-JP" sz="1400" dirty="0"/>
              <a:t>6〜10</a:t>
            </a:r>
            <a:r>
              <a:rPr lang="ja-JP" altLang="en-US" sz="1400"/>
              <a:t>種）モデル</a:t>
            </a:r>
            <a:endParaRPr lang="en-US" altLang="ja-JP" sz="1400" dirty="0"/>
          </a:p>
          <a:p>
            <a:endParaRPr lang="ja-JP" altLang="en-US" sz="1400"/>
          </a:p>
          <a:p>
            <a:r>
              <a:rPr lang="ja-JP" altLang="en-US" sz="1400"/>
              <a:t>・短時間の攻撃性スコア</a:t>
            </a:r>
            <a:endParaRPr lang="en-US" altLang="ja-JP" sz="1400" dirty="0"/>
          </a:p>
          <a:p>
            <a:r>
              <a:rPr lang="ja-JP" altLang="en-US" sz="1400"/>
              <a:t>（</a:t>
            </a:r>
            <a:r>
              <a:rPr lang="en" altLang="ja-JP" sz="1400" dirty="0"/>
              <a:t>A-Aggression</a:t>
            </a:r>
            <a:r>
              <a:rPr lang="ja-JP" altLang="en" sz="1400"/>
              <a:t>）</a:t>
            </a:r>
            <a:r>
              <a:rPr lang="ja-JP" altLang="en-US" sz="1400"/>
              <a:t>デモ</a:t>
            </a:r>
            <a:endParaRPr lang="en-US" altLang="ja-JP" sz="1400" dirty="0"/>
          </a:p>
          <a:p>
            <a:endParaRPr lang="ja-JP" altLang="en-US" sz="1400"/>
          </a:p>
          <a:p>
            <a:r>
              <a:rPr lang="ja-JP" altLang="en-US" sz="1400"/>
              <a:t>例：</a:t>
            </a:r>
            <a:r>
              <a:rPr lang="ja-JP" altLang="en-US" sz="1400" b="1"/>
              <a:t>「怒鳴り行為の検出 </a:t>
            </a:r>
            <a:r>
              <a:rPr lang="en" altLang="ja-JP" sz="1400" b="1" dirty="0"/>
              <a:t>F1 ≥ 0.75</a:t>
            </a:r>
            <a:r>
              <a:rPr lang="ja-JP" altLang="en" sz="1400" b="1"/>
              <a:t>」</a:t>
            </a:r>
            <a:endParaRPr lang="en" altLang="ja-JP" sz="1400" dirty="0"/>
          </a:p>
          <a:p>
            <a:endParaRPr kumimoji="1" lang="ja-JP" altLang="en-US"/>
          </a:p>
        </p:txBody>
      </p:sp>
      <p:sp>
        <p:nvSpPr>
          <p:cNvPr id="23" name="テキスト ボックス 22">
            <a:extLst>
              <a:ext uri="{FF2B5EF4-FFF2-40B4-BE49-F238E27FC236}">
                <a16:creationId xmlns:a16="http://schemas.microsoft.com/office/drawing/2014/main" id="{6CE9304D-2894-0425-6D1B-C2ED7B750334}"/>
              </a:ext>
            </a:extLst>
          </p:cNvPr>
          <p:cNvSpPr txBox="1"/>
          <p:nvPr/>
        </p:nvSpPr>
        <p:spPr>
          <a:xfrm>
            <a:off x="3305410" y="2103426"/>
            <a:ext cx="2532463" cy="4093428"/>
          </a:xfrm>
          <a:prstGeom prst="rect">
            <a:avLst/>
          </a:prstGeom>
          <a:noFill/>
        </p:spPr>
        <p:txBody>
          <a:bodyPr wrap="square" rtlCol="0">
            <a:spAutoFit/>
          </a:bodyPr>
          <a:lstStyle/>
          <a:p>
            <a:r>
              <a:rPr lang="ja-JP" altLang="en-US" sz="1600" b="1"/>
              <a:t>構造モデル構築</a:t>
            </a:r>
            <a:endParaRPr lang="en-US" altLang="ja-JP" sz="1600" b="1" dirty="0"/>
          </a:p>
          <a:p>
            <a:endParaRPr lang="en-US" altLang="ja-JP" sz="1600" b="1" dirty="0"/>
          </a:p>
          <a:p>
            <a:r>
              <a:rPr lang="ja-JP" altLang="en-US" sz="1400"/>
              <a:t>・会話ターン解析器（</a:t>
            </a:r>
            <a:r>
              <a:rPr lang="en" altLang="ja-JP" sz="1400" dirty="0"/>
              <a:t>Turn-taking Parser</a:t>
            </a:r>
            <a:r>
              <a:rPr lang="ja-JP" altLang="en" sz="1400"/>
              <a:t>）</a:t>
            </a:r>
            <a:endParaRPr lang="en-US" altLang="ja-JP" sz="1400" dirty="0"/>
          </a:p>
          <a:p>
            <a:endParaRPr lang="ja-JP" altLang="en" sz="1400"/>
          </a:p>
          <a:p>
            <a:r>
              <a:rPr lang="ja-JP" altLang="en-US" sz="1400"/>
              <a:t>・支配構造の数値化アルゴリズム</a:t>
            </a:r>
            <a:endParaRPr lang="en-US" altLang="ja-JP" sz="1400" dirty="0"/>
          </a:p>
          <a:p>
            <a:endParaRPr lang="en-US" altLang="ja-JP" sz="1400" dirty="0"/>
          </a:p>
          <a:p>
            <a:r>
              <a:rPr lang="ja-JP" altLang="en-US" sz="1400"/>
              <a:t>・言語攻撃の数値化アルゴリズム</a:t>
            </a:r>
            <a:endParaRPr lang="en-US" altLang="ja-JP" sz="1400" dirty="0"/>
          </a:p>
          <a:p>
            <a:endParaRPr lang="ja-JP" altLang="en-US" sz="1400"/>
          </a:p>
          <a:p>
            <a:r>
              <a:rPr lang="ja-JP" altLang="en-US" sz="1400" b="1"/>
              <a:t>・</a:t>
            </a:r>
            <a:r>
              <a:rPr lang="en" altLang="ja-JP" sz="1400" b="1" dirty="0"/>
              <a:t>HSI</a:t>
            </a:r>
            <a:r>
              <a:rPr lang="ja-JP" altLang="en" sz="1400" b="1"/>
              <a:t>（</a:t>
            </a:r>
            <a:r>
              <a:rPr lang="ja-JP" altLang="en-US" sz="1400" b="1"/>
              <a:t>統合スコア）</a:t>
            </a:r>
            <a:r>
              <a:rPr lang="en" altLang="ja-JP" sz="1400" b="1" dirty="0"/>
              <a:t>v1 </a:t>
            </a:r>
            <a:r>
              <a:rPr lang="ja-JP" altLang="en-US" sz="1400" b="1"/>
              <a:t>を開発</a:t>
            </a:r>
            <a:endParaRPr lang="en-US" altLang="ja-JP" sz="1400" b="1" dirty="0"/>
          </a:p>
          <a:p>
            <a:endParaRPr lang="ja-JP" altLang="en-US" sz="1400"/>
          </a:p>
          <a:p>
            <a:r>
              <a:rPr lang="ja-JP" altLang="en-US" sz="1400"/>
              <a:t>・法律家・心理士による相関評価（</a:t>
            </a:r>
            <a:r>
              <a:rPr lang="en" altLang="ja-JP" sz="1400" dirty="0"/>
              <a:t>r ≥ 0.7</a:t>
            </a:r>
            <a:r>
              <a:rPr lang="ja-JP" altLang="en" sz="1400"/>
              <a:t>）</a:t>
            </a:r>
          </a:p>
          <a:p>
            <a:endParaRPr lang="en" altLang="ja-JP" sz="1400" dirty="0"/>
          </a:p>
          <a:p>
            <a:endParaRPr kumimoji="1" lang="ja-JP" altLang="en-US"/>
          </a:p>
        </p:txBody>
      </p:sp>
      <p:sp>
        <p:nvSpPr>
          <p:cNvPr id="27" name="テキスト ボックス 26">
            <a:extLst>
              <a:ext uri="{FF2B5EF4-FFF2-40B4-BE49-F238E27FC236}">
                <a16:creationId xmlns:a16="http://schemas.microsoft.com/office/drawing/2014/main" id="{BF63A2FC-229D-AF8B-5DF1-38853D24EBAA}"/>
              </a:ext>
            </a:extLst>
          </p:cNvPr>
          <p:cNvSpPr txBox="1"/>
          <p:nvPr/>
        </p:nvSpPr>
        <p:spPr>
          <a:xfrm>
            <a:off x="5936850" y="2096809"/>
            <a:ext cx="2532463" cy="2800767"/>
          </a:xfrm>
          <a:prstGeom prst="rect">
            <a:avLst/>
          </a:prstGeom>
          <a:noFill/>
        </p:spPr>
        <p:txBody>
          <a:bodyPr wrap="square" rtlCol="0">
            <a:spAutoFit/>
          </a:bodyPr>
          <a:lstStyle/>
          <a:p>
            <a:r>
              <a:rPr lang="ja-JP" altLang="en-US" sz="1600" b="1"/>
              <a:t>法的</a:t>
            </a:r>
            <a:r>
              <a:rPr lang="en-US" altLang="ja-JP" sz="1600" b="1" dirty="0"/>
              <a:t>NLP</a:t>
            </a:r>
            <a:r>
              <a:rPr lang="ja-JP" altLang="en-US" sz="1600" b="1"/>
              <a:t>統合</a:t>
            </a:r>
            <a:endParaRPr lang="en-US" altLang="ja-JP" sz="1600" b="1" dirty="0"/>
          </a:p>
          <a:p>
            <a:endParaRPr lang="en-US" altLang="ja-JP" sz="1600" b="1" dirty="0"/>
          </a:p>
          <a:p>
            <a:r>
              <a:rPr lang="ja-JP" altLang="en-US" sz="1400"/>
              <a:t>・判例</a:t>
            </a:r>
            <a:r>
              <a:rPr lang="en-US" altLang="ja-JP" sz="1400" dirty="0"/>
              <a:t>embedding</a:t>
            </a:r>
            <a:r>
              <a:rPr lang="ja-JP" altLang="en-US" sz="1400"/>
              <a:t>化</a:t>
            </a:r>
            <a:endParaRPr lang="en-US" altLang="ja-JP" sz="1400" dirty="0"/>
          </a:p>
          <a:p>
            <a:endParaRPr lang="en-US" altLang="ja-JP" sz="1400" dirty="0"/>
          </a:p>
          <a:p>
            <a:r>
              <a:rPr lang="ja-JP" altLang="en-US" sz="1400"/>
              <a:t>・</a:t>
            </a:r>
            <a:r>
              <a:rPr lang="en" altLang="ja-JP" sz="1400" dirty="0"/>
              <a:t>HSI → </a:t>
            </a:r>
            <a:r>
              <a:rPr lang="ja-JP" altLang="en-US" sz="1400"/>
              <a:t>類似判定（</a:t>
            </a:r>
            <a:r>
              <a:rPr lang="en" altLang="ja-JP" sz="1400" dirty="0"/>
              <a:t>Top-5 ≥ 0.7</a:t>
            </a:r>
            <a:r>
              <a:rPr lang="ja-JP" altLang="en" sz="1400"/>
              <a:t>）</a:t>
            </a:r>
          </a:p>
          <a:p>
            <a:r>
              <a:rPr lang="en" altLang="ja-JP" sz="1400" dirty="0"/>
              <a:t>Evidence Score </a:t>
            </a:r>
            <a:r>
              <a:rPr lang="ja-JP" altLang="en-US" sz="1400"/>
              <a:t>試作</a:t>
            </a:r>
          </a:p>
          <a:p>
            <a:endParaRPr lang="en" altLang="ja-JP" sz="1400" dirty="0"/>
          </a:p>
          <a:p>
            <a:r>
              <a:rPr lang="ja-JP" altLang="en-US" sz="1400"/>
              <a:t>・</a:t>
            </a:r>
            <a:r>
              <a:rPr lang="en" altLang="ja-JP" sz="1400" dirty="0"/>
              <a:t>Evidence Score </a:t>
            </a:r>
            <a:r>
              <a:rPr lang="ja-JP" altLang="en-US" sz="1400"/>
              <a:t>試作</a:t>
            </a:r>
            <a:endParaRPr lang="en-US" altLang="ja-JP" sz="1400" dirty="0"/>
          </a:p>
          <a:p>
            <a:endParaRPr lang="en-US" altLang="ja-JP" sz="1400" dirty="0"/>
          </a:p>
          <a:p>
            <a:r>
              <a:rPr lang="ja-JP" altLang="en-US" sz="1400"/>
              <a:t>・</a:t>
            </a:r>
            <a:r>
              <a:rPr lang="en-US" altLang="ja-JP" sz="1400" b="1" dirty="0"/>
              <a:t>HSIE v1 </a:t>
            </a:r>
            <a:r>
              <a:rPr lang="ja-JP" altLang="en-US" sz="1400" b="1"/>
              <a:t>の実装</a:t>
            </a:r>
            <a:endParaRPr lang="en" altLang="ja-JP" sz="1400" b="1" dirty="0"/>
          </a:p>
          <a:p>
            <a:endParaRPr kumimoji="1" lang="ja-JP" altLang="en-US"/>
          </a:p>
        </p:txBody>
      </p:sp>
      <p:sp>
        <p:nvSpPr>
          <p:cNvPr id="28" name="テキスト ボックス 27">
            <a:extLst>
              <a:ext uri="{FF2B5EF4-FFF2-40B4-BE49-F238E27FC236}">
                <a16:creationId xmlns:a16="http://schemas.microsoft.com/office/drawing/2014/main" id="{547A0166-7808-5264-A246-290B33CC167F}"/>
              </a:ext>
            </a:extLst>
          </p:cNvPr>
          <p:cNvSpPr txBox="1"/>
          <p:nvPr/>
        </p:nvSpPr>
        <p:spPr>
          <a:xfrm>
            <a:off x="8605161" y="2096809"/>
            <a:ext cx="2532463" cy="2369880"/>
          </a:xfrm>
          <a:prstGeom prst="rect">
            <a:avLst/>
          </a:prstGeom>
          <a:noFill/>
        </p:spPr>
        <p:txBody>
          <a:bodyPr wrap="square" rtlCol="0">
            <a:spAutoFit/>
          </a:bodyPr>
          <a:lstStyle/>
          <a:p>
            <a:r>
              <a:rPr lang="ja-JP" altLang="en-US" sz="1600" b="1"/>
              <a:t>プロトタイプ実装</a:t>
            </a:r>
            <a:endParaRPr lang="en-US" altLang="ja-JP" sz="1600" b="1" dirty="0"/>
          </a:p>
          <a:p>
            <a:endParaRPr lang="en-US" altLang="ja-JP" sz="1600" b="1" dirty="0"/>
          </a:p>
          <a:p>
            <a:pPr>
              <a:buFont typeface="Arial" panose="020B0604020202020204" pitchFamily="34" charset="0"/>
              <a:buChar char="•"/>
            </a:pPr>
            <a:r>
              <a:rPr lang="ja-JP" altLang="en-US" sz="1400"/>
              <a:t>オンデバイス実行最適化</a:t>
            </a:r>
            <a:endParaRPr lang="en-US" altLang="ja-JP" sz="1400" dirty="0"/>
          </a:p>
          <a:p>
            <a:pPr>
              <a:buFont typeface="Arial" panose="020B0604020202020204" pitchFamily="34" charset="0"/>
              <a:buChar char="•"/>
            </a:pPr>
            <a:endParaRPr lang="ja-JP" altLang="en-US" sz="1400"/>
          </a:p>
          <a:p>
            <a:pPr>
              <a:buFont typeface="Arial" panose="020B0604020202020204" pitchFamily="34" charset="0"/>
              <a:buChar char="•"/>
            </a:pPr>
            <a:r>
              <a:rPr lang="ja-JP" altLang="en-US" sz="1400" b="1"/>
              <a:t>リアルタイム解析プロトタイプ完成（デモ用途）</a:t>
            </a:r>
            <a:endParaRPr lang="en-US" altLang="ja-JP" sz="1400" b="1" dirty="0"/>
          </a:p>
          <a:p>
            <a:pPr>
              <a:buFont typeface="Arial" panose="020B0604020202020204" pitchFamily="34" charset="0"/>
              <a:buChar char="•"/>
            </a:pPr>
            <a:endParaRPr lang="ja-JP" altLang="en-US" sz="1400"/>
          </a:p>
          <a:p>
            <a:pPr>
              <a:buFont typeface="Arial" panose="020B0604020202020204" pitchFamily="34" charset="0"/>
              <a:buChar char="•"/>
            </a:pPr>
            <a:r>
              <a:rPr lang="ja-JP" altLang="en-US" sz="1400"/>
              <a:t>被害者</a:t>
            </a:r>
            <a:r>
              <a:rPr lang="en-US" altLang="ja-JP" sz="1400" dirty="0"/>
              <a:t>/</a:t>
            </a:r>
            <a:r>
              <a:rPr lang="ja-JP" altLang="en-US" sz="1400"/>
              <a:t>加害者向けフィードバック作成</a:t>
            </a:r>
          </a:p>
          <a:p>
            <a:endParaRPr kumimoji="1" lang="ja-JP" altLang="en-US"/>
          </a:p>
        </p:txBody>
      </p:sp>
    </p:spTree>
    <p:extLst>
      <p:ext uri="{BB962C8B-B14F-4D97-AF65-F5344CB8AC3E}">
        <p14:creationId xmlns:p14="http://schemas.microsoft.com/office/powerpoint/2010/main" val="20254878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角丸四角形 9">
            <a:extLst>
              <a:ext uri="{FF2B5EF4-FFF2-40B4-BE49-F238E27FC236}">
                <a16:creationId xmlns:a16="http://schemas.microsoft.com/office/drawing/2014/main" id="{B57CCE65-1AD7-6876-9AAC-06FBFA3317D4}"/>
              </a:ext>
            </a:extLst>
          </p:cNvPr>
          <p:cNvSpPr/>
          <p:nvPr/>
        </p:nvSpPr>
        <p:spPr>
          <a:xfrm>
            <a:off x="490654" y="1194620"/>
            <a:ext cx="11151219" cy="5529566"/>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E1026E33-CFEA-45D9-D698-A63D89836119}"/>
              </a:ext>
            </a:extLst>
          </p:cNvPr>
          <p:cNvSpPr>
            <a:spLocks noGrp="1"/>
          </p:cNvSpPr>
          <p:nvPr>
            <p:ph type="title"/>
          </p:nvPr>
        </p:nvSpPr>
        <p:spPr>
          <a:xfrm>
            <a:off x="293384" y="133815"/>
            <a:ext cx="12285192" cy="1325563"/>
          </a:xfrm>
        </p:spPr>
        <p:txBody>
          <a:bodyPr>
            <a:normAutofit/>
          </a:bodyPr>
          <a:lstStyle/>
          <a:p>
            <a:r>
              <a:rPr lang="en-US" altLang="ja-JP" dirty="0"/>
              <a:t>6 </a:t>
            </a:r>
            <a:r>
              <a:rPr lang="ja-JP" altLang="en-US"/>
              <a:t>技術的リスクと克服方法</a:t>
            </a:r>
            <a:r>
              <a:rPr lang="en-US" altLang="ja-JP" dirty="0"/>
              <a:t>(</a:t>
            </a:r>
            <a:r>
              <a:rPr lang="en-US" altLang="ja-JP" dirty="0" err="1"/>
              <a:t>Risk&amp;Mitigation</a:t>
            </a:r>
            <a:r>
              <a:rPr lang="en-US" altLang="ja-JP" dirty="0"/>
              <a:t>)</a:t>
            </a:r>
            <a:endParaRPr kumimoji="1" lang="ja-JP" altLang="en-US"/>
          </a:p>
        </p:txBody>
      </p:sp>
      <p:graphicFrame>
        <p:nvGraphicFramePr>
          <p:cNvPr id="6" name="図表 5">
            <a:extLst>
              <a:ext uri="{FF2B5EF4-FFF2-40B4-BE49-F238E27FC236}">
                <a16:creationId xmlns:a16="http://schemas.microsoft.com/office/drawing/2014/main" id="{5BB661B3-FD74-4066-F0B4-479767A17E14}"/>
              </a:ext>
            </a:extLst>
          </p:cNvPr>
          <p:cNvGraphicFramePr/>
          <p:nvPr>
            <p:extLst>
              <p:ext uri="{D42A27DB-BD31-4B8C-83A1-F6EECF244321}">
                <p14:modId xmlns:p14="http://schemas.microsoft.com/office/powerpoint/2010/main" val="354993091"/>
              </p:ext>
            </p:extLst>
          </p:nvPr>
        </p:nvGraphicFramePr>
        <p:xfrm>
          <a:off x="924560" y="2410710"/>
          <a:ext cx="10342880" cy="4313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図表 7">
            <a:extLst>
              <a:ext uri="{FF2B5EF4-FFF2-40B4-BE49-F238E27FC236}">
                <a16:creationId xmlns:a16="http://schemas.microsoft.com/office/drawing/2014/main" id="{F556CE15-72C7-415A-D854-CC95F7565A5A}"/>
              </a:ext>
            </a:extLst>
          </p:cNvPr>
          <p:cNvGraphicFramePr/>
          <p:nvPr>
            <p:extLst>
              <p:ext uri="{D42A27DB-BD31-4B8C-83A1-F6EECF244321}">
                <p14:modId xmlns:p14="http://schemas.microsoft.com/office/powerpoint/2010/main" val="2211138122"/>
              </p:ext>
            </p:extLst>
          </p:nvPr>
        </p:nvGraphicFramePr>
        <p:xfrm>
          <a:off x="924560" y="1194620"/>
          <a:ext cx="10342880" cy="121609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7548862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角丸四角形 4">
            <a:extLst>
              <a:ext uri="{FF2B5EF4-FFF2-40B4-BE49-F238E27FC236}">
                <a16:creationId xmlns:a16="http://schemas.microsoft.com/office/drawing/2014/main" id="{E409573A-CE64-28FD-054A-DAEC07D84760}"/>
              </a:ext>
            </a:extLst>
          </p:cNvPr>
          <p:cNvSpPr/>
          <p:nvPr/>
        </p:nvSpPr>
        <p:spPr>
          <a:xfrm>
            <a:off x="0" y="1459378"/>
            <a:ext cx="12192000" cy="4998572"/>
          </a:xfrm>
          <a:prstGeom prst="round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E1026E33-CFEA-45D9-D698-A63D89836119}"/>
              </a:ext>
            </a:extLst>
          </p:cNvPr>
          <p:cNvSpPr>
            <a:spLocks noGrp="1"/>
          </p:cNvSpPr>
          <p:nvPr>
            <p:ph type="title"/>
          </p:nvPr>
        </p:nvSpPr>
        <p:spPr>
          <a:xfrm>
            <a:off x="293384" y="133815"/>
            <a:ext cx="12285192" cy="1325563"/>
          </a:xfrm>
        </p:spPr>
        <p:txBody>
          <a:bodyPr>
            <a:normAutofit/>
          </a:bodyPr>
          <a:lstStyle/>
          <a:p>
            <a:r>
              <a:rPr kumimoji="1" lang="en-US" altLang="ja-JP" dirty="0"/>
              <a:t>7 </a:t>
            </a:r>
            <a:r>
              <a:rPr lang="ja-JP" altLang="en-US"/>
              <a:t>データセット構築計画（</a:t>
            </a:r>
            <a:r>
              <a:rPr lang="en" altLang="ja-JP" dirty="0"/>
              <a:t>Dataset Strategy</a:t>
            </a:r>
            <a:r>
              <a:rPr lang="ja-JP" altLang="en"/>
              <a:t>）</a:t>
            </a:r>
            <a:br>
              <a:rPr lang="en-US" altLang="ja-JP" dirty="0"/>
            </a:br>
            <a:r>
              <a:rPr lang="ja-JP" altLang="en-US" sz="2800"/>
              <a:t>データの集め方</a:t>
            </a:r>
            <a:endParaRPr kumimoji="1" lang="ja-JP" altLang="en-US" sz="2800"/>
          </a:p>
        </p:txBody>
      </p:sp>
      <p:graphicFrame>
        <p:nvGraphicFramePr>
          <p:cNvPr id="4" name="図表 3">
            <a:extLst>
              <a:ext uri="{FF2B5EF4-FFF2-40B4-BE49-F238E27FC236}">
                <a16:creationId xmlns:a16="http://schemas.microsoft.com/office/drawing/2014/main" id="{55789849-29AF-4C4C-EAF1-81420EE240C7}"/>
              </a:ext>
            </a:extLst>
          </p:cNvPr>
          <p:cNvGraphicFramePr/>
          <p:nvPr>
            <p:extLst>
              <p:ext uri="{D42A27DB-BD31-4B8C-83A1-F6EECF244321}">
                <p14:modId xmlns:p14="http://schemas.microsoft.com/office/powerpoint/2010/main" val="3589614072"/>
              </p:ext>
            </p:extLst>
          </p:nvPr>
        </p:nvGraphicFramePr>
        <p:xfrm>
          <a:off x="293384" y="1459378"/>
          <a:ext cx="11605231" cy="49985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0056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角丸四角形 8">
            <a:extLst>
              <a:ext uri="{FF2B5EF4-FFF2-40B4-BE49-F238E27FC236}">
                <a16:creationId xmlns:a16="http://schemas.microsoft.com/office/drawing/2014/main" id="{AC505893-A140-45EB-9E5E-02AA7CD23CAF}"/>
              </a:ext>
            </a:extLst>
          </p:cNvPr>
          <p:cNvSpPr/>
          <p:nvPr/>
        </p:nvSpPr>
        <p:spPr>
          <a:xfrm>
            <a:off x="1301262" y="1459378"/>
            <a:ext cx="9958541" cy="1200329"/>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タイトル 1">
            <a:extLst>
              <a:ext uri="{FF2B5EF4-FFF2-40B4-BE49-F238E27FC236}">
                <a16:creationId xmlns:a16="http://schemas.microsoft.com/office/drawing/2014/main" id="{0A69FDB8-850D-7B0E-C94C-629F2C8675D7}"/>
              </a:ext>
            </a:extLst>
          </p:cNvPr>
          <p:cNvSpPr>
            <a:spLocks noGrp="1"/>
          </p:cNvSpPr>
          <p:nvPr>
            <p:ph type="title"/>
          </p:nvPr>
        </p:nvSpPr>
        <p:spPr>
          <a:xfrm>
            <a:off x="293384" y="133815"/>
            <a:ext cx="12285192" cy="1325563"/>
          </a:xfrm>
        </p:spPr>
        <p:txBody>
          <a:bodyPr>
            <a:normAutofit/>
          </a:bodyPr>
          <a:lstStyle/>
          <a:p>
            <a:r>
              <a:rPr lang="ja-JP" altLang="en-US"/>
              <a:t>なぜ</a:t>
            </a:r>
            <a:r>
              <a:rPr lang="en-US" altLang="ja-JP" dirty="0"/>
              <a:t>MITOU</a:t>
            </a:r>
            <a:r>
              <a:rPr lang="ja-JP" altLang="en-US"/>
              <a:t>へ応募したのか</a:t>
            </a:r>
            <a:endParaRPr kumimoji="1" lang="ja-JP" altLang="en-US"/>
          </a:p>
        </p:txBody>
      </p:sp>
      <p:sp>
        <p:nvSpPr>
          <p:cNvPr id="5" name="テキスト ボックス 4">
            <a:extLst>
              <a:ext uri="{FF2B5EF4-FFF2-40B4-BE49-F238E27FC236}">
                <a16:creationId xmlns:a16="http://schemas.microsoft.com/office/drawing/2014/main" id="{23F5C965-3019-7F9F-4121-F84CAAF91EC0}"/>
              </a:ext>
            </a:extLst>
          </p:cNvPr>
          <p:cNvSpPr txBox="1"/>
          <p:nvPr/>
        </p:nvSpPr>
        <p:spPr>
          <a:xfrm>
            <a:off x="-46596" y="1459378"/>
            <a:ext cx="12285191" cy="1200329"/>
          </a:xfrm>
          <a:prstGeom prst="rect">
            <a:avLst/>
          </a:prstGeom>
          <a:noFill/>
        </p:spPr>
        <p:txBody>
          <a:bodyPr wrap="square" rtlCol="0">
            <a:spAutoFit/>
          </a:bodyPr>
          <a:lstStyle/>
          <a:p>
            <a:pPr algn="ctr"/>
            <a:r>
              <a:rPr lang="ja-JP" altLang="en-US" sz="2400">
                <a:solidFill>
                  <a:schemeClr val="bg1"/>
                </a:solidFill>
              </a:rPr>
              <a:t>本研究（</a:t>
            </a:r>
            <a:r>
              <a:rPr lang="en" altLang="ja-JP" sz="2400" dirty="0">
                <a:solidFill>
                  <a:schemeClr val="bg1"/>
                </a:solidFill>
              </a:rPr>
              <a:t>HSIE</a:t>
            </a:r>
            <a:r>
              <a:rPr lang="ja-JP" altLang="en-US" sz="2400">
                <a:solidFill>
                  <a:schemeClr val="bg1"/>
                </a:solidFill>
              </a:rPr>
              <a:t>モデル）は </a:t>
            </a:r>
            <a:r>
              <a:rPr lang="ja-JP" altLang="en-US" sz="2400" b="1">
                <a:solidFill>
                  <a:schemeClr val="bg1"/>
                </a:solidFill>
              </a:rPr>
              <a:t>音声 </a:t>
            </a:r>
            <a:r>
              <a:rPr lang="en-US" altLang="ja-JP" sz="2400" b="1" dirty="0">
                <a:solidFill>
                  <a:schemeClr val="bg1"/>
                </a:solidFill>
              </a:rPr>
              <a:t>× </a:t>
            </a:r>
            <a:r>
              <a:rPr lang="ja-JP" altLang="en-US" sz="2400" b="1">
                <a:solidFill>
                  <a:schemeClr val="bg1"/>
                </a:solidFill>
              </a:rPr>
              <a:t>言語 </a:t>
            </a:r>
            <a:r>
              <a:rPr lang="en-US" altLang="ja-JP" sz="2400" b="1" dirty="0">
                <a:solidFill>
                  <a:schemeClr val="bg1"/>
                </a:solidFill>
              </a:rPr>
              <a:t>× </a:t>
            </a:r>
            <a:r>
              <a:rPr lang="ja-JP" altLang="en-US" sz="2400" b="1">
                <a:solidFill>
                  <a:schemeClr val="bg1"/>
                </a:solidFill>
              </a:rPr>
              <a:t>対話構造 </a:t>
            </a:r>
            <a:r>
              <a:rPr lang="en-US" altLang="ja-JP" sz="2400" b="1" dirty="0">
                <a:solidFill>
                  <a:schemeClr val="bg1"/>
                </a:solidFill>
              </a:rPr>
              <a:t>× </a:t>
            </a:r>
            <a:r>
              <a:rPr lang="ja-JP" altLang="en-US" sz="2400" b="1">
                <a:solidFill>
                  <a:schemeClr val="bg1"/>
                </a:solidFill>
              </a:rPr>
              <a:t>法律</a:t>
            </a:r>
            <a:r>
              <a:rPr lang="en" altLang="ja-JP" sz="2400" b="1" dirty="0">
                <a:solidFill>
                  <a:schemeClr val="bg1"/>
                </a:solidFill>
              </a:rPr>
              <a:t>NLP</a:t>
            </a:r>
            <a:r>
              <a:rPr lang="en" altLang="ja-JP" sz="2400" dirty="0">
                <a:solidFill>
                  <a:schemeClr val="bg1"/>
                </a:solidFill>
              </a:rPr>
              <a:t> </a:t>
            </a:r>
          </a:p>
          <a:p>
            <a:pPr algn="ctr"/>
            <a:r>
              <a:rPr lang="ja-JP" altLang="en-US" sz="2400">
                <a:solidFill>
                  <a:schemeClr val="bg1"/>
                </a:solidFill>
              </a:rPr>
              <a:t>を統合する極めて難度の高い技術であり、</a:t>
            </a:r>
            <a:br>
              <a:rPr lang="ja-JP" altLang="en-US" sz="2400">
                <a:solidFill>
                  <a:schemeClr val="bg1"/>
                </a:solidFill>
              </a:rPr>
            </a:br>
            <a:r>
              <a:rPr lang="ja-JP" altLang="en-US" sz="2400" b="1">
                <a:solidFill>
                  <a:schemeClr val="bg1"/>
                </a:solidFill>
              </a:rPr>
              <a:t>個人単独では </a:t>
            </a:r>
            <a:r>
              <a:rPr lang="en" altLang="ja-JP" sz="2400" b="1" dirty="0">
                <a:solidFill>
                  <a:schemeClr val="bg1"/>
                </a:solidFill>
              </a:rPr>
              <a:t>PoC </a:t>
            </a:r>
            <a:r>
              <a:rPr lang="ja-JP" altLang="en-US" sz="2400" b="1">
                <a:solidFill>
                  <a:schemeClr val="bg1"/>
                </a:solidFill>
              </a:rPr>
              <a:t>までの到達が困難である</a:t>
            </a:r>
            <a:r>
              <a:rPr lang="ja-JP" altLang="en-US" sz="2400">
                <a:solidFill>
                  <a:schemeClr val="bg1"/>
                </a:solidFill>
              </a:rPr>
              <a:t>。</a:t>
            </a:r>
            <a:endParaRPr kumimoji="1" lang="ja-JP" altLang="en-US" sz="2400">
              <a:solidFill>
                <a:schemeClr val="bg1"/>
              </a:solidFill>
            </a:endParaRPr>
          </a:p>
        </p:txBody>
      </p:sp>
      <p:sp>
        <p:nvSpPr>
          <p:cNvPr id="8" name="テキスト ボックス 7">
            <a:extLst>
              <a:ext uri="{FF2B5EF4-FFF2-40B4-BE49-F238E27FC236}">
                <a16:creationId xmlns:a16="http://schemas.microsoft.com/office/drawing/2014/main" id="{B24388EB-9F18-4874-4103-BC4A8817A908}"/>
              </a:ext>
            </a:extLst>
          </p:cNvPr>
          <p:cNvSpPr txBox="1"/>
          <p:nvPr/>
        </p:nvSpPr>
        <p:spPr>
          <a:xfrm>
            <a:off x="1612157" y="2659707"/>
            <a:ext cx="9647646" cy="3785652"/>
          </a:xfrm>
          <a:prstGeom prst="rect">
            <a:avLst/>
          </a:prstGeom>
          <a:noFill/>
        </p:spPr>
        <p:txBody>
          <a:bodyPr wrap="square">
            <a:spAutoFit/>
          </a:bodyPr>
          <a:lstStyle/>
          <a:p>
            <a:r>
              <a:rPr lang="ja-JP" altLang="en-US" sz="2400"/>
              <a:t>特に、</a:t>
            </a:r>
          </a:p>
          <a:p>
            <a:pPr marL="742950" lvl="1" indent="-285750">
              <a:buFont typeface="Arial" panose="020B0604020202020204" pitchFamily="34" charset="0"/>
              <a:buChar char="•"/>
            </a:pPr>
            <a:r>
              <a:rPr lang="ja-JP" altLang="en-US" sz="2400"/>
              <a:t>判例データの前処理・</a:t>
            </a:r>
            <a:r>
              <a:rPr lang="en" altLang="ja-JP" sz="2400" dirty="0"/>
              <a:t>embedding</a:t>
            </a:r>
            <a:r>
              <a:rPr lang="ja-JP" altLang="en-US" sz="2400"/>
              <a:t>化</a:t>
            </a:r>
          </a:p>
          <a:p>
            <a:pPr marL="742950" lvl="1" indent="-285750">
              <a:buFont typeface="Arial" panose="020B0604020202020204" pitchFamily="34" charset="0"/>
              <a:buChar char="•"/>
            </a:pPr>
            <a:r>
              <a:rPr lang="ja-JP" altLang="en-US" sz="2400"/>
              <a:t>音声モデルの蒸留・量子化（オンデバイス化）</a:t>
            </a:r>
          </a:p>
          <a:p>
            <a:pPr marL="742950" lvl="1" indent="-285750">
              <a:buFont typeface="Arial" panose="020B0604020202020204" pitchFamily="34" charset="0"/>
              <a:buChar char="•"/>
            </a:pPr>
            <a:r>
              <a:rPr lang="ja-JP" altLang="en-US" sz="2400"/>
              <a:t>長期対話構造のモデル化</a:t>
            </a:r>
            <a:br>
              <a:rPr lang="ja-JP" altLang="en-US" sz="2400"/>
            </a:br>
            <a:r>
              <a:rPr lang="ja-JP" altLang="en-US" sz="2400"/>
              <a:t>には </a:t>
            </a:r>
            <a:r>
              <a:rPr lang="ja-JP" altLang="en-US" sz="2400" b="1"/>
              <a:t>継続的なメンタリングと技術レビュー</a:t>
            </a:r>
            <a:r>
              <a:rPr lang="ja-JP" altLang="en-US" sz="2400"/>
              <a:t> が必要。</a:t>
            </a:r>
          </a:p>
          <a:p>
            <a:r>
              <a:rPr lang="en" altLang="ja-JP" sz="2400" dirty="0"/>
              <a:t>MITOU</a:t>
            </a:r>
            <a:r>
              <a:rPr lang="ja-JP" altLang="en-US" sz="2400"/>
              <a:t>プロジェクトの</a:t>
            </a:r>
            <a:br>
              <a:rPr lang="ja-JP" altLang="en-US" sz="2400"/>
            </a:br>
            <a:r>
              <a:rPr lang="ja-JP" altLang="en-US" sz="2400"/>
              <a:t>“技術の尖りを評価する文化” や</a:t>
            </a:r>
            <a:br>
              <a:rPr lang="ja-JP" altLang="en-US" sz="2400"/>
            </a:br>
            <a:r>
              <a:rPr lang="ja-JP" altLang="en-US" sz="2400"/>
              <a:t>深いメンタリング環境 が、本研究推進に最適である。</a:t>
            </a:r>
          </a:p>
          <a:p>
            <a:r>
              <a:rPr lang="en" altLang="ja-JP" sz="2400" dirty="0"/>
              <a:t>HSIE</a:t>
            </a:r>
            <a:r>
              <a:rPr lang="ja-JP" altLang="en-US" sz="2400"/>
              <a:t>という “世界初のハラスメント構造</a:t>
            </a:r>
            <a:r>
              <a:rPr lang="en-US" altLang="ja-JP" sz="2400" dirty="0"/>
              <a:t>×</a:t>
            </a:r>
            <a:r>
              <a:rPr lang="ja-JP" altLang="en-US" sz="2400"/>
              <a:t>法律推論モデル” を</a:t>
            </a:r>
            <a:br>
              <a:rPr lang="ja-JP" altLang="en-US" sz="2400"/>
            </a:br>
            <a:r>
              <a:rPr lang="en-US" altLang="ja-JP" sz="2400" b="1" dirty="0"/>
              <a:t>1</a:t>
            </a:r>
            <a:r>
              <a:rPr lang="ja-JP" altLang="en-US" sz="2400" b="1"/>
              <a:t>年以内に </a:t>
            </a:r>
            <a:r>
              <a:rPr lang="en" altLang="ja-JP" sz="2400" b="1" dirty="0"/>
              <a:t>PoC </a:t>
            </a:r>
            <a:r>
              <a:rPr lang="ja-JP" altLang="en-US" sz="2400" b="1"/>
              <a:t>まで具現化するために </a:t>
            </a:r>
            <a:r>
              <a:rPr lang="en" altLang="ja-JP" sz="2400" b="1" dirty="0"/>
              <a:t>MITOU </a:t>
            </a:r>
            <a:r>
              <a:rPr lang="ja-JP" altLang="en-US" sz="2400" b="1"/>
              <a:t>の支援を希望する。</a:t>
            </a:r>
            <a:endParaRPr lang="ja-JP" altLang="en-US" sz="2400"/>
          </a:p>
        </p:txBody>
      </p:sp>
    </p:spTree>
    <p:extLst>
      <p:ext uri="{BB962C8B-B14F-4D97-AF65-F5344CB8AC3E}">
        <p14:creationId xmlns:p14="http://schemas.microsoft.com/office/powerpoint/2010/main" val="420035158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8216</TotalTime>
  <Words>4339</Words>
  <Application>Microsoft Macintosh PowerPoint</Application>
  <PresentationFormat>ワイド画面</PresentationFormat>
  <Paragraphs>436</Paragraphs>
  <Slides>26</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26</vt:i4>
      </vt:variant>
    </vt:vector>
  </HeadingPairs>
  <TitlesOfParts>
    <vt:vector size="30" baseType="lpstr">
      <vt:lpstr>游ゴシック</vt:lpstr>
      <vt:lpstr>游ゴシック Light</vt:lpstr>
      <vt:lpstr>Arial</vt:lpstr>
      <vt:lpstr>Office テーマ</vt:lpstr>
      <vt:lpstr>PowerPoint プレゼンテーション</vt:lpstr>
      <vt:lpstr>目次</vt:lpstr>
      <vt:lpstr>1 ソリューション概要</vt:lpstr>
      <vt:lpstr>2 技術挑戦の核心（Core Challenge） このプロジェクトの技術的挑戦</vt:lpstr>
      <vt:lpstr>2 技術挑戦の核心（Core Challenge）</vt:lpstr>
      <vt:lpstr>2 技術挑戦の核心(Core Challenge)</vt:lpstr>
      <vt:lpstr>PowerPoint プレゼンテーション</vt:lpstr>
      <vt:lpstr>2 技術挑戦の核心（Core Challenge） </vt:lpstr>
      <vt:lpstr>2 技術挑戦の核心（Core Challenge） 想定フロー </vt:lpstr>
      <vt:lpstr>2 技術挑戦の核心（Core Challenge） 想定フロー </vt:lpstr>
      <vt:lpstr>2 技術挑戦の核心（Core Challenge） HSIEの最終出力 </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2 技術挑戦の核心（Core Challenge） 先行研究との比較(簡単に)</vt:lpstr>
      <vt:lpstr>2 技術挑戦の核心（Core Challenge） 先行研究との比較(詳細に)</vt:lpstr>
      <vt:lpstr>2 技術挑戦の核心（Core Challenge） </vt:lpstr>
      <vt:lpstr>PowerPoint プレゼンテーション</vt:lpstr>
      <vt:lpstr>PowerPoint プレゼンテーション</vt:lpstr>
      <vt:lpstr>5 技術実現ロードマップ(Technical Roadmap）</vt:lpstr>
      <vt:lpstr>5 技術実現ロードマップ(Technical Roadmap）</vt:lpstr>
      <vt:lpstr>6 技術的リスクと克服方法(Risk&amp;Mitigation)</vt:lpstr>
      <vt:lpstr>7 データセット構築計画（Dataset Strategy） データの集め方</vt:lpstr>
      <vt:lpstr>なぜMITOUへ応募したのか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渡邊 竜麒</dc:creator>
  <cp:lastModifiedBy>渡邊 竜麒</cp:lastModifiedBy>
  <cp:revision>18</cp:revision>
  <dcterms:created xsi:type="dcterms:W3CDTF">2025-11-25T07:10:33Z</dcterms:created>
  <dcterms:modified xsi:type="dcterms:W3CDTF">2025-12-02T02:17:24Z</dcterms:modified>
</cp:coreProperties>
</file>